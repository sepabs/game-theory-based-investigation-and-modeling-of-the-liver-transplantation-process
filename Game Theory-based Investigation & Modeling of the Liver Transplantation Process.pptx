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3" r:id="rId1"/>
    <p:sldMasterId id="2147483724" r:id="rId2"/>
    <p:sldMasterId id="2147483725" r:id="rId3"/>
  </p:sldMasterIdLst>
  <p:notesMasterIdLst>
    <p:notesMasterId r:id="rId42"/>
  </p:notesMasterIdLst>
  <p:sldIdLst>
    <p:sldId id="256" r:id="rId4"/>
    <p:sldId id="257" r:id="rId5"/>
    <p:sldId id="258" r:id="rId6"/>
    <p:sldId id="260" r:id="rId7"/>
    <p:sldId id="261" r:id="rId8"/>
    <p:sldId id="263" r:id="rId9"/>
    <p:sldId id="264" r:id="rId10"/>
    <p:sldId id="267" r:id="rId11"/>
    <p:sldId id="268" r:id="rId12"/>
    <p:sldId id="271" r:id="rId13"/>
    <p:sldId id="308" r:id="rId14"/>
    <p:sldId id="309" r:id="rId15"/>
    <p:sldId id="310" r:id="rId16"/>
    <p:sldId id="311" r:id="rId17"/>
    <p:sldId id="312" r:id="rId18"/>
    <p:sldId id="272" r:id="rId19"/>
    <p:sldId id="275" r:id="rId20"/>
    <p:sldId id="314" r:id="rId21"/>
    <p:sldId id="315" r:id="rId22"/>
    <p:sldId id="316" r:id="rId23"/>
    <p:sldId id="278" r:id="rId24"/>
    <p:sldId id="281" r:id="rId25"/>
    <p:sldId id="317" r:id="rId26"/>
    <p:sldId id="282" r:id="rId27"/>
    <p:sldId id="269" r:id="rId28"/>
    <p:sldId id="284" r:id="rId29"/>
    <p:sldId id="318" r:id="rId30"/>
    <p:sldId id="319" r:id="rId31"/>
    <p:sldId id="320" r:id="rId32"/>
    <p:sldId id="321" r:id="rId33"/>
    <p:sldId id="322" r:id="rId34"/>
    <p:sldId id="323" r:id="rId35"/>
    <p:sldId id="324" r:id="rId36"/>
    <p:sldId id="286" r:id="rId37"/>
    <p:sldId id="262" r:id="rId38"/>
    <p:sldId id="325" r:id="rId39"/>
    <p:sldId id="288" r:id="rId40"/>
    <p:sldId id="287" r:id="rId41"/>
  </p:sldIdLst>
  <p:sldSz cx="9144000" cy="5143500" type="screen16x9"/>
  <p:notesSz cx="6858000" cy="9144000"/>
  <p:embeddedFontLst>
    <p:embeddedFont>
      <p:font typeface="Adventure" panose="04020700000000000000" pitchFamily="82" charset="0"/>
      <p:bold r:id="rId43"/>
    </p:embeddedFont>
    <p:embeddedFont>
      <p:font typeface="Bubblegum Sans" panose="020B0604020202020204" charset="0"/>
      <p:regular r:id="rId44"/>
    </p:embeddedFont>
    <p:embeddedFont>
      <p:font typeface="Cambria Math" panose="02040503050406030204" pitchFamily="18" charset="0"/>
      <p:regular r:id="rId45"/>
    </p:embeddedFont>
    <p:embeddedFont>
      <p:font typeface="Lilita One" panose="020B0604020202020204" charset="0"/>
      <p:regular r:id="rId46"/>
    </p:embeddedFont>
    <p:embeddedFont>
      <p:font typeface="Parvin" panose="020B0506030503020204" pitchFamily="34" charset="-78"/>
      <p:regular r:id="rId47"/>
    </p:embeddedFont>
    <p:embeddedFont>
      <p:font typeface="Roboto" panose="02000000000000000000" pitchFamily="2" charset="0"/>
      <p:regular r:id="rId48"/>
      <p:bold r:id="rId49"/>
      <p:italic r:id="rId50"/>
      <p:boldItalic r:id="rId51"/>
    </p:embeddedFont>
    <p:embeddedFont>
      <p:font typeface="Roboto Condensed" panose="02000000000000000000" pitchFamily="2" charset="0"/>
      <p:regular r:id="rId52"/>
      <p:bold r:id="rId53"/>
      <p:italic r:id="rId54"/>
      <p:boldItalic r:id="rId55"/>
    </p:embeddedFont>
    <p:embeddedFont>
      <p:font typeface="Roboto Condensed Light" panose="02000000000000000000" pitchFamily="2" charset="0"/>
      <p:regular r:id="rId56"/>
      <p:italic r:id="rId57"/>
    </p:embeddedFont>
    <p:embeddedFont>
      <p:font typeface="Source Sans Pro" panose="020B0503030403020204" pitchFamily="34" charset="0"/>
      <p:regular r:id="rId58"/>
      <p:bold r:id="rId59"/>
      <p:italic r:id="rId60"/>
      <p:boldItalic r:id="rId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35D2DBF-CEEC-4B32-B828-8AB8187297D2}">
  <a:tblStyle styleId="{935D2DBF-CEEC-4B32-B828-8AB8187297D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96" autoAdjust="0"/>
    <p:restoredTop sz="89013" autoAdjust="0"/>
  </p:normalViewPr>
  <p:slideViewPr>
    <p:cSldViewPr snapToGrid="0">
      <p:cViewPr>
        <p:scale>
          <a:sx n="80" d="100"/>
          <a:sy n="80" d="100"/>
        </p:scale>
        <p:origin x="60" y="9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font" Target="fonts/font13.fntdata"/><Relationship Id="rId63"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font" Target="fonts/font16.fntdata"/><Relationship Id="rId5" Type="http://schemas.openxmlformats.org/officeDocument/2006/relationships/slide" Target="slides/slide2.xml"/><Relationship Id="rId61" Type="http://schemas.openxmlformats.org/officeDocument/2006/relationships/font" Target="fonts/font19.fntdata"/><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font" Target="fonts/font14.fntdata"/><Relationship Id="rId64"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font" Target="fonts/font9.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font" Target="fonts/font4.fntdata"/><Relationship Id="rId59" Type="http://schemas.openxmlformats.org/officeDocument/2006/relationships/font" Target="fonts/font17.fntdata"/><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font" Target="fonts/font12.fntdata"/><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font" Target="fonts/font7.fntdata"/><Relationship Id="rId57" Type="http://schemas.openxmlformats.org/officeDocument/2006/relationships/font" Target="fonts/font15.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font" Target="fonts/font2.fntdata"/><Relationship Id="rId52" Type="http://schemas.openxmlformats.org/officeDocument/2006/relationships/font" Target="fonts/font10.fntdata"/><Relationship Id="rId60" Type="http://schemas.openxmlformats.org/officeDocument/2006/relationships/font" Target="fonts/font18.fntdata"/><Relationship Id="rId65"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9"/>
        <p:cNvGrpSpPr/>
        <p:nvPr/>
      </p:nvGrpSpPr>
      <p:grpSpPr>
        <a:xfrm>
          <a:off x="0" y="0"/>
          <a:ext cx="0" cy="0"/>
          <a:chOff x="0" y="0"/>
          <a:chExt cx="0" cy="0"/>
        </a:xfrm>
      </p:grpSpPr>
      <p:sp>
        <p:nvSpPr>
          <p:cNvPr id="1310" name="Google Shape;131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1" name="Google Shape;131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0"/>
        <p:cNvGrpSpPr/>
        <p:nvPr/>
      </p:nvGrpSpPr>
      <p:grpSpPr>
        <a:xfrm>
          <a:off x="0" y="0"/>
          <a:ext cx="0" cy="0"/>
          <a:chOff x="0" y="0"/>
          <a:chExt cx="0" cy="0"/>
        </a:xfrm>
      </p:grpSpPr>
      <p:sp>
        <p:nvSpPr>
          <p:cNvPr id="1351" name="Google Shape;1351;gac5e01d5f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2" name="Google Shape;1352;gac5e01d5fc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7"/>
        <p:cNvGrpSpPr/>
        <p:nvPr/>
      </p:nvGrpSpPr>
      <p:grpSpPr>
        <a:xfrm>
          <a:off x="0" y="0"/>
          <a:ext cx="0" cy="0"/>
          <a:chOff x="0" y="0"/>
          <a:chExt cx="0" cy="0"/>
        </a:xfrm>
      </p:grpSpPr>
      <p:sp>
        <p:nvSpPr>
          <p:cNvPr id="1358" name="Google Shape;1358;gac5e01d5fc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9" name="Google Shape;1359;gac5e01d5fc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2"/>
        <p:cNvGrpSpPr/>
        <p:nvPr/>
      </p:nvGrpSpPr>
      <p:grpSpPr>
        <a:xfrm>
          <a:off x="0" y="0"/>
          <a:ext cx="0" cy="0"/>
          <a:chOff x="0" y="0"/>
          <a:chExt cx="0" cy="0"/>
        </a:xfrm>
      </p:grpSpPr>
      <p:sp>
        <p:nvSpPr>
          <p:cNvPr id="1823" name="Google Shape;1823;gac5e01d5fc_0_6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4" name="Google Shape;1824;gac5e01d5fc_0_6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https://www.ncbi.nlm.nih.gov/pmc/articles/PMC7500679/</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6"/>
        <p:cNvGrpSpPr/>
        <p:nvPr/>
      </p:nvGrpSpPr>
      <p:grpSpPr>
        <a:xfrm>
          <a:off x="0" y="0"/>
          <a:ext cx="0" cy="0"/>
          <a:chOff x="0" y="0"/>
          <a:chExt cx="0" cy="0"/>
        </a:xfrm>
      </p:grpSpPr>
      <p:sp>
        <p:nvSpPr>
          <p:cNvPr id="1867" name="Google Shape;1867;gac5e01d5fc_0_7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8" name="Google Shape;1868;gac5e01d5fc_0_7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2"/>
        <p:cNvGrpSpPr/>
        <p:nvPr/>
      </p:nvGrpSpPr>
      <p:grpSpPr>
        <a:xfrm>
          <a:off x="0" y="0"/>
          <a:ext cx="0" cy="0"/>
          <a:chOff x="0" y="0"/>
          <a:chExt cx="0" cy="0"/>
        </a:xfrm>
      </p:grpSpPr>
      <p:sp>
        <p:nvSpPr>
          <p:cNvPr id="1973" name="Google Shape;1973;gac7e16c3c6_2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4" name="Google Shape;1974;gac7e16c3c6_2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3"/>
        <p:cNvGrpSpPr/>
        <p:nvPr/>
      </p:nvGrpSpPr>
      <p:grpSpPr>
        <a:xfrm>
          <a:off x="0" y="0"/>
          <a:ext cx="0" cy="0"/>
          <a:chOff x="0" y="0"/>
          <a:chExt cx="0" cy="0"/>
        </a:xfrm>
      </p:grpSpPr>
      <p:sp>
        <p:nvSpPr>
          <p:cNvPr id="2014" name="Google Shape;2014;gac5e01d5fc_0_8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5" name="Google Shape;2015;gac5e01d5fc_0_8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6"/>
        <p:cNvGrpSpPr/>
        <p:nvPr/>
      </p:nvGrpSpPr>
      <p:grpSpPr>
        <a:xfrm>
          <a:off x="0" y="0"/>
          <a:ext cx="0" cy="0"/>
          <a:chOff x="0" y="0"/>
          <a:chExt cx="0" cy="0"/>
        </a:xfrm>
      </p:grpSpPr>
      <p:sp>
        <p:nvSpPr>
          <p:cNvPr id="2157" name="Google Shape;2157;gac7e16c3c6_2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8" name="Google Shape;2158;gac7e16c3c6_2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7"/>
        <p:cNvGrpSpPr/>
        <p:nvPr/>
      </p:nvGrpSpPr>
      <p:grpSpPr>
        <a:xfrm>
          <a:off x="0" y="0"/>
          <a:ext cx="0" cy="0"/>
          <a:chOff x="0" y="0"/>
          <a:chExt cx="0" cy="0"/>
        </a:xfrm>
      </p:grpSpPr>
      <p:sp>
        <p:nvSpPr>
          <p:cNvPr id="2198" name="Google Shape;2198;gac5e01d5fc_0_10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9" name="Google Shape;2199;gac5e01d5fc_0_10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8"/>
        <p:cNvGrpSpPr/>
        <p:nvPr/>
      </p:nvGrpSpPr>
      <p:grpSpPr>
        <a:xfrm>
          <a:off x="0" y="0"/>
          <a:ext cx="0" cy="0"/>
          <a:chOff x="0" y="0"/>
          <a:chExt cx="0" cy="0"/>
        </a:xfrm>
      </p:grpSpPr>
      <p:sp>
        <p:nvSpPr>
          <p:cNvPr id="2349" name="Google Shape;2349;gac7e16c3c6_2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0" name="Google Shape;2350;gac7e16c3c6_2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8"/>
        <p:cNvGrpSpPr/>
        <p:nvPr/>
      </p:nvGrpSpPr>
      <p:grpSpPr>
        <a:xfrm>
          <a:off x="0" y="0"/>
          <a:ext cx="0" cy="0"/>
          <a:chOff x="0" y="0"/>
          <a:chExt cx="0" cy="0"/>
        </a:xfrm>
      </p:grpSpPr>
      <p:sp>
        <p:nvSpPr>
          <p:cNvPr id="2349" name="Google Shape;2349;gac7e16c3c6_2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0" name="Google Shape;2350;gac7e16c3c6_2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8662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8"/>
        <p:cNvGrpSpPr/>
        <p:nvPr/>
      </p:nvGrpSpPr>
      <p:grpSpPr>
        <a:xfrm>
          <a:off x="0" y="0"/>
          <a:ext cx="0" cy="0"/>
          <a:chOff x="0" y="0"/>
          <a:chExt cx="0" cy="0"/>
        </a:xfrm>
      </p:grpSpPr>
      <p:sp>
        <p:nvSpPr>
          <p:cNvPr id="2349" name="Google Shape;2349;gac7e16c3c6_2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0" name="Google Shape;2350;gac7e16c3c6_2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1041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8"/>
        <p:cNvGrpSpPr/>
        <p:nvPr/>
      </p:nvGrpSpPr>
      <p:grpSpPr>
        <a:xfrm>
          <a:off x="0" y="0"/>
          <a:ext cx="0" cy="0"/>
          <a:chOff x="0" y="0"/>
          <a:chExt cx="0" cy="0"/>
        </a:xfrm>
      </p:grpSpPr>
      <p:sp>
        <p:nvSpPr>
          <p:cNvPr id="2349" name="Google Shape;2349;gac7e16c3c6_2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0" name="Google Shape;2350;gac7e16c3c6_2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995185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8"/>
        <p:cNvGrpSpPr/>
        <p:nvPr/>
      </p:nvGrpSpPr>
      <p:grpSpPr>
        <a:xfrm>
          <a:off x="0" y="0"/>
          <a:ext cx="0" cy="0"/>
          <a:chOff x="0" y="0"/>
          <a:chExt cx="0" cy="0"/>
        </a:xfrm>
      </p:grpSpPr>
      <p:sp>
        <p:nvSpPr>
          <p:cNvPr id="2349" name="Google Shape;2349;gac7e16c3c6_2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0" name="Google Shape;2350;gac7e16c3c6_2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62471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8"/>
        <p:cNvGrpSpPr/>
        <p:nvPr/>
      </p:nvGrpSpPr>
      <p:grpSpPr>
        <a:xfrm>
          <a:off x="0" y="0"/>
          <a:ext cx="0" cy="0"/>
          <a:chOff x="0" y="0"/>
          <a:chExt cx="0" cy="0"/>
        </a:xfrm>
      </p:grpSpPr>
      <p:sp>
        <p:nvSpPr>
          <p:cNvPr id="2349" name="Google Shape;2349;gac7e16c3c6_2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0" name="Google Shape;2350;gac7e16c3c6_2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75558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9"/>
        <p:cNvGrpSpPr/>
        <p:nvPr/>
      </p:nvGrpSpPr>
      <p:grpSpPr>
        <a:xfrm>
          <a:off x="0" y="0"/>
          <a:ext cx="0" cy="0"/>
          <a:chOff x="0" y="0"/>
          <a:chExt cx="0" cy="0"/>
        </a:xfrm>
      </p:grpSpPr>
      <p:sp>
        <p:nvSpPr>
          <p:cNvPr id="2390" name="Google Shape;2390;gac5e01d5fc_0_15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1" name="Google Shape;2391;gac5e01d5fc_0_15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7"/>
        <p:cNvGrpSpPr/>
        <p:nvPr/>
      </p:nvGrpSpPr>
      <p:grpSpPr>
        <a:xfrm>
          <a:off x="0" y="0"/>
          <a:ext cx="0" cy="0"/>
          <a:chOff x="0" y="0"/>
          <a:chExt cx="0" cy="0"/>
        </a:xfrm>
      </p:grpSpPr>
      <p:sp>
        <p:nvSpPr>
          <p:cNvPr id="2448" name="Google Shape;2448;gac5e01d5fc_0_15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9" name="Google Shape;2449;gac5e01d5fc_0_15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191102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3"/>
        <p:cNvGrpSpPr/>
        <p:nvPr/>
      </p:nvGrpSpPr>
      <p:grpSpPr>
        <a:xfrm>
          <a:off x="0" y="0"/>
          <a:ext cx="0" cy="0"/>
          <a:chOff x="0" y="0"/>
          <a:chExt cx="0" cy="0"/>
        </a:xfrm>
      </p:grpSpPr>
      <p:sp>
        <p:nvSpPr>
          <p:cNvPr id="2604" name="Google Shape;2604;gac5e01d5fc_0_16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5" name="Google Shape;2605;gac5e01d5fc_0_16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7"/>
        <p:cNvGrpSpPr/>
        <p:nvPr/>
      </p:nvGrpSpPr>
      <p:grpSpPr>
        <a:xfrm>
          <a:off x="0" y="0"/>
          <a:ext cx="0" cy="0"/>
          <a:chOff x="0" y="0"/>
          <a:chExt cx="0" cy="0"/>
        </a:xfrm>
      </p:grpSpPr>
      <p:sp>
        <p:nvSpPr>
          <p:cNvPr id="2768" name="Google Shape;2768;gac7e16c3c6_2_3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9" name="Google Shape;2769;gac7e16c3c6_2_3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7"/>
        <p:cNvGrpSpPr/>
        <p:nvPr/>
      </p:nvGrpSpPr>
      <p:grpSpPr>
        <a:xfrm>
          <a:off x="0" y="0"/>
          <a:ext cx="0" cy="0"/>
          <a:chOff x="0" y="0"/>
          <a:chExt cx="0" cy="0"/>
        </a:xfrm>
      </p:grpSpPr>
      <p:sp>
        <p:nvSpPr>
          <p:cNvPr id="2768" name="Google Shape;2768;gac7e16c3c6_2_3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9" name="Google Shape;2769;gac7e16c3c6_2_3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57991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8"/>
        <p:cNvGrpSpPr/>
        <p:nvPr/>
      </p:nvGrpSpPr>
      <p:grpSpPr>
        <a:xfrm>
          <a:off x="0" y="0"/>
          <a:ext cx="0" cy="0"/>
          <a:chOff x="0" y="0"/>
          <a:chExt cx="0" cy="0"/>
        </a:xfrm>
      </p:grpSpPr>
      <p:sp>
        <p:nvSpPr>
          <p:cNvPr id="2809" name="Google Shape;2809;gac5e01d5fc_0_18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0" name="Google Shape;2810;gac5e01d5fc_0_18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1"/>
        <p:cNvGrpSpPr/>
        <p:nvPr/>
      </p:nvGrpSpPr>
      <p:grpSpPr>
        <a:xfrm>
          <a:off x="0" y="0"/>
          <a:ext cx="0" cy="0"/>
          <a:chOff x="0" y="0"/>
          <a:chExt cx="0" cy="0"/>
        </a:xfrm>
      </p:grpSpPr>
      <p:sp>
        <p:nvSpPr>
          <p:cNvPr id="2242" name="Google Shape;2242;gac5e01d5fc_0_1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3" name="Google Shape;2243;gac5e01d5fc_0_1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1"/>
        <p:cNvGrpSpPr/>
        <p:nvPr/>
      </p:nvGrpSpPr>
      <p:grpSpPr>
        <a:xfrm>
          <a:off x="0" y="0"/>
          <a:ext cx="0" cy="0"/>
          <a:chOff x="0" y="0"/>
          <a:chExt cx="0" cy="0"/>
        </a:xfrm>
      </p:grpSpPr>
      <p:sp>
        <p:nvSpPr>
          <p:cNvPr id="2902" name="Google Shape;2902;gac7e16c3c6_2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3" name="Google Shape;2903;gac7e16c3c6_2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1"/>
        <p:cNvGrpSpPr/>
        <p:nvPr/>
      </p:nvGrpSpPr>
      <p:grpSpPr>
        <a:xfrm>
          <a:off x="0" y="0"/>
          <a:ext cx="0" cy="0"/>
          <a:chOff x="0" y="0"/>
          <a:chExt cx="0" cy="0"/>
        </a:xfrm>
      </p:grpSpPr>
      <p:sp>
        <p:nvSpPr>
          <p:cNvPr id="2902" name="Google Shape;2902;gac7e16c3c6_2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3" name="Google Shape;2903;gac7e16c3c6_2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575910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1"/>
        <p:cNvGrpSpPr/>
        <p:nvPr/>
      </p:nvGrpSpPr>
      <p:grpSpPr>
        <a:xfrm>
          <a:off x="0" y="0"/>
          <a:ext cx="0" cy="0"/>
          <a:chOff x="0" y="0"/>
          <a:chExt cx="0" cy="0"/>
        </a:xfrm>
      </p:grpSpPr>
      <p:sp>
        <p:nvSpPr>
          <p:cNvPr id="2902" name="Google Shape;2902;gac7e16c3c6_2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3" name="Google Shape;2903;gac7e16c3c6_2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091879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1"/>
        <p:cNvGrpSpPr/>
        <p:nvPr/>
      </p:nvGrpSpPr>
      <p:grpSpPr>
        <a:xfrm>
          <a:off x="0" y="0"/>
          <a:ext cx="0" cy="0"/>
          <a:chOff x="0" y="0"/>
          <a:chExt cx="0" cy="0"/>
        </a:xfrm>
      </p:grpSpPr>
      <p:sp>
        <p:nvSpPr>
          <p:cNvPr id="2902" name="Google Shape;2902;gac7e16c3c6_2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3" name="Google Shape;2903;gac7e16c3c6_2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49430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1"/>
        <p:cNvGrpSpPr/>
        <p:nvPr/>
      </p:nvGrpSpPr>
      <p:grpSpPr>
        <a:xfrm>
          <a:off x="0" y="0"/>
          <a:ext cx="0" cy="0"/>
          <a:chOff x="0" y="0"/>
          <a:chExt cx="0" cy="0"/>
        </a:xfrm>
      </p:grpSpPr>
      <p:sp>
        <p:nvSpPr>
          <p:cNvPr id="2902" name="Google Shape;2902;gac7e16c3c6_2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3" name="Google Shape;2903;gac7e16c3c6_2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19106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1"/>
        <p:cNvGrpSpPr/>
        <p:nvPr/>
      </p:nvGrpSpPr>
      <p:grpSpPr>
        <a:xfrm>
          <a:off x="0" y="0"/>
          <a:ext cx="0" cy="0"/>
          <a:chOff x="0" y="0"/>
          <a:chExt cx="0" cy="0"/>
        </a:xfrm>
      </p:grpSpPr>
      <p:sp>
        <p:nvSpPr>
          <p:cNvPr id="2902" name="Google Shape;2902;gac7e16c3c6_2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3" name="Google Shape;2903;gac7e16c3c6_2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74376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1"/>
        <p:cNvGrpSpPr/>
        <p:nvPr/>
      </p:nvGrpSpPr>
      <p:grpSpPr>
        <a:xfrm>
          <a:off x="0" y="0"/>
          <a:ext cx="0" cy="0"/>
          <a:chOff x="0" y="0"/>
          <a:chExt cx="0" cy="0"/>
        </a:xfrm>
      </p:grpSpPr>
      <p:sp>
        <p:nvSpPr>
          <p:cNvPr id="2902" name="Google Shape;2902;gac7e16c3c6_2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3" name="Google Shape;2903;gac7e16c3c6_2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28293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1"/>
        <p:cNvGrpSpPr/>
        <p:nvPr/>
      </p:nvGrpSpPr>
      <p:grpSpPr>
        <a:xfrm>
          <a:off x="0" y="0"/>
          <a:ext cx="0" cy="0"/>
          <a:chOff x="0" y="0"/>
          <a:chExt cx="0" cy="0"/>
        </a:xfrm>
      </p:grpSpPr>
      <p:sp>
        <p:nvSpPr>
          <p:cNvPr id="2902" name="Google Shape;2902;gac7e16c3c6_2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3" name="Google Shape;2903;gac7e16c3c6_2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1908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1"/>
        <p:cNvGrpSpPr/>
        <p:nvPr/>
      </p:nvGrpSpPr>
      <p:grpSpPr>
        <a:xfrm>
          <a:off x="0" y="0"/>
          <a:ext cx="0" cy="0"/>
          <a:chOff x="0" y="0"/>
          <a:chExt cx="0" cy="0"/>
        </a:xfrm>
      </p:grpSpPr>
      <p:sp>
        <p:nvSpPr>
          <p:cNvPr id="2972" name="Google Shape;2972;gac7e16c3c6_2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3" name="Google Shape;2973;gac7e16c3c6_2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7"/>
        <p:cNvGrpSpPr/>
        <p:nvPr/>
      </p:nvGrpSpPr>
      <p:grpSpPr>
        <a:xfrm>
          <a:off x="0" y="0"/>
          <a:ext cx="0" cy="0"/>
          <a:chOff x="0" y="0"/>
          <a:chExt cx="0" cy="0"/>
        </a:xfrm>
      </p:grpSpPr>
      <p:sp>
        <p:nvSpPr>
          <p:cNvPr id="1928" name="Google Shape;1928;gac5e01d5fc_0_7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9" name="Google Shape;1929;gac5e01d5fc_0_7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7"/>
        <p:cNvGrpSpPr/>
        <p:nvPr/>
      </p:nvGrpSpPr>
      <p:grpSpPr>
        <a:xfrm>
          <a:off x="0" y="0"/>
          <a:ext cx="0" cy="0"/>
          <a:chOff x="0" y="0"/>
          <a:chExt cx="0" cy="0"/>
        </a:xfrm>
      </p:grpSpPr>
      <p:sp>
        <p:nvSpPr>
          <p:cNvPr id="1928" name="Google Shape;1928;gac5e01d5fc_0_7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9" name="Google Shape;1929;gac5e01d5fc_0_7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49076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0"/>
        <p:cNvGrpSpPr/>
        <p:nvPr/>
      </p:nvGrpSpPr>
      <p:grpSpPr>
        <a:xfrm>
          <a:off x="0" y="0"/>
          <a:ext cx="0" cy="0"/>
          <a:chOff x="0" y="0"/>
          <a:chExt cx="0" cy="0"/>
        </a:xfrm>
      </p:grpSpPr>
      <p:sp>
        <p:nvSpPr>
          <p:cNvPr id="3041" name="Google Shape;3041;gac5e01d5fc_0_186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2" name="Google Shape;3042;gac5e01d5fc_0_186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1"/>
        <p:cNvGrpSpPr/>
        <p:nvPr/>
      </p:nvGrpSpPr>
      <p:grpSpPr>
        <a:xfrm>
          <a:off x="0" y="0"/>
          <a:ext cx="0" cy="0"/>
          <a:chOff x="0" y="0"/>
          <a:chExt cx="0" cy="0"/>
        </a:xfrm>
      </p:grpSpPr>
      <p:sp>
        <p:nvSpPr>
          <p:cNvPr id="2982" name="Google Shape;2982;gac5e01d5fc_0_185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3" name="Google Shape;2983;gac5e01d5fc_0_185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2.xml"/><Relationship Id="rId4" Type="http://schemas.openxmlformats.org/officeDocument/2006/relationships/hyperlink" Target="http://bit.ly/2TtBDfr" TargetMode="Externa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3.xml"/><Relationship Id="rId4" Type="http://schemas.openxmlformats.org/officeDocument/2006/relationships/hyperlink" Target="http://bit.ly/2TtBDfr" TargetMode="Externa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6100" y="888738"/>
            <a:ext cx="3846000" cy="26586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SzPts val="5200"/>
              <a:buNone/>
              <a:defRPr sz="7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6100" y="3504763"/>
            <a:ext cx="2889300" cy="750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txBox="1"/>
          <p:nvPr/>
        </p:nvSpPr>
        <p:spPr>
          <a:xfrm rot="-1717625" flipH="1">
            <a:off x="6429626" y="1205513"/>
            <a:ext cx="2639912" cy="4087673"/>
          </a:xfrm>
          <a:prstGeom prst="rect">
            <a:avLst/>
          </a:prstGeom>
          <a:noFill/>
          <a:ln>
            <a:noFill/>
          </a:ln>
        </p:spPr>
        <p:txBody>
          <a:bodyPr spcFirstLastPara="1" wrap="square" lIns="91425" tIns="91425" rIns="91425" bIns="91425" anchor="ctr" anchorCtr="0">
            <a:noAutofit/>
          </a:bodyPr>
          <a:lstStyle/>
          <a:p>
            <a:pPr marL="0" lvl="0" indent="0" algn="l" rtl="0">
              <a:lnSpc>
                <a:spcPct val="80000"/>
              </a:lnSpc>
              <a:spcBef>
                <a:spcPts val="0"/>
              </a:spcBef>
              <a:spcAft>
                <a:spcPts val="0"/>
              </a:spcAft>
              <a:buNone/>
            </a:pPr>
            <a:r>
              <a:rPr lang="en" sz="30000">
                <a:solidFill>
                  <a:srgbClr val="37618A"/>
                </a:solidFill>
                <a:latin typeface="Lilita One"/>
                <a:ea typeface="Lilita One"/>
                <a:cs typeface="Lilita One"/>
                <a:sym typeface="Lilita One"/>
              </a:rPr>
              <a:t>¿</a:t>
            </a:r>
            <a:endParaRPr sz="30000">
              <a:solidFill>
                <a:srgbClr val="37618A"/>
              </a:solidFill>
              <a:latin typeface="Lilita One"/>
              <a:ea typeface="Lilita One"/>
              <a:cs typeface="Lilita One"/>
              <a:sym typeface="Lilita One"/>
            </a:endParaRPr>
          </a:p>
        </p:txBody>
      </p:sp>
      <p:sp>
        <p:nvSpPr>
          <p:cNvPr id="12" name="Google Shape;12;p2"/>
          <p:cNvSpPr txBox="1"/>
          <p:nvPr/>
        </p:nvSpPr>
        <p:spPr>
          <a:xfrm rot="-9898604" flipH="1">
            <a:off x="3762592" y="-185164"/>
            <a:ext cx="2639931" cy="4087720"/>
          </a:xfrm>
          <a:prstGeom prst="rect">
            <a:avLst/>
          </a:prstGeom>
          <a:noFill/>
          <a:ln>
            <a:noFill/>
          </a:ln>
        </p:spPr>
        <p:txBody>
          <a:bodyPr spcFirstLastPara="1" wrap="square" lIns="91425" tIns="91425" rIns="91425" bIns="91425" anchor="ctr" anchorCtr="0">
            <a:noAutofit/>
          </a:bodyPr>
          <a:lstStyle/>
          <a:p>
            <a:pPr marL="0" lvl="0" indent="0" algn="l" rtl="0">
              <a:lnSpc>
                <a:spcPct val="80000"/>
              </a:lnSpc>
              <a:spcBef>
                <a:spcPts val="0"/>
              </a:spcBef>
              <a:spcAft>
                <a:spcPts val="0"/>
              </a:spcAft>
              <a:buNone/>
            </a:pPr>
            <a:r>
              <a:rPr lang="en" sz="30000">
                <a:solidFill>
                  <a:srgbClr val="37618A"/>
                </a:solidFill>
                <a:latin typeface="Lilita One"/>
                <a:ea typeface="Lilita One"/>
                <a:cs typeface="Lilita One"/>
                <a:sym typeface="Lilita One"/>
              </a:rPr>
              <a:t>¿</a:t>
            </a:r>
            <a:endParaRPr sz="30000">
              <a:solidFill>
                <a:srgbClr val="37618A"/>
              </a:solidFill>
              <a:latin typeface="Lilita One"/>
              <a:ea typeface="Lilita One"/>
              <a:cs typeface="Lilita One"/>
              <a:sym typeface="Lilita One"/>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2"/>
        </a:solidFill>
        <a:effectLst/>
      </p:bgPr>
    </p:bg>
    <p:spTree>
      <p:nvGrpSpPr>
        <p:cNvPr id="1" name="Shape 13"/>
        <p:cNvGrpSpPr/>
        <p:nvPr/>
      </p:nvGrpSpPr>
      <p:grpSpPr>
        <a:xfrm>
          <a:off x="0" y="0"/>
          <a:ext cx="0" cy="0"/>
          <a:chOff x="0" y="0"/>
          <a:chExt cx="0" cy="0"/>
        </a:xfrm>
      </p:grpSpPr>
      <p:grpSp>
        <p:nvGrpSpPr>
          <p:cNvPr id="14" name="Google Shape;14;p3"/>
          <p:cNvGrpSpPr/>
          <p:nvPr/>
        </p:nvGrpSpPr>
        <p:grpSpPr>
          <a:xfrm flipH="1">
            <a:off x="-1220339" y="970647"/>
            <a:ext cx="4964700" cy="5185500"/>
            <a:chOff x="4227036" y="7547"/>
            <a:chExt cx="4964700" cy="5185500"/>
          </a:xfrm>
        </p:grpSpPr>
        <p:sp>
          <p:nvSpPr>
            <p:cNvPr id="15" name="Google Shape;15;p3"/>
            <p:cNvSpPr/>
            <p:nvPr/>
          </p:nvSpPr>
          <p:spPr>
            <a:xfrm rot="-899950" flipH="1">
              <a:off x="4715607" y="450278"/>
              <a:ext cx="3987558" cy="4300039"/>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3"/>
            <p:cNvSpPr/>
            <p:nvPr/>
          </p:nvSpPr>
          <p:spPr>
            <a:xfrm rot="-899814" flipH="1">
              <a:off x="6210673" y="2184844"/>
              <a:ext cx="980806" cy="980806"/>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17;p3"/>
          <p:cNvSpPr txBox="1">
            <a:spLocks noGrp="1"/>
          </p:cNvSpPr>
          <p:nvPr>
            <p:ph type="title"/>
          </p:nvPr>
        </p:nvSpPr>
        <p:spPr>
          <a:xfrm>
            <a:off x="6038480" y="1914463"/>
            <a:ext cx="2385600" cy="5451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600"/>
              <a:buNone/>
              <a:defRPr sz="3600">
                <a:solidFill>
                  <a:schemeClr val="accent2"/>
                </a:solidFill>
              </a:defRPr>
            </a:lvl1pPr>
            <a:lvl2pPr lvl="1" algn="l" rtl="0">
              <a:spcBef>
                <a:spcPts val="0"/>
              </a:spcBef>
              <a:spcAft>
                <a:spcPts val="0"/>
              </a:spcAft>
              <a:buSzPts val="3600"/>
              <a:buNone/>
              <a:defRPr sz="3600"/>
            </a:lvl2pPr>
            <a:lvl3pPr lvl="2" algn="l" rtl="0">
              <a:spcBef>
                <a:spcPts val="0"/>
              </a:spcBef>
              <a:spcAft>
                <a:spcPts val="0"/>
              </a:spcAft>
              <a:buSzPts val="3600"/>
              <a:buNone/>
              <a:defRPr sz="3600"/>
            </a:lvl3pPr>
            <a:lvl4pPr lvl="3" algn="l" rtl="0">
              <a:spcBef>
                <a:spcPts val="0"/>
              </a:spcBef>
              <a:spcAft>
                <a:spcPts val="0"/>
              </a:spcAft>
              <a:buSzPts val="3600"/>
              <a:buNone/>
              <a:defRPr sz="3600"/>
            </a:lvl4pPr>
            <a:lvl5pPr lvl="4" algn="l" rtl="0">
              <a:spcBef>
                <a:spcPts val="0"/>
              </a:spcBef>
              <a:spcAft>
                <a:spcPts val="0"/>
              </a:spcAft>
              <a:buSzPts val="3600"/>
              <a:buNone/>
              <a:defRPr sz="3600"/>
            </a:lvl5pPr>
            <a:lvl6pPr lvl="5" algn="l" rtl="0">
              <a:spcBef>
                <a:spcPts val="0"/>
              </a:spcBef>
              <a:spcAft>
                <a:spcPts val="0"/>
              </a:spcAft>
              <a:buSzPts val="3600"/>
              <a:buNone/>
              <a:defRPr sz="3600"/>
            </a:lvl6pPr>
            <a:lvl7pPr lvl="6" algn="l" rtl="0">
              <a:spcBef>
                <a:spcPts val="0"/>
              </a:spcBef>
              <a:spcAft>
                <a:spcPts val="0"/>
              </a:spcAft>
              <a:buSzPts val="3600"/>
              <a:buNone/>
              <a:defRPr sz="3600"/>
            </a:lvl7pPr>
            <a:lvl8pPr lvl="7" algn="l" rtl="0">
              <a:spcBef>
                <a:spcPts val="0"/>
              </a:spcBef>
              <a:spcAft>
                <a:spcPts val="0"/>
              </a:spcAft>
              <a:buSzPts val="3600"/>
              <a:buNone/>
              <a:defRPr sz="3600"/>
            </a:lvl8pPr>
            <a:lvl9pPr lvl="8" algn="l" rtl="0">
              <a:spcBef>
                <a:spcPts val="0"/>
              </a:spcBef>
              <a:spcAft>
                <a:spcPts val="0"/>
              </a:spcAft>
              <a:buSzPts val="3600"/>
              <a:buNone/>
              <a:defRPr sz="3600"/>
            </a:lvl9pPr>
          </a:lstStyle>
          <a:p>
            <a:endParaRPr/>
          </a:p>
        </p:txBody>
      </p:sp>
      <p:sp>
        <p:nvSpPr>
          <p:cNvPr id="18" name="Google Shape;18;p3"/>
          <p:cNvSpPr txBox="1">
            <a:spLocks noGrp="1"/>
          </p:cNvSpPr>
          <p:nvPr>
            <p:ph type="title" idx="2" hasCustomPrompt="1"/>
          </p:nvPr>
        </p:nvSpPr>
        <p:spPr>
          <a:xfrm>
            <a:off x="3721350" y="1878300"/>
            <a:ext cx="2024700" cy="1386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0"/>
              <a:buNone/>
              <a:defRPr sz="11700">
                <a:solidFill>
                  <a:schemeClr val="accen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9" name="Google Shape;19;p3"/>
          <p:cNvSpPr txBox="1">
            <a:spLocks noGrp="1"/>
          </p:cNvSpPr>
          <p:nvPr>
            <p:ph type="subTitle" idx="1"/>
          </p:nvPr>
        </p:nvSpPr>
        <p:spPr>
          <a:xfrm>
            <a:off x="6032400" y="2526438"/>
            <a:ext cx="2391300" cy="702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600">
                <a:solidFill>
                  <a:schemeClr val="accent2"/>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726100" y="542575"/>
            <a:ext cx="7691700" cy="475200"/>
          </a:xfrm>
          <a:prstGeom prst="rect">
            <a:avLst/>
          </a:prstGeom>
        </p:spPr>
        <p:txBody>
          <a:bodyPr spcFirstLastPara="1" wrap="square" lIns="91425" tIns="91425" rIns="91425" bIns="91425" anchor="ctr" anchorCtr="0">
            <a:noAutofit/>
          </a:bodyPr>
          <a:lstStyle>
            <a:lvl1pPr lvl="0">
              <a:spcBef>
                <a:spcPts val="0"/>
              </a:spcBef>
              <a:spcAft>
                <a:spcPts val="0"/>
              </a:spcAft>
              <a:buSzPts val="3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4"/>
          <p:cNvSpPr txBox="1">
            <a:spLocks noGrp="1"/>
          </p:cNvSpPr>
          <p:nvPr>
            <p:ph type="body" idx="1"/>
          </p:nvPr>
        </p:nvSpPr>
        <p:spPr>
          <a:xfrm>
            <a:off x="714375" y="1114425"/>
            <a:ext cx="7691700" cy="3181500"/>
          </a:xfrm>
          <a:prstGeom prst="rect">
            <a:avLst/>
          </a:prstGeom>
        </p:spPr>
        <p:txBody>
          <a:bodyPr spcFirstLastPara="1" wrap="square" lIns="91425" tIns="91425" rIns="91425" bIns="91425" anchor="t" anchorCtr="0">
            <a:noAutofit/>
          </a:bodyPr>
          <a:lstStyle>
            <a:lvl1pPr marL="457200" lvl="0" indent="-304800">
              <a:lnSpc>
                <a:spcPct val="100000"/>
              </a:lnSpc>
              <a:spcBef>
                <a:spcPts val="0"/>
              </a:spcBef>
              <a:spcAft>
                <a:spcPts val="0"/>
              </a:spcAft>
              <a:buSzPts val="1200"/>
              <a:buFont typeface="Roboto Condensed"/>
              <a:buAutoNum type="arabicPeriod"/>
              <a:defRPr sz="1200"/>
            </a:lvl1pPr>
            <a:lvl2pPr marL="914400" lvl="1" indent="-304800">
              <a:spcBef>
                <a:spcPts val="1600"/>
              </a:spcBef>
              <a:spcAft>
                <a:spcPts val="0"/>
              </a:spcAft>
              <a:buSzPts val="1200"/>
              <a:buFont typeface="Roboto Condensed Light"/>
              <a:buAutoNum type="alphaLcPeriod"/>
              <a:defRPr/>
            </a:lvl2pPr>
            <a:lvl3pPr marL="1371600" lvl="2" indent="-304800">
              <a:spcBef>
                <a:spcPts val="1600"/>
              </a:spcBef>
              <a:spcAft>
                <a:spcPts val="0"/>
              </a:spcAft>
              <a:buSzPts val="1200"/>
              <a:buFont typeface="Roboto Condensed Light"/>
              <a:buAutoNum type="romanLcPeriod"/>
              <a:defRPr/>
            </a:lvl3pPr>
            <a:lvl4pPr marL="1828800" lvl="3" indent="-304800">
              <a:spcBef>
                <a:spcPts val="1600"/>
              </a:spcBef>
              <a:spcAft>
                <a:spcPts val="0"/>
              </a:spcAft>
              <a:buSzPts val="1200"/>
              <a:buFont typeface="Roboto Condensed Light"/>
              <a:buAutoNum type="arabicPeriod"/>
              <a:defRPr/>
            </a:lvl4pPr>
            <a:lvl5pPr marL="2286000" lvl="4" indent="-304800">
              <a:spcBef>
                <a:spcPts val="1600"/>
              </a:spcBef>
              <a:spcAft>
                <a:spcPts val="0"/>
              </a:spcAft>
              <a:buSzPts val="1200"/>
              <a:buFont typeface="Roboto Condensed Light"/>
              <a:buAutoNum type="alphaLcPeriod"/>
              <a:defRPr/>
            </a:lvl5pPr>
            <a:lvl6pPr marL="2743200" lvl="5" indent="-304800">
              <a:spcBef>
                <a:spcPts val="1600"/>
              </a:spcBef>
              <a:spcAft>
                <a:spcPts val="0"/>
              </a:spcAft>
              <a:buSzPts val="1200"/>
              <a:buFont typeface="Roboto Condensed Light"/>
              <a:buAutoNum type="romanLcPeriod"/>
              <a:defRPr/>
            </a:lvl6pPr>
            <a:lvl7pPr marL="3200400" lvl="6" indent="-304800">
              <a:spcBef>
                <a:spcPts val="1600"/>
              </a:spcBef>
              <a:spcAft>
                <a:spcPts val="0"/>
              </a:spcAft>
              <a:buSzPts val="1200"/>
              <a:buFont typeface="Roboto Condensed Light"/>
              <a:buAutoNum type="arabicPeriod"/>
              <a:defRPr/>
            </a:lvl7pPr>
            <a:lvl8pPr marL="3657600" lvl="7" indent="-304800">
              <a:spcBef>
                <a:spcPts val="1600"/>
              </a:spcBef>
              <a:spcAft>
                <a:spcPts val="0"/>
              </a:spcAft>
              <a:buSzPts val="1200"/>
              <a:buFont typeface="Roboto Condensed Light"/>
              <a:buAutoNum type="alphaLcPeriod"/>
              <a:defRPr/>
            </a:lvl8pPr>
            <a:lvl9pPr marL="4114800" lvl="8" indent="-304800">
              <a:spcBef>
                <a:spcPts val="1600"/>
              </a:spcBef>
              <a:spcAft>
                <a:spcPts val="1600"/>
              </a:spcAft>
              <a:buSzPts val="1200"/>
              <a:buFont typeface="Roboto Condensed Light"/>
              <a:buAutoNum type="romanLcPeriod"/>
              <a:defRPr/>
            </a:lvl9pPr>
          </a:lstStyle>
          <a:p>
            <a:endParaRPr/>
          </a:p>
        </p:txBody>
      </p:sp>
      <p:grpSp>
        <p:nvGrpSpPr>
          <p:cNvPr id="23" name="Google Shape;23;p4"/>
          <p:cNvGrpSpPr/>
          <p:nvPr/>
        </p:nvGrpSpPr>
        <p:grpSpPr>
          <a:xfrm rot="899857">
            <a:off x="7222308" y="190062"/>
            <a:ext cx="1711973" cy="1846180"/>
            <a:chOff x="-3361711" y="308336"/>
            <a:chExt cx="3987600" cy="4300200"/>
          </a:xfrm>
        </p:grpSpPr>
        <p:grpSp>
          <p:nvGrpSpPr>
            <p:cNvPr id="24" name="Google Shape;24;p4"/>
            <p:cNvGrpSpPr/>
            <p:nvPr/>
          </p:nvGrpSpPr>
          <p:grpSpPr>
            <a:xfrm>
              <a:off x="-3361711" y="308336"/>
              <a:ext cx="3987600" cy="4300200"/>
              <a:chOff x="-2571136" y="421611"/>
              <a:chExt cx="3987600" cy="4300200"/>
            </a:xfrm>
          </p:grpSpPr>
          <p:sp>
            <p:nvSpPr>
              <p:cNvPr id="25" name="Google Shape;25;p4"/>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 name="Google Shape;26;p4"/>
              <p:cNvGrpSpPr/>
              <p:nvPr/>
            </p:nvGrpSpPr>
            <p:grpSpPr>
              <a:xfrm>
                <a:off x="-2206074" y="809586"/>
                <a:ext cx="3257475" cy="3524250"/>
                <a:chOff x="-2206074" y="819150"/>
                <a:chExt cx="3257475" cy="3524250"/>
              </a:xfrm>
            </p:grpSpPr>
            <p:grpSp>
              <p:nvGrpSpPr>
                <p:cNvPr id="27" name="Google Shape;27;p4"/>
                <p:cNvGrpSpPr/>
                <p:nvPr/>
              </p:nvGrpSpPr>
              <p:grpSpPr>
                <a:xfrm>
                  <a:off x="-2206074" y="819150"/>
                  <a:ext cx="3257475" cy="981000"/>
                  <a:chOff x="-2209800" y="819150"/>
                  <a:chExt cx="3257475" cy="981000"/>
                </a:xfrm>
              </p:grpSpPr>
              <p:sp>
                <p:nvSpPr>
                  <p:cNvPr id="28" name="Google Shape;28;p4"/>
                  <p:cNvSpPr/>
                  <p:nvPr/>
                </p:nvSpPr>
                <p:spPr>
                  <a:xfrm>
                    <a:off x="-2209800"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4"/>
                  <p:cNvSpPr/>
                  <p:nvPr/>
                </p:nvSpPr>
                <p:spPr>
                  <a:xfrm>
                    <a:off x="66675"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4"/>
                <p:cNvGrpSpPr/>
                <p:nvPr/>
              </p:nvGrpSpPr>
              <p:grpSpPr>
                <a:xfrm>
                  <a:off x="-2206074" y="3362400"/>
                  <a:ext cx="3257475" cy="981000"/>
                  <a:chOff x="-2209800" y="819150"/>
                  <a:chExt cx="3257475" cy="981000"/>
                </a:xfrm>
              </p:grpSpPr>
              <p:sp>
                <p:nvSpPr>
                  <p:cNvPr id="31" name="Google Shape;31;p4"/>
                  <p:cNvSpPr/>
                  <p:nvPr/>
                </p:nvSpPr>
                <p:spPr>
                  <a:xfrm>
                    <a:off x="-2209800"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66675"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33" name="Google Shape;33;p4"/>
            <p:cNvSpPr/>
            <p:nvPr/>
          </p:nvSpPr>
          <p:spPr>
            <a:xfrm>
              <a:off x="-1858399" y="1967936"/>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 name="Google Shape;34;p4"/>
          <p:cNvGrpSpPr/>
          <p:nvPr/>
        </p:nvGrpSpPr>
        <p:grpSpPr>
          <a:xfrm rot="-899857" flipH="1">
            <a:off x="209708" y="3107262"/>
            <a:ext cx="1711973" cy="1846180"/>
            <a:chOff x="-2571136" y="421611"/>
            <a:chExt cx="3987600" cy="4300200"/>
          </a:xfrm>
        </p:grpSpPr>
        <p:sp>
          <p:nvSpPr>
            <p:cNvPr id="35" name="Google Shape;35;p4"/>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 name="Google Shape;36;p4"/>
            <p:cNvGrpSpPr/>
            <p:nvPr/>
          </p:nvGrpSpPr>
          <p:grpSpPr>
            <a:xfrm>
              <a:off x="-2206074" y="809586"/>
              <a:ext cx="3257475" cy="3524250"/>
              <a:chOff x="-2206074" y="819150"/>
              <a:chExt cx="3257475" cy="3524250"/>
            </a:xfrm>
          </p:grpSpPr>
          <p:grpSp>
            <p:nvGrpSpPr>
              <p:cNvPr id="37" name="Google Shape;37;p4"/>
              <p:cNvGrpSpPr/>
              <p:nvPr/>
            </p:nvGrpSpPr>
            <p:grpSpPr>
              <a:xfrm>
                <a:off x="-2206074" y="819150"/>
                <a:ext cx="3257475" cy="981000"/>
                <a:chOff x="-2209800" y="819150"/>
                <a:chExt cx="3257475" cy="981000"/>
              </a:xfrm>
            </p:grpSpPr>
            <p:sp>
              <p:nvSpPr>
                <p:cNvPr id="38" name="Google Shape;38;p4"/>
                <p:cNvSpPr/>
                <p:nvPr/>
              </p:nvSpPr>
              <p:spPr>
                <a:xfrm>
                  <a:off x="-2209800"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
                <p:cNvSpPr/>
                <p:nvPr/>
              </p:nvSpPr>
              <p:spPr>
                <a:xfrm>
                  <a:off x="66675"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 name="Google Shape;40;p4"/>
              <p:cNvGrpSpPr/>
              <p:nvPr/>
            </p:nvGrpSpPr>
            <p:grpSpPr>
              <a:xfrm>
                <a:off x="-2206074" y="3362400"/>
                <a:ext cx="3257475" cy="981000"/>
                <a:chOff x="-2209800" y="819150"/>
                <a:chExt cx="3257475" cy="981000"/>
              </a:xfrm>
            </p:grpSpPr>
            <p:sp>
              <p:nvSpPr>
                <p:cNvPr id="41" name="Google Shape;41;p4"/>
                <p:cNvSpPr/>
                <p:nvPr/>
              </p:nvSpPr>
              <p:spPr>
                <a:xfrm>
                  <a:off x="-2209800"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4"/>
                <p:cNvSpPr/>
                <p:nvPr/>
              </p:nvSpPr>
              <p:spPr>
                <a:xfrm>
                  <a:off x="66675"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3"/>
        <p:cNvGrpSpPr/>
        <p:nvPr/>
      </p:nvGrpSpPr>
      <p:grpSpPr>
        <a:xfrm>
          <a:off x="0" y="0"/>
          <a:ext cx="0" cy="0"/>
          <a:chOff x="0" y="0"/>
          <a:chExt cx="0" cy="0"/>
        </a:xfrm>
      </p:grpSpPr>
      <p:grpSp>
        <p:nvGrpSpPr>
          <p:cNvPr id="44" name="Google Shape;44;p5"/>
          <p:cNvGrpSpPr/>
          <p:nvPr/>
        </p:nvGrpSpPr>
        <p:grpSpPr>
          <a:xfrm>
            <a:off x="7012442" y="2917210"/>
            <a:ext cx="2131500" cy="2226300"/>
            <a:chOff x="7012442" y="2917195"/>
            <a:chExt cx="2131500" cy="2226300"/>
          </a:xfrm>
        </p:grpSpPr>
        <p:sp>
          <p:nvSpPr>
            <p:cNvPr id="45" name="Google Shape;45;p5"/>
            <p:cNvSpPr/>
            <p:nvPr/>
          </p:nvSpPr>
          <p:spPr>
            <a:xfrm rot="900037">
              <a:off x="7222223" y="3107281"/>
              <a:ext cx="1711938" cy="1846129"/>
            </a:xfrm>
            <a:prstGeom prst="roundRect">
              <a:avLst>
                <a:gd name="adj" fmla="val 5368"/>
              </a:avLst>
            </a:prstGeom>
            <a:solidFill>
              <a:srgbClr val="5F8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5"/>
            <p:cNvSpPr/>
            <p:nvPr/>
          </p:nvSpPr>
          <p:spPr>
            <a:xfrm rot="899198">
              <a:off x="7867772" y="3819737"/>
              <a:ext cx="421124" cy="421124"/>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 name="Google Shape;47;p5"/>
          <p:cNvGrpSpPr/>
          <p:nvPr/>
        </p:nvGrpSpPr>
        <p:grpSpPr>
          <a:xfrm>
            <a:off x="47" y="10"/>
            <a:ext cx="2131500" cy="2226300"/>
            <a:chOff x="47" y="-5"/>
            <a:chExt cx="2131500" cy="2226300"/>
          </a:xfrm>
        </p:grpSpPr>
        <p:sp>
          <p:nvSpPr>
            <p:cNvPr id="48" name="Google Shape;48;p5"/>
            <p:cNvSpPr/>
            <p:nvPr/>
          </p:nvSpPr>
          <p:spPr>
            <a:xfrm rot="-900037" flipH="1">
              <a:off x="209828" y="190081"/>
              <a:ext cx="1711938" cy="1846129"/>
            </a:xfrm>
            <a:prstGeom prst="roundRect">
              <a:avLst>
                <a:gd name="adj" fmla="val 5368"/>
              </a:avLst>
            </a:prstGeom>
            <a:solidFill>
              <a:srgbClr val="5F8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5"/>
            <p:cNvGrpSpPr/>
            <p:nvPr/>
          </p:nvGrpSpPr>
          <p:grpSpPr>
            <a:xfrm rot="-899857" flipH="1">
              <a:off x="366438" y="356630"/>
              <a:ext cx="1398513" cy="1513046"/>
              <a:chOff x="-2206074" y="819150"/>
              <a:chExt cx="3257475" cy="3524250"/>
            </a:xfrm>
          </p:grpSpPr>
          <p:sp>
            <p:nvSpPr>
              <p:cNvPr id="50" name="Google Shape;50;p5"/>
              <p:cNvSpPr/>
              <p:nvPr/>
            </p:nvSpPr>
            <p:spPr>
              <a:xfrm>
                <a:off x="-2206074"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a:off x="70401" y="336240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5"/>
            <p:cNvSpPr/>
            <p:nvPr/>
          </p:nvSpPr>
          <p:spPr>
            <a:xfrm rot="-899198" flipH="1">
              <a:off x="855093" y="902537"/>
              <a:ext cx="421124" cy="421124"/>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 name="Google Shape;53;p5"/>
          <p:cNvSpPr txBox="1"/>
          <p:nvPr/>
        </p:nvSpPr>
        <p:spPr>
          <a:xfrm rot="-1717703" flipH="1">
            <a:off x="7094174" y="1809530"/>
            <a:ext cx="2142648" cy="3317344"/>
          </a:xfrm>
          <a:prstGeom prst="rect">
            <a:avLst/>
          </a:prstGeom>
          <a:noFill/>
          <a:ln>
            <a:noFill/>
          </a:ln>
        </p:spPr>
        <p:txBody>
          <a:bodyPr spcFirstLastPara="1" wrap="square" lIns="91425" tIns="91425" rIns="91425" bIns="91425" anchor="ctr" anchorCtr="0">
            <a:noAutofit/>
          </a:bodyPr>
          <a:lstStyle/>
          <a:p>
            <a:pPr marL="0" lvl="0" indent="0" algn="l" rtl="0">
              <a:lnSpc>
                <a:spcPct val="80000"/>
              </a:lnSpc>
              <a:spcBef>
                <a:spcPts val="0"/>
              </a:spcBef>
              <a:spcAft>
                <a:spcPts val="0"/>
              </a:spcAft>
              <a:buNone/>
            </a:pPr>
            <a:r>
              <a:rPr lang="en" sz="30000">
                <a:solidFill>
                  <a:srgbClr val="37618A"/>
                </a:solidFill>
                <a:latin typeface="Lilita One"/>
                <a:ea typeface="Lilita One"/>
                <a:cs typeface="Lilita One"/>
                <a:sym typeface="Lilita One"/>
              </a:rPr>
              <a:t>¿</a:t>
            </a:r>
            <a:endParaRPr sz="30000">
              <a:solidFill>
                <a:srgbClr val="37618A"/>
              </a:solidFill>
              <a:latin typeface="Lilita One"/>
              <a:ea typeface="Lilita One"/>
              <a:cs typeface="Lilita One"/>
              <a:sym typeface="Lilita One"/>
            </a:endParaRPr>
          </a:p>
        </p:txBody>
      </p:sp>
      <p:sp>
        <p:nvSpPr>
          <p:cNvPr id="54" name="Google Shape;54;p5"/>
          <p:cNvSpPr txBox="1"/>
          <p:nvPr/>
        </p:nvSpPr>
        <p:spPr>
          <a:xfrm rot="-9898606" flipH="1">
            <a:off x="-534206" y="2767888"/>
            <a:ext cx="2242963" cy="3473020"/>
          </a:xfrm>
          <a:prstGeom prst="rect">
            <a:avLst/>
          </a:prstGeom>
          <a:noFill/>
          <a:ln>
            <a:noFill/>
          </a:ln>
        </p:spPr>
        <p:txBody>
          <a:bodyPr spcFirstLastPara="1" wrap="square" lIns="91425" tIns="91425" rIns="91425" bIns="91425" anchor="ctr" anchorCtr="0">
            <a:noAutofit/>
          </a:bodyPr>
          <a:lstStyle/>
          <a:p>
            <a:pPr marL="0" lvl="0" indent="0" algn="l" rtl="0">
              <a:lnSpc>
                <a:spcPct val="80000"/>
              </a:lnSpc>
              <a:spcBef>
                <a:spcPts val="0"/>
              </a:spcBef>
              <a:spcAft>
                <a:spcPts val="0"/>
              </a:spcAft>
              <a:buNone/>
            </a:pPr>
            <a:r>
              <a:rPr lang="en" sz="30000">
                <a:solidFill>
                  <a:srgbClr val="37618A"/>
                </a:solidFill>
                <a:latin typeface="Lilita One"/>
                <a:ea typeface="Lilita One"/>
                <a:cs typeface="Lilita One"/>
                <a:sym typeface="Lilita One"/>
              </a:rPr>
              <a:t>¿</a:t>
            </a:r>
            <a:endParaRPr sz="30000">
              <a:solidFill>
                <a:srgbClr val="37618A"/>
              </a:solidFill>
              <a:latin typeface="Lilita One"/>
              <a:ea typeface="Lilita One"/>
              <a:cs typeface="Lilita One"/>
              <a:sym typeface="Lilita One"/>
            </a:endParaRPr>
          </a:p>
        </p:txBody>
      </p:sp>
      <p:sp>
        <p:nvSpPr>
          <p:cNvPr id="55" name="Google Shape;55;p5"/>
          <p:cNvSpPr txBox="1">
            <a:spLocks noGrp="1"/>
          </p:cNvSpPr>
          <p:nvPr>
            <p:ph type="title"/>
          </p:nvPr>
        </p:nvSpPr>
        <p:spPr>
          <a:xfrm>
            <a:off x="726100" y="542575"/>
            <a:ext cx="7691700" cy="475200"/>
          </a:xfrm>
          <a:prstGeom prst="rect">
            <a:avLst/>
          </a:prstGeom>
        </p:spPr>
        <p:txBody>
          <a:bodyPr spcFirstLastPara="1" wrap="square" lIns="91425" tIns="91425" rIns="91425" bIns="91425" anchor="ctr" anchorCtr="0">
            <a:noAutofit/>
          </a:bodyPr>
          <a:lstStyle>
            <a:lvl1pPr lvl="0" algn="ctr">
              <a:spcBef>
                <a:spcPts val="0"/>
              </a:spcBef>
              <a:spcAft>
                <a:spcPts val="0"/>
              </a:spcAft>
              <a:buSzPts val="3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6" name="Google Shape;56;p5"/>
          <p:cNvSpPr txBox="1">
            <a:spLocks noGrp="1"/>
          </p:cNvSpPr>
          <p:nvPr>
            <p:ph type="body" idx="1"/>
          </p:nvPr>
        </p:nvSpPr>
        <p:spPr>
          <a:xfrm>
            <a:off x="1197500" y="2876550"/>
            <a:ext cx="2645700" cy="723900"/>
          </a:xfrm>
          <a:prstGeom prst="rect">
            <a:avLst/>
          </a:prstGeom>
        </p:spPr>
        <p:txBody>
          <a:bodyPr spcFirstLastPara="1" wrap="square" lIns="91425" tIns="91425" rIns="91425" bIns="91425" anchor="t" anchorCtr="0">
            <a:noAutofit/>
          </a:bodyPr>
          <a:lstStyle>
            <a:lvl1pPr marL="457200" lvl="0" indent="-317500" algn="ctr">
              <a:lnSpc>
                <a:spcPct val="100000"/>
              </a:lnSpc>
              <a:spcBef>
                <a:spcPts val="0"/>
              </a:spcBef>
              <a:spcAft>
                <a:spcPts val="0"/>
              </a:spcAft>
              <a:buSzPts val="1400"/>
              <a:buChar char="●"/>
              <a:defRPr sz="1600"/>
            </a:lvl1pPr>
            <a:lvl2pPr marL="914400" lvl="1" indent="-304800">
              <a:spcBef>
                <a:spcPts val="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57" name="Google Shape;57;p5"/>
          <p:cNvSpPr txBox="1">
            <a:spLocks noGrp="1"/>
          </p:cNvSpPr>
          <p:nvPr>
            <p:ph type="body" idx="2"/>
          </p:nvPr>
        </p:nvSpPr>
        <p:spPr>
          <a:xfrm>
            <a:off x="5303800" y="2876550"/>
            <a:ext cx="2642700" cy="7224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Char char="●"/>
              <a:defRPr sz="16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58" name="Google Shape;58;p5"/>
          <p:cNvSpPr txBox="1">
            <a:spLocks noGrp="1"/>
          </p:cNvSpPr>
          <p:nvPr>
            <p:ph type="subTitle" idx="3"/>
          </p:nvPr>
        </p:nvSpPr>
        <p:spPr>
          <a:xfrm>
            <a:off x="890625" y="2219325"/>
            <a:ext cx="3076500" cy="475200"/>
          </a:xfrm>
          <a:prstGeom prst="rect">
            <a:avLst/>
          </a:prstGeom>
        </p:spPr>
        <p:txBody>
          <a:bodyPr spcFirstLastPara="1" wrap="square" lIns="91425" tIns="91425" rIns="91425" bIns="91425" anchor="ctr" anchorCtr="0">
            <a:noAutofit/>
          </a:bodyPr>
          <a:lstStyle>
            <a:lvl1pPr lvl="0" algn="ctr">
              <a:spcBef>
                <a:spcPts val="0"/>
              </a:spcBef>
              <a:spcAft>
                <a:spcPts val="0"/>
              </a:spcAft>
              <a:buSzPts val="1800"/>
              <a:buFont typeface="Lilita One"/>
              <a:buNone/>
              <a:defRPr sz="2800">
                <a:solidFill>
                  <a:schemeClr val="lt2"/>
                </a:solidFill>
                <a:latin typeface="Lilita One"/>
                <a:ea typeface="Lilita One"/>
                <a:cs typeface="Lilita One"/>
                <a:sym typeface="Lilita One"/>
              </a:defRPr>
            </a:lvl1pPr>
            <a:lvl2pPr lvl="1">
              <a:spcBef>
                <a:spcPts val="0"/>
              </a:spcBef>
              <a:spcAft>
                <a:spcPts val="0"/>
              </a:spcAft>
              <a:buSzPts val="1400"/>
              <a:buFont typeface="Lilita One"/>
              <a:buNone/>
              <a:defRPr>
                <a:latin typeface="Lilita One"/>
                <a:ea typeface="Lilita One"/>
                <a:cs typeface="Lilita One"/>
                <a:sym typeface="Lilita One"/>
              </a:defRPr>
            </a:lvl2pPr>
            <a:lvl3pPr lvl="2">
              <a:spcBef>
                <a:spcPts val="1600"/>
              </a:spcBef>
              <a:spcAft>
                <a:spcPts val="0"/>
              </a:spcAft>
              <a:buSzPts val="1400"/>
              <a:buFont typeface="Lilita One"/>
              <a:buNone/>
              <a:defRPr>
                <a:latin typeface="Lilita One"/>
                <a:ea typeface="Lilita One"/>
                <a:cs typeface="Lilita One"/>
                <a:sym typeface="Lilita One"/>
              </a:defRPr>
            </a:lvl3pPr>
            <a:lvl4pPr lvl="3">
              <a:spcBef>
                <a:spcPts val="1600"/>
              </a:spcBef>
              <a:spcAft>
                <a:spcPts val="0"/>
              </a:spcAft>
              <a:buSzPts val="1400"/>
              <a:buFont typeface="Lilita One"/>
              <a:buNone/>
              <a:defRPr>
                <a:latin typeface="Lilita One"/>
                <a:ea typeface="Lilita One"/>
                <a:cs typeface="Lilita One"/>
                <a:sym typeface="Lilita One"/>
              </a:defRPr>
            </a:lvl4pPr>
            <a:lvl5pPr lvl="4">
              <a:spcBef>
                <a:spcPts val="1600"/>
              </a:spcBef>
              <a:spcAft>
                <a:spcPts val="0"/>
              </a:spcAft>
              <a:buSzPts val="1400"/>
              <a:buFont typeface="Lilita One"/>
              <a:buNone/>
              <a:defRPr>
                <a:latin typeface="Lilita One"/>
                <a:ea typeface="Lilita One"/>
                <a:cs typeface="Lilita One"/>
                <a:sym typeface="Lilita One"/>
              </a:defRPr>
            </a:lvl5pPr>
            <a:lvl6pPr lvl="5">
              <a:spcBef>
                <a:spcPts val="1600"/>
              </a:spcBef>
              <a:spcAft>
                <a:spcPts val="0"/>
              </a:spcAft>
              <a:buSzPts val="1400"/>
              <a:buFont typeface="Lilita One"/>
              <a:buNone/>
              <a:defRPr>
                <a:latin typeface="Lilita One"/>
                <a:ea typeface="Lilita One"/>
                <a:cs typeface="Lilita One"/>
                <a:sym typeface="Lilita One"/>
              </a:defRPr>
            </a:lvl6pPr>
            <a:lvl7pPr lvl="6">
              <a:spcBef>
                <a:spcPts val="1600"/>
              </a:spcBef>
              <a:spcAft>
                <a:spcPts val="0"/>
              </a:spcAft>
              <a:buSzPts val="1400"/>
              <a:buFont typeface="Lilita One"/>
              <a:buNone/>
              <a:defRPr>
                <a:latin typeface="Lilita One"/>
                <a:ea typeface="Lilita One"/>
                <a:cs typeface="Lilita One"/>
                <a:sym typeface="Lilita One"/>
              </a:defRPr>
            </a:lvl7pPr>
            <a:lvl8pPr lvl="7">
              <a:spcBef>
                <a:spcPts val="1600"/>
              </a:spcBef>
              <a:spcAft>
                <a:spcPts val="0"/>
              </a:spcAft>
              <a:buSzPts val="1400"/>
              <a:buFont typeface="Lilita One"/>
              <a:buNone/>
              <a:defRPr>
                <a:latin typeface="Lilita One"/>
                <a:ea typeface="Lilita One"/>
                <a:cs typeface="Lilita One"/>
                <a:sym typeface="Lilita One"/>
              </a:defRPr>
            </a:lvl8pPr>
            <a:lvl9pPr lvl="8">
              <a:spcBef>
                <a:spcPts val="1600"/>
              </a:spcBef>
              <a:spcAft>
                <a:spcPts val="1600"/>
              </a:spcAft>
              <a:buSzPts val="1400"/>
              <a:buFont typeface="Lilita One"/>
              <a:buNone/>
              <a:defRPr>
                <a:latin typeface="Lilita One"/>
                <a:ea typeface="Lilita One"/>
                <a:cs typeface="Lilita One"/>
                <a:sym typeface="Lilita One"/>
              </a:defRPr>
            </a:lvl9pPr>
          </a:lstStyle>
          <a:p>
            <a:endParaRPr/>
          </a:p>
        </p:txBody>
      </p:sp>
      <p:sp>
        <p:nvSpPr>
          <p:cNvPr id="59" name="Google Shape;59;p5"/>
          <p:cNvSpPr txBox="1">
            <a:spLocks noGrp="1"/>
          </p:cNvSpPr>
          <p:nvPr>
            <p:ph type="subTitle" idx="4"/>
          </p:nvPr>
        </p:nvSpPr>
        <p:spPr>
          <a:xfrm>
            <a:off x="5100675" y="2190750"/>
            <a:ext cx="3152700" cy="556500"/>
          </a:xfrm>
          <a:prstGeom prst="rect">
            <a:avLst/>
          </a:prstGeom>
        </p:spPr>
        <p:txBody>
          <a:bodyPr spcFirstLastPara="1" wrap="square" lIns="91425" tIns="91425" rIns="91425" bIns="91425" anchor="ctr" anchorCtr="0">
            <a:noAutofit/>
          </a:bodyPr>
          <a:lstStyle>
            <a:lvl1pPr lvl="0" algn="ctr">
              <a:spcBef>
                <a:spcPts val="0"/>
              </a:spcBef>
              <a:spcAft>
                <a:spcPts val="0"/>
              </a:spcAft>
              <a:buSzPts val="1800"/>
              <a:buFont typeface="Lilita One"/>
              <a:buNone/>
              <a:defRPr sz="2800">
                <a:solidFill>
                  <a:schemeClr val="lt2"/>
                </a:solidFill>
                <a:latin typeface="Lilita One"/>
                <a:ea typeface="Lilita One"/>
                <a:cs typeface="Lilita One"/>
                <a:sym typeface="Lilita One"/>
              </a:defRPr>
            </a:lvl1pPr>
            <a:lvl2pPr lvl="1">
              <a:spcBef>
                <a:spcPts val="0"/>
              </a:spcBef>
              <a:spcAft>
                <a:spcPts val="0"/>
              </a:spcAft>
              <a:buSzPts val="1400"/>
              <a:buFont typeface="Lilita One"/>
              <a:buNone/>
              <a:defRPr>
                <a:latin typeface="Lilita One"/>
                <a:ea typeface="Lilita One"/>
                <a:cs typeface="Lilita One"/>
                <a:sym typeface="Lilita One"/>
              </a:defRPr>
            </a:lvl2pPr>
            <a:lvl3pPr lvl="2">
              <a:spcBef>
                <a:spcPts val="1600"/>
              </a:spcBef>
              <a:spcAft>
                <a:spcPts val="0"/>
              </a:spcAft>
              <a:buSzPts val="1400"/>
              <a:buFont typeface="Lilita One"/>
              <a:buNone/>
              <a:defRPr>
                <a:latin typeface="Lilita One"/>
                <a:ea typeface="Lilita One"/>
                <a:cs typeface="Lilita One"/>
                <a:sym typeface="Lilita One"/>
              </a:defRPr>
            </a:lvl3pPr>
            <a:lvl4pPr lvl="3">
              <a:spcBef>
                <a:spcPts val="1600"/>
              </a:spcBef>
              <a:spcAft>
                <a:spcPts val="0"/>
              </a:spcAft>
              <a:buSzPts val="1400"/>
              <a:buFont typeface="Lilita One"/>
              <a:buNone/>
              <a:defRPr>
                <a:latin typeface="Lilita One"/>
                <a:ea typeface="Lilita One"/>
                <a:cs typeface="Lilita One"/>
                <a:sym typeface="Lilita One"/>
              </a:defRPr>
            </a:lvl4pPr>
            <a:lvl5pPr lvl="4">
              <a:spcBef>
                <a:spcPts val="1600"/>
              </a:spcBef>
              <a:spcAft>
                <a:spcPts val="0"/>
              </a:spcAft>
              <a:buSzPts val="1400"/>
              <a:buFont typeface="Lilita One"/>
              <a:buNone/>
              <a:defRPr>
                <a:latin typeface="Lilita One"/>
                <a:ea typeface="Lilita One"/>
                <a:cs typeface="Lilita One"/>
                <a:sym typeface="Lilita One"/>
              </a:defRPr>
            </a:lvl5pPr>
            <a:lvl6pPr lvl="5">
              <a:spcBef>
                <a:spcPts val="1600"/>
              </a:spcBef>
              <a:spcAft>
                <a:spcPts val="0"/>
              </a:spcAft>
              <a:buSzPts val="1400"/>
              <a:buFont typeface="Lilita One"/>
              <a:buNone/>
              <a:defRPr>
                <a:latin typeface="Lilita One"/>
                <a:ea typeface="Lilita One"/>
                <a:cs typeface="Lilita One"/>
                <a:sym typeface="Lilita One"/>
              </a:defRPr>
            </a:lvl6pPr>
            <a:lvl7pPr lvl="6">
              <a:spcBef>
                <a:spcPts val="1600"/>
              </a:spcBef>
              <a:spcAft>
                <a:spcPts val="0"/>
              </a:spcAft>
              <a:buSzPts val="1400"/>
              <a:buFont typeface="Lilita One"/>
              <a:buNone/>
              <a:defRPr>
                <a:latin typeface="Lilita One"/>
                <a:ea typeface="Lilita One"/>
                <a:cs typeface="Lilita One"/>
                <a:sym typeface="Lilita One"/>
              </a:defRPr>
            </a:lvl7pPr>
            <a:lvl8pPr lvl="7">
              <a:spcBef>
                <a:spcPts val="1600"/>
              </a:spcBef>
              <a:spcAft>
                <a:spcPts val="0"/>
              </a:spcAft>
              <a:buSzPts val="1400"/>
              <a:buFont typeface="Lilita One"/>
              <a:buNone/>
              <a:defRPr>
                <a:latin typeface="Lilita One"/>
                <a:ea typeface="Lilita One"/>
                <a:cs typeface="Lilita One"/>
                <a:sym typeface="Lilita One"/>
              </a:defRPr>
            </a:lvl8pPr>
            <a:lvl9pPr lvl="8">
              <a:spcBef>
                <a:spcPts val="1600"/>
              </a:spcBef>
              <a:spcAft>
                <a:spcPts val="1600"/>
              </a:spcAft>
              <a:buSzPts val="1400"/>
              <a:buFont typeface="Lilita One"/>
              <a:buNone/>
              <a:defRPr>
                <a:latin typeface="Lilita One"/>
                <a:ea typeface="Lilita One"/>
                <a:cs typeface="Lilita One"/>
                <a:sym typeface="Lilita 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sp>
        <p:nvSpPr>
          <p:cNvPr id="61" name="Google Shape;61;p6"/>
          <p:cNvSpPr txBox="1">
            <a:spLocks noGrp="1"/>
          </p:cNvSpPr>
          <p:nvPr>
            <p:ph type="title"/>
          </p:nvPr>
        </p:nvSpPr>
        <p:spPr>
          <a:xfrm>
            <a:off x="726100" y="542575"/>
            <a:ext cx="7691700" cy="475200"/>
          </a:xfrm>
          <a:prstGeom prst="rect">
            <a:avLst/>
          </a:prstGeom>
        </p:spPr>
        <p:txBody>
          <a:bodyPr spcFirstLastPara="1" wrap="square" lIns="91425" tIns="91425" rIns="91425" bIns="91425" anchor="ctr" anchorCtr="0">
            <a:noAutofit/>
          </a:bodyPr>
          <a:lstStyle>
            <a:lvl1pPr lvl="0">
              <a:spcBef>
                <a:spcPts val="0"/>
              </a:spcBef>
              <a:spcAft>
                <a:spcPts val="0"/>
              </a:spcAft>
              <a:buSzPts val="3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2"/>
        <p:cNvGrpSpPr/>
        <p:nvPr/>
      </p:nvGrpSpPr>
      <p:grpSpPr>
        <a:xfrm>
          <a:off x="0" y="0"/>
          <a:ext cx="0" cy="0"/>
          <a:chOff x="0" y="0"/>
          <a:chExt cx="0" cy="0"/>
        </a:xfrm>
      </p:grpSpPr>
      <p:sp>
        <p:nvSpPr>
          <p:cNvPr id="63" name="Google Shape;63;p7"/>
          <p:cNvSpPr txBox="1">
            <a:spLocks noGrp="1"/>
          </p:cNvSpPr>
          <p:nvPr>
            <p:ph type="title"/>
          </p:nvPr>
        </p:nvSpPr>
        <p:spPr>
          <a:xfrm>
            <a:off x="726100" y="1256950"/>
            <a:ext cx="4228500" cy="16761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4" name="Google Shape;64;p7"/>
          <p:cNvSpPr txBox="1">
            <a:spLocks noGrp="1"/>
          </p:cNvSpPr>
          <p:nvPr>
            <p:ph type="body" idx="1"/>
          </p:nvPr>
        </p:nvSpPr>
        <p:spPr>
          <a:xfrm>
            <a:off x="726100" y="3057525"/>
            <a:ext cx="3813900" cy="1543500"/>
          </a:xfrm>
          <a:prstGeom prst="rect">
            <a:avLst/>
          </a:prstGeom>
        </p:spPr>
        <p:txBody>
          <a:bodyPr spcFirstLastPara="1" wrap="square" lIns="91425" tIns="91425" rIns="91425" bIns="91425" anchor="t" anchorCtr="0">
            <a:noAutofit/>
          </a:bodyPr>
          <a:lstStyle>
            <a:lvl1pPr marL="457200" lvl="0" indent="-330200">
              <a:lnSpc>
                <a:spcPct val="100000"/>
              </a:lnSpc>
              <a:spcBef>
                <a:spcPts val="0"/>
              </a:spcBef>
              <a:spcAft>
                <a:spcPts val="0"/>
              </a:spcAft>
              <a:buSzPts val="1600"/>
              <a:buChar char="●"/>
              <a:defRPr sz="1600"/>
            </a:lvl1pPr>
            <a:lvl2pPr marL="914400" lvl="1" indent="-330200">
              <a:spcBef>
                <a:spcPts val="0"/>
              </a:spcBef>
              <a:spcAft>
                <a:spcPts val="0"/>
              </a:spcAft>
              <a:buSzPts val="1600"/>
              <a:buChar char="○"/>
              <a:defRPr sz="1200"/>
            </a:lvl2pPr>
            <a:lvl3pPr marL="1371600" lvl="2" indent="-330200">
              <a:spcBef>
                <a:spcPts val="1600"/>
              </a:spcBef>
              <a:spcAft>
                <a:spcPts val="0"/>
              </a:spcAft>
              <a:buSzPts val="1600"/>
              <a:buChar char="■"/>
              <a:defRPr sz="1200"/>
            </a:lvl3pPr>
            <a:lvl4pPr marL="1828800" lvl="3" indent="-330200">
              <a:spcBef>
                <a:spcPts val="1600"/>
              </a:spcBef>
              <a:spcAft>
                <a:spcPts val="0"/>
              </a:spcAft>
              <a:buSzPts val="1600"/>
              <a:buChar char="●"/>
              <a:defRPr sz="1200"/>
            </a:lvl4pPr>
            <a:lvl5pPr marL="2286000" lvl="4" indent="-330200">
              <a:spcBef>
                <a:spcPts val="1600"/>
              </a:spcBef>
              <a:spcAft>
                <a:spcPts val="0"/>
              </a:spcAft>
              <a:buSzPts val="1600"/>
              <a:buChar char="○"/>
              <a:defRPr sz="1200"/>
            </a:lvl5pPr>
            <a:lvl6pPr marL="2743200" lvl="5" indent="-330200">
              <a:spcBef>
                <a:spcPts val="1600"/>
              </a:spcBef>
              <a:spcAft>
                <a:spcPts val="0"/>
              </a:spcAft>
              <a:buSzPts val="1600"/>
              <a:buChar char="■"/>
              <a:defRPr sz="1200"/>
            </a:lvl6pPr>
            <a:lvl7pPr marL="3200400" lvl="6" indent="-330200">
              <a:spcBef>
                <a:spcPts val="1600"/>
              </a:spcBef>
              <a:spcAft>
                <a:spcPts val="0"/>
              </a:spcAft>
              <a:buSzPts val="1600"/>
              <a:buChar char="●"/>
              <a:defRPr sz="1200"/>
            </a:lvl7pPr>
            <a:lvl8pPr marL="3657600" lvl="7" indent="-330200">
              <a:spcBef>
                <a:spcPts val="1600"/>
              </a:spcBef>
              <a:spcAft>
                <a:spcPts val="0"/>
              </a:spcAft>
              <a:buSzPts val="1600"/>
              <a:buChar char="○"/>
              <a:defRPr sz="1200"/>
            </a:lvl8pPr>
            <a:lvl9pPr marL="4114800" lvl="8" indent="-330200">
              <a:spcBef>
                <a:spcPts val="1600"/>
              </a:spcBef>
              <a:spcAft>
                <a:spcPts val="1600"/>
              </a:spcAft>
              <a:buSzPts val="1600"/>
              <a:buChar char="■"/>
              <a:defRPr sz="1200"/>
            </a:lvl9pPr>
          </a:lstStyle>
          <a:p>
            <a:endParaRPr/>
          </a:p>
        </p:txBody>
      </p:sp>
      <p:grpSp>
        <p:nvGrpSpPr>
          <p:cNvPr id="65" name="Google Shape;65;p7"/>
          <p:cNvGrpSpPr/>
          <p:nvPr/>
        </p:nvGrpSpPr>
        <p:grpSpPr>
          <a:xfrm rot="899960">
            <a:off x="4715630" y="450288"/>
            <a:ext cx="3987481" cy="4300072"/>
            <a:chOff x="-3361711" y="308336"/>
            <a:chExt cx="3987600" cy="4300200"/>
          </a:xfrm>
        </p:grpSpPr>
        <p:grpSp>
          <p:nvGrpSpPr>
            <p:cNvPr id="66" name="Google Shape;66;p7"/>
            <p:cNvGrpSpPr/>
            <p:nvPr/>
          </p:nvGrpSpPr>
          <p:grpSpPr>
            <a:xfrm>
              <a:off x="-3361711" y="308336"/>
              <a:ext cx="3987600" cy="4300200"/>
              <a:chOff x="-2571136" y="421611"/>
              <a:chExt cx="3987600" cy="4300200"/>
            </a:xfrm>
          </p:grpSpPr>
          <p:sp>
            <p:nvSpPr>
              <p:cNvPr id="67" name="Google Shape;67;p7"/>
              <p:cNvSpPr/>
              <p:nvPr/>
            </p:nvSpPr>
            <p:spPr>
              <a:xfrm>
                <a:off x="-2571136" y="421611"/>
                <a:ext cx="3987600" cy="4300200"/>
              </a:xfrm>
              <a:prstGeom prst="roundRect">
                <a:avLst>
                  <a:gd name="adj" fmla="val 5368"/>
                </a:avLst>
              </a:prstGeom>
              <a:solidFill>
                <a:srgbClr val="6696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 name="Google Shape;68;p7"/>
              <p:cNvGrpSpPr/>
              <p:nvPr/>
            </p:nvGrpSpPr>
            <p:grpSpPr>
              <a:xfrm>
                <a:off x="-2206074" y="809586"/>
                <a:ext cx="3257475" cy="3524250"/>
                <a:chOff x="-2206074" y="819150"/>
                <a:chExt cx="3257475" cy="3524250"/>
              </a:xfrm>
            </p:grpSpPr>
            <p:grpSp>
              <p:nvGrpSpPr>
                <p:cNvPr id="69" name="Google Shape;69;p7"/>
                <p:cNvGrpSpPr/>
                <p:nvPr/>
              </p:nvGrpSpPr>
              <p:grpSpPr>
                <a:xfrm>
                  <a:off x="-2206074" y="819150"/>
                  <a:ext cx="3257475" cy="981000"/>
                  <a:chOff x="-2209800" y="819150"/>
                  <a:chExt cx="3257475" cy="981000"/>
                </a:xfrm>
              </p:grpSpPr>
              <p:sp>
                <p:nvSpPr>
                  <p:cNvPr id="70" name="Google Shape;70;p7"/>
                  <p:cNvSpPr/>
                  <p:nvPr/>
                </p:nvSpPr>
                <p:spPr>
                  <a:xfrm>
                    <a:off x="-2209800" y="819150"/>
                    <a:ext cx="981000" cy="981000"/>
                  </a:xfrm>
                  <a:prstGeom prst="ellipse">
                    <a:avLst/>
                  </a:prstGeom>
                  <a:solidFill>
                    <a:srgbClr val="5081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7"/>
                  <p:cNvSpPr/>
                  <p:nvPr/>
                </p:nvSpPr>
                <p:spPr>
                  <a:xfrm>
                    <a:off x="66675" y="819150"/>
                    <a:ext cx="981000" cy="981000"/>
                  </a:xfrm>
                  <a:prstGeom prst="ellipse">
                    <a:avLst/>
                  </a:prstGeom>
                  <a:solidFill>
                    <a:srgbClr val="5081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 name="Google Shape;72;p7"/>
                <p:cNvGrpSpPr/>
                <p:nvPr/>
              </p:nvGrpSpPr>
              <p:grpSpPr>
                <a:xfrm>
                  <a:off x="-2206074" y="3362400"/>
                  <a:ext cx="3257475" cy="981000"/>
                  <a:chOff x="-2209800" y="819150"/>
                  <a:chExt cx="3257475" cy="981000"/>
                </a:xfrm>
              </p:grpSpPr>
              <p:sp>
                <p:nvSpPr>
                  <p:cNvPr id="73" name="Google Shape;73;p7"/>
                  <p:cNvSpPr/>
                  <p:nvPr/>
                </p:nvSpPr>
                <p:spPr>
                  <a:xfrm>
                    <a:off x="-2209800" y="819150"/>
                    <a:ext cx="981000" cy="981000"/>
                  </a:xfrm>
                  <a:prstGeom prst="ellipse">
                    <a:avLst/>
                  </a:prstGeom>
                  <a:solidFill>
                    <a:srgbClr val="5081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p:nvPr/>
                </p:nvSpPr>
                <p:spPr>
                  <a:xfrm>
                    <a:off x="66675" y="819150"/>
                    <a:ext cx="981000" cy="981000"/>
                  </a:xfrm>
                  <a:prstGeom prst="ellipse">
                    <a:avLst/>
                  </a:prstGeom>
                  <a:solidFill>
                    <a:srgbClr val="5081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75" name="Google Shape;75;p7"/>
            <p:cNvSpPr/>
            <p:nvPr/>
          </p:nvSpPr>
          <p:spPr>
            <a:xfrm>
              <a:off x="-1858399" y="1967936"/>
              <a:ext cx="981000" cy="981000"/>
            </a:xfrm>
            <a:prstGeom prst="ellipse">
              <a:avLst/>
            </a:prstGeom>
            <a:solidFill>
              <a:srgbClr val="5081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7"/>
          <p:cNvSpPr txBox="1"/>
          <p:nvPr/>
        </p:nvSpPr>
        <p:spPr>
          <a:xfrm rot="-665646" flipH="1">
            <a:off x="6911595" y="357094"/>
            <a:ext cx="859054" cy="121177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0">
                <a:solidFill>
                  <a:srgbClr val="CEEBFF"/>
                </a:solidFill>
                <a:latin typeface="Lilita One"/>
                <a:ea typeface="Lilita One"/>
                <a:cs typeface="Lilita One"/>
                <a:sym typeface="Lilita One"/>
              </a:rPr>
              <a:t>¿</a:t>
            </a:r>
            <a:endParaRPr sz="8000">
              <a:solidFill>
                <a:srgbClr val="CEEBFF"/>
              </a:solidFill>
              <a:latin typeface="Lilita One"/>
              <a:ea typeface="Lilita One"/>
              <a:cs typeface="Lilita One"/>
              <a:sym typeface="Lilita One"/>
            </a:endParaRPr>
          </a:p>
        </p:txBody>
      </p:sp>
      <p:sp>
        <p:nvSpPr>
          <p:cNvPr id="77" name="Google Shape;77;p7"/>
          <p:cNvSpPr txBox="1"/>
          <p:nvPr/>
        </p:nvSpPr>
        <p:spPr>
          <a:xfrm rot="-9272901" flipH="1">
            <a:off x="7835846" y="2160468"/>
            <a:ext cx="821642" cy="108948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0">
                <a:solidFill>
                  <a:srgbClr val="CEEBFF"/>
                </a:solidFill>
                <a:latin typeface="Lilita One"/>
                <a:ea typeface="Lilita One"/>
                <a:cs typeface="Lilita One"/>
                <a:sym typeface="Lilita One"/>
              </a:rPr>
              <a:t>¿</a:t>
            </a:r>
            <a:endParaRPr sz="8000">
              <a:solidFill>
                <a:srgbClr val="CEEBFF"/>
              </a:solidFill>
              <a:latin typeface="Lilita One"/>
              <a:ea typeface="Lilita One"/>
              <a:cs typeface="Lilita One"/>
              <a:sym typeface="Lilita One"/>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8"/>
        <p:cNvGrpSpPr/>
        <p:nvPr/>
      </p:nvGrpSpPr>
      <p:grpSpPr>
        <a:xfrm>
          <a:off x="0" y="0"/>
          <a:ext cx="0" cy="0"/>
          <a:chOff x="0" y="0"/>
          <a:chExt cx="0" cy="0"/>
        </a:xfrm>
      </p:grpSpPr>
      <p:sp>
        <p:nvSpPr>
          <p:cNvPr id="79" name="Google Shape;79;p8"/>
          <p:cNvSpPr txBox="1">
            <a:spLocks noGrp="1"/>
          </p:cNvSpPr>
          <p:nvPr>
            <p:ph type="title"/>
          </p:nvPr>
        </p:nvSpPr>
        <p:spPr>
          <a:xfrm>
            <a:off x="1656150" y="1071600"/>
            <a:ext cx="5831700" cy="30003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5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80" name="Google Shape;80;p8"/>
          <p:cNvGrpSpPr/>
          <p:nvPr/>
        </p:nvGrpSpPr>
        <p:grpSpPr>
          <a:xfrm rot="10800000" flipH="1">
            <a:off x="7012442" y="10"/>
            <a:ext cx="2131500" cy="2226300"/>
            <a:chOff x="7012442" y="2917195"/>
            <a:chExt cx="2131500" cy="2226300"/>
          </a:xfrm>
        </p:grpSpPr>
        <p:sp>
          <p:nvSpPr>
            <p:cNvPr id="81" name="Google Shape;81;p8"/>
            <p:cNvSpPr/>
            <p:nvPr/>
          </p:nvSpPr>
          <p:spPr>
            <a:xfrm rot="900037">
              <a:off x="7222223" y="3107281"/>
              <a:ext cx="1711938" cy="1846129"/>
            </a:xfrm>
            <a:prstGeom prst="roundRect">
              <a:avLst>
                <a:gd name="adj" fmla="val 5368"/>
              </a:avLst>
            </a:prstGeom>
            <a:solidFill>
              <a:srgbClr val="5F8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rot="899198">
              <a:off x="7867772" y="3819737"/>
              <a:ext cx="421124" cy="421124"/>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 name="Google Shape;83;p8"/>
          <p:cNvGrpSpPr/>
          <p:nvPr/>
        </p:nvGrpSpPr>
        <p:grpSpPr>
          <a:xfrm rot="10800000" flipH="1">
            <a:off x="47" y="2917210"/>
            <a:ext cx="2131500" cy="2226300"/>
            <a:chOff x="47" y="-5"/>
            <a:chExt cx="2131500" cy="2226300"/>
          </a:xfrm>
        </p:grpSpPr>
        <p:sp>
          <p:nvSpPr>
            <p:cNvPr id="84" name="Google Shape;84;p8"/>
            <p:cNvSpPr/>
            <p:nvPr/>
          </p:nvSpPr>
          <p:spPr>
            <a:xfrm rot="-900037" flipH="1">
              <a:off x="209828" y="190081"/>
              <a:ext cx="1711938" cy="1846129"/>
            </a:xfrm>
            <a:prstGeom prst="roundRect">
              <a:avLst>
                <a:gd name="adj" fmla="val 5368"/>
              </a:avLst>
            </a:prstGeom>
            <a:solidFill>
              <a:srgbClr val="5F8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8"/>
            <p:cNvGrpSpPr/>
            <p:nvPr/>
          </p:nvGrpSpPr>
          <p:grpSpPr>
            <a:xfrm rot="-899857" flipH="1">
              <a:off x="366438" y="356630"/>
              <a:ext cx="1398513" cy="1513046"/>
              <a:chOff x="-2206074" y="819150"/>
              <a:chExt cx="3257475" cy="3524250"/>
            </a:xfrm>
          </p:grpSpPr>
          <p:sp>
            <p:nvSpPr>
              <p:cNvPr id="86" name="Google Shape;86;p8"/>
              <p:cNvSpPr/>
              <p:nvPr/>
            </p:nvSpPr>
            <p:spPr>
              <a:xfrm>
                <a:off x="-2206074"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a:off x="70401" y="336240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8"/>
            <p:cNvSpPr/>
            <p:nvPr/>
          </p:nvSpPr>
          <p:spPr>
            <a:xfrm rot="-899198" flipH="1">
              <a:off x="855093" y="902537"/>
              <a:ext cx="421124" cy="421124"/>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89"/>
        <p:cNvGrpSpPr/>
        <p:nvPr/>
      </p:nvGrpSpPr>
      <p:grpSpPr>
        <a:xfrm>
          <a:off x="0" y="0"/>
          <a:ext cx="0" cy="0"/>
          <a:chOff x="0" y="0"/>
          <a:chExt cx="0" cy="0"/>
        </a:xfrm>
      </p:grpSpPr>
      <p:sp>
        <p:nvSpPr>
          <p:cNvPr id="90" name="Google Shape;90;p9"/>
          <p:cNvSpPr txBox="1">
            <a:spLocks noGrp="1"/>
          </p:cNvSpPr>
          <p:nvPr>
            <p:ph type="title"/>
          </p:nvPr>
        </p:nvSpPr>
        <p:spPr>
          <a:xfrm>
            <a:off x="2517475" y="542575"/>
            <a:ext cx="4045200" cy="51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91" name="Google Shape;91;p9"/>
          <p:cNvSpPr txBox="1">
            <a:spLocks noGrp="1"/>
          </p:cNvSpPr>
          <p:nvPr>
            <p:ph type="subTitle" idx="1"/>
          </p:nvPr>
        </p:nvSpPr>
        <p:spPr>
          <a:xfrm>
            <a:off x="2386050" y="1182525"/>
            <a:ext cx="4371900" cy="1473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2" name="Google Shape;92;p9"/>
          <p:cNvSpPr/>
          <p:nvPr/>
        </p:nvSpPr>
        <p:spPr>
          <a:xfrm>
            <a:off x="0" y="4662225"/>
            <a:ext cx="9143844" cy="499547"/>
          </a:xfrm>
          <a:custGeom>
            <a:avLst/>
            <a:gdLst/>
            <a:ahLst/>
            <a:cxnLst/>
            <a:rect l="l" t="t" r="r" b="b"/>
            <a:pathLst>
              <a:path w="269293" h="9441" extrusionOk="0">
                <a:moveTo>
                  <a:pt x="0" y="0"/>
                </a:moveTo>
                <a:lnTo>
                  <a:pt x="0" y="9441"/>
                </a:lnTo>
                <a:lnTo>
                  <a:pt x="269293" y="9441"/>
                </a:lnTo>
                <a:lnTo>
                  <a:pt x="269293" y="0"/>
                </a:lnTo>
                <a:close/>
              </a:path>
            </a:pathLst>
          </a:custGeom>
          <a:solidFill>
            <a:srgbClr val="AB44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 name="Google Shape;93;p9"/>
          <p:cNvGrpSpPr/>
          <p:nvPr/>
        </p:nvGrpSpPr>
        <p:grpSpPr>
          <a:xfrm rot="-899857" flipH="1">
            <a:off x="209708" y="190062"/>
            <a:ext cx="1711973" cy="1846180"/>
            <a:chOff x="-3361711" y="308336"/>
            <a:chExt cx="3987600" cy="4300200"/>
          </a:xfrm>
        </p:grpSpPr>
        <p:grpSp>
          <p:nvGrpSpPr>
            <p:cNvPr id="94" name="Google Shape;94;p9"/>
            <p:cNvGrpSpPr/>
            <p:nvPr/>
          </p:nvGrpSpPr>
          <p:grpSpPr>
            <a:xfrm>
              <a:off x="-3361711" y="308336"/>
              <a:ext cx="3987600" cy="4300200"/>
              <a:chOff x="-2571136" y="421611"/>
              <a:chExt cx="3987600" cy="4300200"/>
            </a:xfrm>
          </p:grpSpPr>
          <p:sp>
            <p:nvSpPr>
              <p:cNvPr id="95" name="Google Shape;95;p9"/>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 name="Google Shape;96;p9"/>
              <p:cNvGrpSpPr/>
              <p:nvPr/>
            </p:nvGrpSpPr>
            <p:grpSpPr>
              <a:xfrm>
                <a:off x="-2206074" y="809586"/>
                <a:ext cx="3257475" cy="3524250"/>
                <a:chOff x="-2206074" y="819150"/>
                <a:chExt cx="3257475" cy="3524250"/>
              </a:xfrm>
            </p:grpSpPr>
            <p:grpSp>
              <p:nvGrpSpPr>
                <p:cNvPr id="97" name="Google Shape;97;p9"/>
                <p:cNvGrpSpPr/>
                <p:nvPr/>
              </p:nvGrpSpPr>
              <p:grpSpPr>
                <a:xfrm>
                  <a:off x="-2206074" y="819150"/>
                  <a:ext cx="3257475" cy="981000"/>
                  <a:chOff x="-2209800" y="819150"/>
                  <a:chExt cx="3257475" cy="981000"/>
                </a:xfrm>
              </p:grpSpPr>
              <p:sp>
                <p:nvSpPr>
                  <p:cNvPr id="98" name="Google Shape;98;p9"/>
                  <p:cNvSpPr/>
                  <p:nvPr/>
                </p:nvSpPr>
                <p:spPr>
                  <a:xfrm>
                    <a:off x="-2209800"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9"/>
                  <p:cNvSpPr/>
                  <p:nvPr/>
                </p:nvSpPr>
                <p:spPr>
                  <a:xfrm>
                    <a:off x="66675"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 name="Google Shape;100;p9"/>
                <p:cNvGrpSpPr/>
                <p:nvPr/>
              </p:nvGrpSpPr>
              <p:grpSpPr>
                <a:xfrm>
                  <a:off x="-2206074" y="3362400"/>
                  <a:ext cx="3257475" cy="981000"/>
                  <a:chOff x="-2209800" y="819150"/>
                  <a:chExt cx="3257475" cy="981000"/>
                </a:xfrm>
              </p:grpSpPr>
              <p:sp>
                <p:nvSpPr>
                  <p:cNvPr id="101" name="Google Shape;101;p9"/>
                  <p:cNvSpPr/>
                  <p:nvPr/>
                </p:nvSpPr>
                <p:spPr>
                  <a:xfrm>
                    <a:off x="-2209800"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9"/>
                  <p:cNvSpPr/>
                  <p:nvPr/>
                </p:nvSpPr>
                <p:spPr>
                  <a:xfrm>
                    <a:off x="66675"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03" name="Google Shape;103;p9"/>
            <p:cNvSpPr/>
            <p:nvPr/>
          </p:nvSpPr>
          <p:spPr>
            <a:xfrm>
              <a:off x="-1858399" y="1967936"/>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 name="Google Shape;104;p9"/>
          <p:cNvGrpSpPr/>
          <p:nvPr/>
        </p:nvGrpSpPr>
        <p:grpSpPr>
          <a:xfrm rot="899857">
            <a:off x="7222308" y="3107262"/>
            <a:ext cx="1711973" cy="1846180"/>
            <a:chOff x="-2571136" y="421611"/>
            <a:chExt cx="3987600" cy="4300200"/>
          </a:xfrm>
        </p:grpSpPr>
        <p:sp>
          <p:nvSpPr>
            <p:cNvPr id="105" name="Google Shape;105;p9"/>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 name="Google Shape;106;p9"/>
            <p:cNvGrpSpPr/>
            <p:nvPr/>
          </p:nvGrpSpPr>
          <p:grpSpPr>
            <a:xfrm>
              <a:off x="-2206074" y="809586"/>
              <a:ext cx="3257475" cy="3524250"/>
              <a:chOff x="-2206074" y="819150"/>
              <a:chExt cx="3257475" cy="3524250"/>
            </a:xfrm>
          </p:grpSpPr>
          <p:grpSp>
            <p:nvGrpSpPr>
              <p:cNvPr id="107" name="Google Shape;107;p9"/>
              <p:cNvGrpSpPr/>
              <p:nvPr/>
            </p:nvGrpSpPr>
            <p:grpSpPr>
              <a:xfrm>
                <a:off x="-2206074" y="819150"/>
                <a:ext cx="3257475" cy="981000"/>
                <a:chOff x="-2209800" y="819150"/>
                <a:chExt cx="3257475" cy="981000"/>
              </a:xfrm>
            </p:grpSpPr>
            <p:sp>
              <p:nvSpPr>
                <p:cNvPr id="108" name="Google Shape;108;p9"/>
                <p:cNvSpPr/>
                <p:nvPr/>
              </p:nvSpPr>
              <p:spPr>
                <a:xfrm>
                  <a:off x="-2209800"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9"/>
                <p:cNvSpPr/>
                <p:nvPr/>
              </p:nvSpPr>
              <p:spPr>
                <a:xfrm>
                  <a:off x="66675"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 name="Google Shape;110;p9"/>
              <p:cNvGrpSpPr/>
              <p:nvPr/>
            </p:nvGrpSpPr>
            <p:grpSpPr>
              <a:xfrm>
                <a:off x="-2206074" y="3362400"/>
                <a:ext cx="3257475" cy="981000"/>
                <a:chOff x="-2209800" y="819150"/>
                <a:chExt cx="3257475" cy="981000"/>
              </a:xfrm>
            </p:grpSpPr>
            <p:sp>
              <p:nvSpPr>
                <p:cNvPr id="111" name="Google Shape;111;p9"/>
                <p:cNvSpPr/>
                <p:nvPr/>
              </p:nvSpPr>
              <p:spPr>
                <a:xfrm>
                  <a:off x="-2209800"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9"/>
                <p:cNvSpPr/>
                <p:nvPr/>
              </p:nvSpPr>
              <p:spPr>
                <a:xfrm>
                  <a:off x="66675"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36"/>
        <p:cNvGrpSpPr/>
        <p:nvPr/>
      </p:nvGrpSpPr>
      <p:grpSpPr>
        <a:xfrm>
          <a:off x="0" y="0"/>
          <a:ext cx="0" cy="0"/>
          <a:chOff x="0" y="0"/>
          <a:chExt cx="0" cy="0"/>
        </a:xfrm>
      </p:grpSpPr>
      <p:sp>
        <p:nvSpPr>
          <p:cNvPr id="137" name="Google Shape;137;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38" name="Google Shape;138;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1"/>
        </a:solidFill>
        <a:effectLst/>
      </p:bgPr>
    </p:bg>
    <p:spTree>
      <p:nvGrpSpPr>
        <p:cNvPr id="1" name="Shape 139"/>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1">
  <p:cSld name="SECTION_HEADER_1">
    <p:bg>
      <p:bgPr>
        <a:solidFill>
          <a:schemeClr val="lt2"/>
        </a:solidFill>
        <a:effectLst/>
      </p:bgPr>
    </p:bg>
    <p:spTree>
      <p:nvGrpSpPr>
        <p:cNvPr id="1" name="Shape 153"/>
        <p:cNvGrpSpPr/>
        <p:nvPr/>
      </p:nvGrpSpPr>
      <p:grpSpPr>
        <a:xfrm>
          <a:off x="0" y="0"/>
          <a:ext cx="0" cy="0"/>
          <a:chOff x="0" y="0"/>
          <a:chExt cx="0" cy="0"/>
        </a:xfrm>
      </p:grpSpPr>
      <p:grpSp>
        <p:nvGrpSpPr>
          <p:cNvPr id="154" name="Google Shape;154;p14"/>
          <p:cNvGrpSpPr/>
          <p:nvPr/>
        </p:nvGrpSpPr>
        <p:grpSpPr>
          <a:xfrm>
            <a:off x="-53475" y="1227822"/>
            <a:ext cx="4964700" cy="5185500"/>
            <a:chOff x="4227036" y="7547"/>
            <a:chExt cx="4964700" cy="5185500"/>
          </a:xfrm>
        </p:grpSpPr>
        <p:sp>
          <p:nvSpPr>
            <p:cNvPr id="155" name="Google Shape;155;p14"/>
            <p:cNvSpPr/>
            <p:nvPr/>
          </p:nvSpPr>
          <p:spPr>
            <a:xfrm rot="-899950" flipH="1">
              <a:off x="4715607" y="450278"/>
              <a:ext cx="3987558" cy="4300039"/>
            </a:xfrm>
            <a:prstGeom prst="roundRect">
              <a:avLst>
                <a:gd name="adj" fmla="val 5368"/>
              </a:avLst>
            </a:prstGeom>
            <a:solidFill>
              <a:srgbClr val="D4C2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4"/>
            <p:cNvSpPr/>
            <p:nvPr/>
          </p:nvSpPr>
          <p:spPr>
            <a:xfrm rot="-899814" flipH="1">
              <a:off x="6210673" y="2184844"/>
              <a:ext cx="980806" cy="980806"/>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 name="Google Shape;157;p14"/>
          <p:cNvSpPr txBox="1">
            <a:spLocks noGrp="1"/>
          </p:cNvSpPr>
          <p:nvPr>
            <p:ph type="title"/>
          </p:nvPr>
        </p:nvSpPr>
        <p:spPr>
          <a:xfrm>
            <a:off x="3043230" y="1914463"/>
            <a:ext cx="2385600" cy="5451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600"/>
              <a:buNone/>
              <a:defRPr sz="3600">
                <a:solidFill>
                  <a:schemeClr val="accent4"/>
                </a:solidFill>
              </a:defRPr>
            </a:lvl1pPr>
            <a:lvl2pPr lvl="1" algn="l" rtl="0">
              <a:spcBef>
                <a:spcPts val="0"/>
              </a:spcBef>
              <a:spcAft>
                <a:spcPts val="0"/>
              </a:spcAft>
              <a:buSzPts val="3600"/>
              <a:buNone/>
              <a:defRPr sz="3600"/>
            </a:lvl2pPr>
            <a:lvl3pPr lvl="2" algn="l" rtl="0">
              <a:spcBef>
                <a:spcPts val="0"/>
              </a:spcBef>
              <a:spcAft>
                <a:spcPts val="0"/>
              </a:spcAft>
              <a:buSzPts val="3600"/>
              <a:buNone/>
              <a:defRPr sz="3600"/>
            </a:lvl3pPr>
            <a:lvl4pPr lvl="3" algn="l" rtl="0">
              <a:spcBef>
                <a:spcPts val="0"/>
              </a:spcBef>
              <a:spcAft>
                <a:spcPts val="0"/>
              </a:spcAft>
              <a:buSzPts val="3600"/>
              <a:buNone/>
              <a:defRPr sz="3600"/>
            </a:lvl4pPr>
            <a:lvl5pPr lvl="4" algn="l" rtl="0">
              <a:spcBef>
                <a:spcPts val="0"/>
              </a:spcBef>
              <a:spcAft>
                <a:spcPts val="0"/>
              </a:spcAft>
              <a:buSzPts val="3600"/>
              <a:buNone/>
              <a:defRPr sz="3600"/>
            </a:lvl5pPr>
            <a:lvl6pPr lvl="5" algn="l" rtl="0">
              <a:spcBef>
                <a:spcPts val="0"/>
              </a:spcBef>
              <a:spcAft>
                <a:spcPts val="0"/>
              </a:spcAft>
              <a:buSzPts val="3600"/>
              <a:buNone/>
              <a:defRPr sz="3600"/>
            </a:lvl6pPr>
            <a:lvl7pPr lvl="6" algn="l" rtl="0">
              <a:spcBef>
                <a:spcPts val="0"/>
              </a:spcBef>
              <a:spcAft>
                <a:spcPts val="0"/>
              </a:spcAft>
              <a:buSzPts val="3600"/>
              <a:buNone/>
              <a:defRPr sz="3600"/>
            </a:lvl7pPr>
            <a:lvl8pPr lvl="7" algn="l" rtl="0">
              <a:spcBef>
                <a:spcPts val="0"/>
              </a:spcBef>
              <a:spcAft>
                <a:spcPts val="0"/>
              </a:spcAft>
              <a:buSzPts val="3600"/>
              <a:buNone/>
              <a:defRPr sz="3600"/>
            </a:lvl8pPr>
            <a:lvl9pPr lvl="8" algn="l" rtl="0">
              <a:spcBef>
                <a:spcPts val="0"/>
              </a:spcBef>
              <a:spcAft>
                <a:spcPts val="0"/>
              </a:spcAft>
              <a:buSzPts val="3600"/>
              <a:buNone/>
              <a:defRPr sz="3600"/>
            </a:lvl9pPr>
          </a:lstStyle>
          <a:p>
            <a:endParaRPr/>
          </a:p>
        </p:txBody>
      </p:sp>
      <p:sp>
        <p:nvSpPr>
          <p:cNvPr id="158" name="Google Shape;158;p14"/>
          <p:cNvSpPr txBox="1">
            <a:spLocks noGrp="1"/>
          </p:cNvSpPr>
          <p:nvPr>
            <p:ph type="title" idx="2" hasCustomPrompt="1"/>
          </p:nvPr>
        </p:nvSpPr>
        <p:spPr>
          <a:xfrm>
            <a:off x="726100" y="1878300"/>
            <a:ext cx="2024700" cy="1386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0"/>
              <a:buNone/>
              <a:defRPr sz="11700">
                <a:solidFill>
                  <a:schemeClr val="accen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59" name="Google Shape;159;p14"/>
          <p:cNvSpPr txBox="1">
            <a:spLocks noGrp="1"/>
          </p:cNvSpPr>
          <p:nvPr>
            <p:ph type="subTitle" idx="1"/>
          </p:nvPr>
        </p:nvSpPr>
        <p:spPr>
          <a:xfrm>
            <a:off x="3037150" y="2526438"/>
            <a:ext cx="2391300" cy="702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600">
                <a:solidFill>
                  <a:schemeClr val="accent4"/>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ne column text 2">
  <p:cSld name="ONE_COLUMN_TEXT_1_1">
    <p:bg>
      <p:bgPr>
        <a:solidFill>
          <a:schemeClr val="lt2"/>
        </a:solidFill>
        <a:effectLst/>
      </p:bgPr>
    </p:bg>
    <p:spTree>
      <p:nvGrpSpPr>
        <p:cNvPr id="1" name="Shape 160"/>
        <p:cNvGrpSpPr/>
        <p:nvPr/>
      </p:nvGrpSpPr>
      <p:grpSpPr>
        <a:xfrm>
          <a:off x="0" y="0"/>
          <a:ext cx="0" cy="0"/>
          <a:chOff x="0" y="0"/>
          <a:chExt cx="0" cy="0"/>
        </a:xfrm>
      </p:grpSpPr>
      <p:grpSp>
        <p:nvGrpSpPr>
          <p:cNvPr id="161" name="Google Shape;161;p15"/>
          <p:cNvGrpSpPr/>
          <p:nvPr/>
        </p:nvGrpSpPr>
        <p:grpSpPr>
          <a:xfrm rot="-899960" flipH="1">
            <a:off x="448430" y="1821888"/>
            <a:ext cx="3987481" cy="4300072"/>
            <a:chOff x="-3361711" y="308336"/>
            <a:chExt cx="3987600" cy="4300200"/>
          </a:xfrm>
        </p:grpSpPr>
        <p:grpSp>
          <p:nvGrpSpPr>
            <p:cNvPr id="162" name="Google Shape;162;p15"/>
            <p:cNvGrpSpPr/>
            <p:nvPr/>
          </p:nvGrpSpPr>
          <p:grpSpPr>
            <a:xfrm>
              <a:off x="-3361711" y="308336"/>
              <a:ext cx="3987600" cy="4300200"/>
              <a:chOff x="-2571136" y="421611"/>
              <a:chExt cx="3987600" cy="4300200"/>
            </a:xfrm>
          </p:grpSpPr>
          <p:sp>
            <p:nvSpPr>
              <p:cNvPr id="163" name="Google Shape;163;p15"/>
              <p:cNvSpPr/>
              <p:nvPr/>
            </p:nvSpPr>
            <p:spPr>
              <a:xfrm>
                <a:off x="-2571136" y="421611"/>
                <a:ext cx="3987600" cy="4300200"/>
              </a:xfrm>
              <a:prstGeom prst="roundRect">
                <a:avLst>
                  <a:gd name="adj" fmla="val 5368"/>
                </a:avLst>
              </a:prstGeom>
              <a:solidFill>
                <a:srgbClr val="CDB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4" name="Google Shape;164;p15"/>
              <p:cNvGrpSpPr/>
              <p:nvPr/>
            </p:nvGrpSpPr>
            <p:grpSpPr>
              <a:xfrm>
                <a:off x="-2206074" y="809586"/>
                <a:ext cx="3257475" cy="3524250"/>
                <a:chOff x="-2206074" y="819150"/>
                <a:chExt cx="3257475" cy="3524250"/>
              </a:xfrm>
            </p:grpSpPr>
            <p:grpSp>
              <p:nvGrpSpPr>
                <p:cNvPr id="165" name="Google Shape;165;p15"/>
                <p:cNvGrpSpPr/>
                <p:nvPr/>
              </p:nvGrpSpPr>
              <p:grpSpPr>
                <a:xfrm>
                  <a:off x="-2206074" y="819150"/>
                  <a:ext cx="3257475" cy="981000"/>
                  <a:chOff x="-2209800" y="819150"/>
                  <a:chExt cx="3257475" cy="981000"/>
                </a:xfrm>
              </p:grpSpPr>
              <p:sp>
                <p:nvSpPr>
                  <p:cNvPr id="166" name="Google Shape;166;p15"/>
                  <p:cNvSpPr/>
                  <p:nvPr/>
                </p:nvSpPr>
                <p:spPr>
                  <a:xfrm>
                    <a:off x="-2209800"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5"/>
                  <p:cNvSpPr/>
                  <p:nvPr/>
                </p:nvSpPr>
                <p:spPr>
                  <a:xfrm>
                    <a:off x="66675"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 name="Google Shape;168;p15"/>
                <p:cNvGrpSpPr/>
                <p:nvPr/>
              </p:nvGrpSpPr>
              <p:grpSpPr>
                <a:xfrm>
                  <a:off x="-2206074" y="3362400"/>
                  <a:ext cx="3257475" cy="981000"/>
                  <a:chOff x="-2209800" y="819150"/>
                  <a:chExt cx="3257475" cy="981000"/>
                </a:xfrm>
              </p:grpSpPr>
              <p:sp>
                <p:nvSpPr>
                  <p:cNvPr id="169" name="Google Shape;169;p15"/>
                  <p:cNvSpPr/>
                  <p:nvPr/>
                </p:nvSpPr>
                <p:spPr>
                  <a:xfrm>
                    <a:off x="-2209800"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5"/>
                  <p:cNvSpPr/>
                  <p:nvPr/>
                </p:nvSpPr>
                <p:spPr>
                  <a:xfrm>
                    <a:off x="66675"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71" name="Google Shape;171;p15"/>
            <p:cNvSpPr/>
            <p:nvPr/>
          </p:nvSpPr>
          <p:spPr>
            <a:xfrm>
              <a:off x="-1858399" y="1967936"/>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2" name="Google Shape;172;p15"/>
          <p:cNvSpPr txBox="1">
            <a:spLocks noGrp="1"/>
          </p:cNvSpPr>
          <p:nvPr>
            <p:ph type="title"/>
          </p:nvPr>
        </p:nvSpPr>
        <p:spPr>
          <a:xfrm>
            <a:off x="4352925" y="1256950"/>
            <a:ext cx="4030500" cy="16761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400"/>
              <a:buNone/>
              <a:defRPr>
                <a:solidFill>
                  <a:schemeClr val="accent4"/>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73" name="Google Shape;173;p15"/>
          <p:cNvSpPr txBox="1">
            <a:spLocks noGrp="1"/>
          </p:cNvSpPr>
          <p:nvPr>
            <p:ph type="body" idx="1"/>
          </p:nvPr>
        </p:nvSpPr>
        <p:spPr>
          <a:xfrm>
            <a:off x="4569700" y="3057525"/>
            <a:ext cx="3813900" cy="1543500"/>
          </a:xfrm>
          <a:prstGeom prst="rect">
            <a:avLst/>
          </a:prstGeom>
        </p:spPr>
        <p:txBody>
          <a:bodyPr spcFirstLastPara="1" wrap="square" lIns="91425" tIns="91425" rIns="91425" bIns="91425" anchor="t" anchorCtr="0">
            <a:noAutofit/>
          </a:bodyPr>
          <a:lstStyle>
            <a:lvl1pPr marL="457200" lvl="0" indent="-330200" algn="r" rtl="0">
              <a:lnSpc>
                <a:spcPct val="100000"/>
              </a:lnSpc>
              <a:spcBef>
                <a:spcPts val="0"/>
              </a:spcBef>
              <a:spcAft>
                <a:spcPts val="0"/>
              </a:spcAft>
              <a:buSzPts val="1600"/>
              <a:buChar char="●"/>
              <a:defRPr sz="1600"/>
            </a:lvl1pPr>
            <a:lvl2pPr marL="914400" lvl="1" indent="-330200" rtl="0">
              <a:spcBef>
                <a:spcPts val="0"/>
              </a:spcBef>
              <a:spcAft>
                <a:spcPts val="0"/>
              </a:spcAft>
              <a:buSzPts val="1600"/>
              <a:buChar char="○"/>
              <a:defRPr sz="1200"/>
            </a:lvl2pPr>
            <a:lvl3pPr marL="1371600" lvl="2" indent="-330200" rtl="0">
              <a:spcBef>
                <a:spcPts val="1600"/>
              </a:spcBef>
              <a:spcAft>
                <a:spcPts val="0"/>
              </a:spcAft>
              <a:buSzPts val="1600"/>
              <a:buChar char="■"/>
              <a:defRPr sz="1200"/>
            </a:lvl3pPr>
            <a:lvl4pPr marL="1828800" lvl="3" indent="-330200" rtl="0">
              <a:spcBef>
                <a:spcPts val="1600"/>
              </a:spcBef>
              <a:spcAft>
                <a:spcPts val="0"/>
              </a:spcAft>
              <a:buSzPts val="1600"/>
              <a:buChar char="●"/>
              <a:defRPr sz="1200"/>
            </a:lvl4pPr>
            <a:lvl5pPr marL="2286000" lvl="4" indent="-330200" rtl="0">
              <a:spcBef>
                <a:spcPts val="1600"/>
              </a:spcBef>
              <a:spcAft>
                <a:spcPts val="0"/>
              </a:spcAft>
              <a:buSzPts val="1600"/>
              <a:buChar char="○"/>
              <a:defRPr sz="1200"/>
            </a:lvl5pPr>
            <a:lvl6pPr marL="2743200" lvl="5" indent="-330200" rtl="0">
              <a:spcBef>
                <a:spcPts val="1600"/>
              </a:spcBef>
              <a:spcAft>
                <a:spcPts val="0"/>
              </a:spcAft>
              <a:buSzPts val="1600"/>
              <a:buChar char="■"/>
              <a:defRPr sz="1200"/>
            </a:lvl6pPr>
            <a:lvl7pPr marL="3200400" lvl="6" indent="-330200" rtl="0">
              <a:spcBef>
                <a:spcPts val="1600"/>
              </a:spcBef>
              <a:spcAft>
                <a:spcPts val="0"/>
              </a:spcAft>
              <a:buSzPts val="1600"/>
              <a:buChar char="●"/>
              <a:defRPr sz="1200"/>
            </a:lvl7pPr>
            <a:lvl8pPr marL="3657600" lvl="7" indent="-330200" rtl="0">
              <a:spcBef>
                <a:spcPts val="1600"/>
              </a:spcBef>
              <a:spcAft>
                <a:spcPts val="0"/>
              </a:spcAft>
              <a:buSzPts val="1600"/>
              <a:buChar char="○"/>
              <a:defRPr sz="1200"/>
            </a:lvl8pPr>
            <a:lvl9pPr marL="4114800" lvl="8" indent="-330200" rtl="0">
              <a:spcBef>
                <a:spcPts val="1600"/>
              </a:spcBef>
              <a:spcAft>
                <a:spcPts val="1600"/>
              </a:spcAft>
              <a:buSzPts val="1600"/>
              <a:buChar char="■"/>
              <a:defRPr sz="1200"/>
            </a:lvl9pPr>
          </a:lstStyle>
          <a:p>
            <a:endParaRPr/>
          </a:p>
        </p:txBody>
      </p:sp>
      <p:sp>
        <p:nvSpPr>
          <p:cNvPr id="174" name="Google Shape;174;p15"/>
          <p:cNvSpPr txBox="1"/>
          <p:nvPr/>
        </p:nvSpPr>
        <p:spPr>
          <a:xfrm rot="665646">
            <a:off x="3504968" y="-223931"/>
            <a:ext cx="859054" cy="121177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0">
                <a:solidFill>
                  <a:srgbClr val="D4C2AF"/>
                </a:solidFill>
                <a:latin typeface="Lilita One"/>
                <a:ea typeface="Lilita One"/>
                <a:cs typeface="Lilita One"/>
                <a:sym typeface="Lilita One"/>
              </a:rPr>
              <a:t>¿</a:t>
            </a:r>
            <a:endParaRPr sz="8000">
              <a:solidFill>
                <a:srgbClr val="D4C2AF"/>
              </a:solidFill>
              <a:latin typeface="Lilita One"/>
              <a:ea typeface="Lilita One"/>
              <a:cs typeface="Lilita One"/>
              <a:sym typeface="Lilita One"/>
            </a:endParaRPr>
          </a:p>
        </p:txBody>
      </p:sp>
      <p:sp>
        <p:nvSpPr>
          <p:cNvPr id="175" name="Google Shape;175;p15"/>
          <p:cNvSpPr txBox="1"/>
          <p:nvPr/>
        </p:nvSpPr>
        <p:spPr>
          <a:xfrm rot="9272901">
            <a:off x="2618129" y="512643"/>
            <a:ext cx="821642" cy="108948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0">
                <a:solidFill>
                  <a:srgbClr val="D4C2AF"/>
                </a:solidFill>
                <a:latin typeface="Lilita One"/>
                <a:ea typeface="Lilita One"/>
                <a:cs typeface="Lilita One"/>
                <a:sym typeface="Lilita One"/>
              </a:rPr>
              <a:t>¿</a:t>
            </a:r>
            <a:endParaRPr sz="8000">
              <a:solidFill>
                <a:srgbClr val="D4C2AF"/>
              </a:solidFill>
              <a:latin typeface="Lilita One"/>
              <a:ea typeface="Lilita One"/>
              <a:cs typeface="Lilita One"/>
              <a:sym typeface="Lilita One"/>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2">
  <p:cSld name="SECTION_HEADER_2">
    <p:bg>
      <p:bgPr>
        <a:solidFill>
          <a:schemeClr val="lt1"/>
        </a:solidFill>
        <a:effectLst/>
      </p:bgPr>
    </p:bg>
    <p:spTree>
      <p:nvGrpSpPr>
        <p:cNvPr id="1" name="Shape 176"/>
        <p:cNvGrpSpPr/>
        <p:nvPr/>
      </p:nvGrpSpPr>
      <p:grpSpPr>
        <a:xfrm>
          <a:off x="0" y="0"/>
          <a:ext cx="0" cy="0"/>
          <a:chOff x="0" y="0"/>
          <a:chExt cx="0" cy="0"/>
        </a:xfrm>
      </p:grpSpPr>
      <p:grpSp>
        <p:nvGrpSpPr>
          <p:cNvPr id="177" name="Google Shape;177;p16"/>
          <p:cNvGrpSpPr/>
          <p:nvPr/>
        </p:nvGrpSpPr>
        <p:grpSpPr>
          <a:xfrm flipH="1">
            <a:off x="-1220339" y="970647"/>
            <a:ext cx="4964700" cy="5185500"/>
            <a:chOff x="4227036" y="7547"/>
            <a:chExt cx="4964700" cy="5185500"/>
          </a:xfrm>
        </p:grpSpPr>
        <p:sp>
          <p:nvSpPr>
            <p:cNvPr id="178" name="Google Shape;178;p16"/>
            <p:cNvSpPr/>
            <p:nvPr/>
          </p:nvSpPr>
          <p:spPr>
            <a:xfrm rot="-899950" flipH="1">
              <a:off x="4715607" y="450278"/>
              <a:ext cx="3987558" cy="4300039"/>
            </a:xfrm>
            <a:prstGeom prst="roundRect">
              <a:avLst>
                <a:gd name="adj" fmla="val 5368"/>
              </a:avLst>
            </a:prstGeom>
            <a:solidFill>
              <a:srgbClr val="5F8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6"/>
            <p:cNvSpPr/>
            <p:nvPr/>
          </p:nvSpPr>
          <p:spPr>
            <a:xfrm rot="-899814" flipH="1">
              <a:off x="6210673" y="2184844"/>
              <a:ext cx="980806" cy="980806"/>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0" name="Google Shape;180;p16"/>
          <p:cNvSpPr txBox="1">
            <a:spLocks noGrp="1"/>
          </p:cNvSpPr>
          <p:nvPr>
            <p:ph type="title"/>
          </p:nvPr>
        </p:nvSpPr>
        <p:spPr>
          <a:xfrm>
            <a:off x="6038480" y="1914463"/>
            <a:ext cx="2385600" cy="5451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600"/>
              <a:buNone/>
              <a:defRPr sz="3600">
                <a:solidFill>
                  <a:schemeClr val="accent5"/>
                </a:solidFill>
              </a:defRPr>
            </a:lvl1pPr>
            <a:lvl2pPr lvl="1" algn="l" rtl="0">
              <a:spcBef>
                <a:spcPts val="0"/>
              </a:spcBef>
              <a:spcAft>
                <a:spcPts val="0"/>
              </a:spcAft>
              <a:buSzPts val="3600"/>
              <a:buNone/>
              <a:defRPr sz="3600"/>
            </a:lvl2pPr>
            <a:lvl3pPr lvl="2" algn="l" rtl="0">
              <a:spcBef>
                <a:spcPts val="0"/>
              </a:spcBef>
              <a:spcAft>
                <a:spcPts val="0"/>
              </a:spcAft>
              <a:buSzPts val="3600"/>
              <a:buNone/>
              <a:defRPr sz="3600"/>
            </a:lvl3pPr>
            <a:lvl4pPr lvl="3" algn="l" rtl="0">
              <a:spcBef>
                <a:spcPts val="0"/>
              </a:spcBef>
              <a:spcAft>
                <a:spcPts val="0"/>
              </a:spcAft>
              <a:buSzPts val="3600"/>
              <a:buNone/>
              <a:defRPr sz="3600"/>
            </a:lvl4pPr>
            <a:lvl5pPr lvl="4" algn="l" rtl="0">
              <a:spcBef>
                <a:spcPts val="0"/>
              </a:spcBef>
              <a:spcAft>
                <a:spcPts val="0"/>
              </a:spcAft>
              <a:buSzPts val="3600"/>
              <a:buNone/>
              <a:defRPr sz="3600"/>
            </a:lvl5pPr>
            <a:lvl6pPr lvl="5" algn="l" rtl="0">
              <a:spcBef>
                <a:spcPts val="0"/>
              </a:spcBef>
              <a:spcAft>
                <a:spcPts val="0"/>
              </a:spcAft>
              <a:buSzPts val="3600"/>
              <a:buNone/>
              <a:defRPr sz="3600"/>
            </a:lvl6pPr>
            <a:lvl7pPr lvl="6" algn="l" rtl="0">
              <a:spcBef>
                <a:spcPts val="0"/>
              </a:spcBef>
              <a:spcAft>
                <a:spcPts val="0"/>
              </a:spcAft>
              <a:buSzPts val="3600"/>
              <a:buNone/>
              <a:defRPr sz="3600"/>
            </a:lvl7pPr>
            <a:lvl8pPr lvl="7" algn="l" rtl="0">
              <a:spcBef>
                <a:spcPts val="0"/>
              </a:spcBef>
              <a:spcAft>
                <a:spcPts val="0"/>
              </a:spcAft>
              <a:buSzPts val="3600"/>
              <a:buNone/>
              <a:defRPr sz="3600"/>
            </a:lvl8pPr>
            <a:lvl9pPr lvl="8" algn="l" rtl="0">
              <a:spcBef>
                <a:spcPts val="0"/>
              </a:spcBef>
              <a:spcAft>
                <a:spcPts val="0"/>
              </a:spcAft>
              <a:buSzPts val="3600"/>
              <a:buNone/>
              <a:defRPr sz="3600"/>
            </a:lvl9pPr>
          </a:lstStyle>
          <a:p>
            <a:endParaRPr/>
          </a:p>
        </p:txBody>
      </p:sp>
      <p:sp>
        <p:nvSpPr>
          <p:cNvPr id="181" name="Google Shape;181;p16"/>
          <p:cNvSpPr txBox="1">
            <a:spLocks noGrp="1"/>
          </p:cNvSpPr>
          <p:nvPr>
            <p:ph type="title" idx="2" hasCustomPrompt="1"/>
          </p:nvPr>
        </p:nvSpPr>
        <p:spPr>
          <a:xfrm>
            <a:off x="3721350" y="1878300"/>
            <a:ext cx="2024700" cy="1386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0"/>
              <a:buNone/>
              <a:defRPr sz="11700">
                <a:solidFill>
                  <a:schemeClr val="accen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82" name="Google Shape;182;p16"/>
          <p:cNvSpPr txBox="1">
            <a:spLocks noGrp="1"/>
          </p:cNvSpPr>
          <p:nvPr>
            <p:ph type="subTitle" idx="1"/>
          </p:nvPr>
        </p:nvSpPr>
        <p:spPr>
          <a:xfrm>
            <a:off x="6032400" y="2526438"/>
            <a:ext cx="2391300" cy="702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600">
                <a:solidFill>
                  <a:schemeClr val="accent5"/>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Main point 1">
  <p:cSld name="MAIN_POINT_1">
    <p:bg>
      <p:bgPr>
        <a:solidFill>
          <a:schemeClr val="dk2"/>
        </a:solidFill>
        <a:effectLst/>
      </p:bgPr>
    </p:bg>
    <p:spTree>
      <p:nvGrpSpPr>
        <p:cNvPr id="1" name="Shape 236"/>
        <p:cNvGrpSpPr/>
        <p:nvPr/>
      </p:nvGrpSpPr>
      <p:grpSpPr>
        <a:xfrm>
          <a:off x="0" y="0"/>
          <a:ext cx="0" cy="0"/>
          <a:chOff x="0" y="0"/>
          <a:chExt cx="0" cy="0"/>
        </a:xfrm>
      </p:grpSpPr>
      <p:sp>
        <p:nvSpPr>
          <p:cNvPr id="237" name="Google Shape;237;p19"/>
          <p:cNvSpPr txBox="1">
            <a:spLocks noGrp="1"/>
          </p:cNvSpPr>
          <p:nvPr>
            <p:ph type="title"/>
          </p:nvPr>
        </p:nvSpPr>
        <p:spPr>
          <a:xfrm>
            <a:off x="1656150" y="1071600"/>
            <a:ext cx="5831700" cy="3000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52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grpSp>
        <p:nvGrpSpPr>
          <p:cNvPr id="238" name="Google Shape;238;p19"/>
          <p:cNvGrpSpPr/>
          <p:nvPr/>
        </p:nvGrpSpPr>
        <p:grpSpPr>
          <a:xfrm>
            <a:off x="7012442" y="2917210"/>
            <a:ext cx="2131500" cy="2226300"/>
            <a:chOff x="7012442" y="2917195"/>
            <a:chExt cx="2131500" cy="2226300"/>
          </a:xfrm>
        </p:grpSpPr>
        <p:sp>
          <p:nvSpPr>
            <p:cNvPr id="239" name="Google Shape;239;p19"/>
            <p:cNvSpPr/>
            <p:nvPr/>
          </p:nvSpPr>
          <p:spPr>
            <a:xfrm rot="900037">
              <a:off x="7222223" y="3107281"/>
              <a:ext cx="1711938" cy="1846129"/>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9"/>
            <p:cNvSpPr/>
            <p:nvPr/>
          </p:nvSpPr>
          <p:spPr>
            <a:xfrm rot="899198">
              <a:off x="7867772" y="3819737"/>
              <a:ext cx="421124" cy="42112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1" name="Google Shape;241;p19"/>
          <p:cNvGrpSpPr/>
          <p:nvPr/>
        </p:nvGrpSpPr>
        <p:grpSpPr>
          <a:xfrm>
            <a:off x="47" y="10"/>
            <a:ext cx="2131500" cy="2226300"/>
            <a:chOff x="47" y="-5"/>
            <a:chExt cx="2131500" cy="2226300"/>
          </a:xfrm>
        </p:grpSpPr>
        <p:sp>
          <p:nvSpPr>
            <p:cNvPr id="242" name="Google Shape;242;p19"/>
            <p:cNvSpPr/>
            <p:nvPr/>
          </p:nvSpPr>
          <p:spPr>
            <a:xfrm rot="-900037" flipH="1">
              <a:off x="209828" y="190081"/>
              <a:ext cx="1711938" cy="1846129"/>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3" name="Google Shape;243;p19"/>
            <p:cNvGrpSpPr/>
            <p:nvPr/>
          </p:nvGrpSpPr>
          <p:grpSpPr>
            <a:xfrm rot="-899857" flipH="1">
              <a:off x="366438" y="356630"/>
              <a:ext cx="1398513" cy="1513046"/>
              <a:chOff x="-2206074" y="819150"/>
              <a:chExt cx="3257475" cy="3524250"/>
            </a:xfrm>
          </p:grpSpPr>
          <p:sp>
            <p:nvSpPr>
              <p:cNvPr id="244" name="Google Shape;244;p19"/>
              <p:cNvSpPr/>
              <p:nvPr/>
            </p:nvSpPr>
            <p:spPr>
              <a:xfrm>
                <a:off x="-2206074" y="819150"/>
                <a:ext cx="981000" cy="9810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9"/>
              <p:cNvSpPr/>
              <p:nvPr/>
            </p:nvSpPr>
            <p:spPr>
              <a:xfrm>
                <a:off x="70401" y="3362400"/>
                <a:ext cx="981000" cy="9810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6" name="Google Shape;246;p19"/>
            <p:cNvSpPr/>
            <p:nvPr/>
          </p:nvSpPr>
          <p:spPr>
            <a:xfrm rot="-899198" flipH="1">
              <a:off x="855093" y="902537"/>
              <a:ext cx="421124" cy="421124"/>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Main point 2">
  <p:cSld name="MAIN_POINT_1_1">
    <p:bg>
      <p:bgPr>
        <a:solidFill>
          <a:schemeClr val="lt2"/>
        </a:solidFill>
        <a:effectLst/>
      </p:bgPr>
    </p:bg>
    <p:spTree>
      <p:nvGrpSpPr>
        <p:cNvPr id="1" name="Shape 247"/>
        <p:cNvGrpSpPr/>
        <p:nvPr/>
      </p:nvGrpSpPr>
      <p:grpSpPr>
        <a:xfrm>
          <a:off x="0" y="0"/>
          <a:ext cx="0" cy="0"/>
          <a:chOff x="0" y="0"/>
          <a:chExt cx="0" cy="0"/>
        </a:xfrm>
      </p:grpSpPr>
      <p:sp>
        <p:nvSpPr>
          <p:cNvPr id="248" name="Google Shape;248;p20"/>
          <p:cNvSpPr txBox="1">
            <a:spLocks noGrp="1"/>
          </p:cNvSpPr>
          <p:nvPr>
            <p:ph type="title"/>
          </p:nvPr>
        </p:nvSpPr>
        <p:spPr>
          <a:xfrm>
            <a:off x="1852650" y="1071600"/>
            <a:ext cx="5438700" cy="3000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5200">
                <a:solidFill>
                  <a:schemeClr val="accent4"/>
                </a:solidFill>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grpSp>
        <p:nvGrpSpPr>
          <p:cNvPr id="249" name="Google Shape;249;p20"/>
          <p:cNvGrpSpPr/>
          <p:nvPr/>
        </p:nvGrpSpPr>
        <p:grpSpPr>
          <a:xfrm>
            <a:off x="7012442" y="2917210"/>
            <a:ext cx="2131500" cy="2226300"/>
            <a:chOff x="7012442" y="2917195"/>
            <a:chExt cx="2131500" cy="2226300"/>
          </a:xfrm>
        </p:grpSpPr>
        <p:sp>
          <p:nvSpPr>
            <p:cNvPr id="250" name="Google Shape;250;p20"/>
            <p:cNvSpPr/>
            <p:nvPr/>
          </p:nvSpPr>
          <p:spPr>
            <a:xfrm rot="900037">
              <a:off x="7222223" y="3107281"/>
              <a:ext cx="1711938" cy="1846129"/>
            </a:xfrm>
            <a:prstGeom prst="roundRect">
              <a:avLst>
                <a:gd name="adj" fmla="val 5368"/>
              </a:avLst>
            </a:prstGeom>
            <a:solidFill>
              <a:srgbClr val="C8B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0"/>
            <p:cNvSpPr/>
            <p:nvPr/>
          </p:nvSpPr>
          <p:spPr>
            <a:xfrm rot="899198">
              <a:off x="7867772" y="3819737"/>
              <a:ext cx="421124" cy="421124"/>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2" name="Google Shape;252;p20"/>
          <p:cNvGrpSpPr/>
          <p:nvPr/>
        </p:nvGrpSpPr>
        <p:grpSpPr>
          <a:xfrm>
            <a:off x="47" y="10"/>
            <a:ext cx="2131500" cy="2226300"/>
            <a:chOff x="47" y="-5"/>
            <a:chExt cx="2131500" cy="2226300"/>
          </a:xfrm>
        </p:grpSpPr>
        <p:sp>
          <p:nvSpPr>
            <p:cNvPr id="253" name="Google Shape;253;p20"/>
            <p:cNvSpPr/>
            <p:nvPr/>
          </p:nvSpPr>
          <p:spPr>
            <a:xfrm rot="-900037" flipH="1">
              <a:off x="209828" y="190081"/>
              <a:ext cx="1711938" cy="1846129"/>
            </a:xfrm>
            <a:prstGeom prst="roundRect">
              <a:avLst>
                <a:gd name="adj" fmla="val 5368"/>
              </a:avLst>
            </a:prstGeom>
            <a:solidFill>
              <a:srgbClr val="C8B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4" name="Google Shape;254;p20"/>
            <p:cNvGrpSpPr/>
            <p:nvPr/>
          </p:nvGrpSpPr>
          <p:grpSpPr>
            <a:xfrm rot="-899857" flipH="1">
              <a:off x="366438" y="356630"/>
              <a:ext cx="1398513" cy="1513046"/>
              <a:chOff x="-2206074" y="819150"/>
              <a:chExt cx="3257475" cy="3524250"/>
            </a:xfrm>
          </p:grpSpPr>
          <p:sp>
            <p:nvSpPr>
              <p:cNvPr id="255" name="Google Shape;255;p20"/>
              <p:cNvSpPr/>
              <p:nvPr/>
            </p:nvSpPr>
            <p:spPr>
              <a:xfrm>
                <a:off x="-2206074"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0"/>
              <p:cNvSpPr/>
              <p:nvPr/>
            </p:nvSpPr>
            <p:spPr>
              <a:xfrm>
                <a:off x="70401" y="336240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7" name="Google Shape;257;p20"/>
            <p:cNvSpPr/>
            <p:nvPr/>
          </p:nvSpPr>
          <p:spPr>
            <a:xfrm rot="-899198" flipH="1">
              <a:off x="855093" y="902537"/>
              <a:ext cx="421124" cy="421124"/>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p:cSld name="SECTION_TITLE_AND_DESCRIPTION_1">
    <p:bg>
      <p:bgPr>
        <a:solidFill>
          <a:schemeClr val="dk2"/>
        </a:solidFill>
        <a:effectLst/>
      </p:bgPr>
    </p:bg>
    <p:spTree>
      <p:nvGrpSpPr>
        <p:cNvPr id="1" name="Shape 288"/>
        <p:cNvGrpSpPr/>
        <p:nvPr/>
      </p:nvGrpSpPr>
      <p:grpSpPr>
        <a:xfrm>
          <a:off x="0" y="0"/>
          <a:ext cx="0" cy="0"/>
          <a:chOff x="0" y="0"/>
          <a:chExt cx="0" cy="0"/>
        </a:xfrm>
      </p:grpSpPr>
      <p:grpSp>
        <p:nvGrpSpPr>
          <p:cNvPr id="289" name="Google Shape;289;p22"/>
          <p:cNvGrpSpPr/>
          <p:nvPr/>
        </p:nvGrpSpPr>
        <p:grpSpPr>
          <a:xfrm rot="-899857" flipH="1">
            <a:off x="209708" y="1648662"/>
            <a:ext cx="1711973" cy="1846180"/>
            <a:chOff x="-3361711" y="308336"/>
            <a:chExt cx="3987600" cy="4300200"/>
          </a:xfrm>
        </p:grpSpPr>
        <p:grpSp>
          <p:nvGrpSpPr>
            <p:cNvPr id="290" name="Google Shape;290;p22"/>
            <p:cNvGrpSpPr/>
            <p:nvPr/>
          </p:nvGrpSpPr>
          <p:grpSpPr>
            <a:xfrm>
              <a:off x="-3361711" y="308336"/>
              <a:ext cx="3987600" cy="4300200"/>
              <a:chOff x="-2571136" y="421611"/>
              <a:chExt cx="3987600" cy="4300200"/>
            </a:xfrm>
          </p:grpSpPr>
          <p:sp>
            <p:nvSpPr>
              <p:cNvPr id="291" name="Google Shape;291;p22"/>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2" name="Google Shape;292;p22"/>
              <p:cNvGrpSpPr/>
              <p:nvPr/>
            </p:nvGrpSpPr>
            <p:grpSpPr>
              <a:xfrm>
                <a:off x="-2206074" y="809586"/>
                <a:ext cx="3257475" cy="3524250"/>
                <a:chOff x="-2206074" y="819150"/>
                <a:chExt cx="3257475" cy="3524250"/>
              </a:xfrm>
            </p:grpSpPr>
            <p:grpSp>
              <p:nvGrpSpPr>
                <p:cNvPr id="293" name="Google Shape;293;p22"/>
                <p:cNvGrpSpPr/>
                <p:nvPr/>
              </p:nvGrpSpPr>
              <p:grpSpPr>
                <a:xfrm>
                  <a:off x="-2206074" y="819150"/>
                  <a:ext cx="3257475" cy="981000"/>
                  <a:chOff x="-2209800" y="819150"/>
                  <a:chExt cx="3257475" cy="981000"/>
                </a:xfrm>
              </p:grpSpPr>
              <p:sp>
                <p:nvSpPr>
                  <p:cNvPr id="294" name="Google Shape;294;p22"/>
                  <p:cNvSpPr/>
                  <p:nvPr/>
                </p:nvSpPr>
                <p:spPr>
                  <a:xfrm>
                    <a:off x="-2209800"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2"/>
                  <p:cNvSpPr/>
                  <p:nvPr/>
                </p:nvSpPr>
                <p:spPr>
                  <a:xfrm>
                    <a:off x="66675"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6" name="Google Shape;296;p22"/>
                <p:cNvGrpSpPr/>
                <p:nvPr/>
              </p:nvGrpSpPr>
              <p:grpSpPr>
                <a:xfrm>
                  <a:off x="-2206074" y="3362400"/>
                  <a:ext cx="3257475" cy="981000"/>
                  <a:chOff x="-2209800" y="819150"/>
                  <a:chExt cx="3257475" cy="981000"/>
                </a:xfrm>
              </p:grpSpPr>
              <p:sp>
                <p:nvSpPr>
                  <p:cNvPr id="297" name="Google Shape;297;p22"/>
                  <p:cNvSpPr/>
                  <p:nvPr/>
                </p:nvSpPr>
                <p:spPr>
                  <a:xfrm>
                    <a:off x="-2209800"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2"/>
                  <p:cNvSpPr/>
                  <p:nvPr/>
                </p:nvSpPr>
                <p:spPr>
                  <a:xfrm>
                    <a:off x="66675"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299" name="Google Shape;299;p22"/>
            <p:cNvSpPr/>
            <p:nvPr/>
          </p:nvSpPr>
          <p:spPr>
            <a:xfrm>
              <a:off x="-1858399" y="1967936"/>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0" name="Google Shape;300;p22"/>
          <p:cNvGrpSpPr/>
          <p:nvPr/>
        </p:nvGrpSpPr>
        <p:grpSpPr>
          <a:xfrm rot="899857">
            <a:off x="7222308" y="1648662"/>
            <a:ext cx="1711973" cy="1846180"/>
            <a:chOff x="-2571136" y="421611"/>
            <a:chExt cx="3987600" cy="4300200"/>
          </a:xfrm>
        </p:grpSpPr>
        <p:sp>
          <p:nvSpPr>
            <p:cNvPr id="301" name="Google Shape;301;p22"/>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2" name="Google Shape;302;p22"/>
            <p:cNvGrpSpPr/>
            <p:nvPr/>
          </p:nvGrpSpPr>
          <p:grpSpPr>
            <a:xfrm>
              <a:off x="-2206074" y="809586"/>
              <a:ext cx="3257475" cy="3524250"/>
              <a:chOff x="-2206074" y="819150"/>
              <a:chExt cx="3257475" cy="3524250"/>
            </a:xfrm>
          </p:grpSpPr>
          <p:grpSp>
            <p:nvGrpSpPr>
              <p:cNvPr id="303" name="Google Shape;303;p22"/>
              <p:cNvGrpSpPr/>
              <p:nvPr/>
            </p:nvGrpSpPr>
            <p:grpSpPr>
              <a:xfrm>
                <a:off x="-2206074" y="819150"/>
                <a:ext cx="3257475" cy="981000"/>
                <a:chOff x="-2209800" y="819150"/>
                <a:chExt cx="3257475" cy="981000"/>
              </a:xfrm>
            </p:grpSpPr>
            <p:sp>
              <p:nvSpPr>
                <p:cNvPr id="304" name="Google Shape;304;p22"/>
                <p:cNvSpPr/>
                <p:nvPr/>
              </p:nvSpPr>
              <p:spPr>
                <a:xfrm>
                  <a:off x="-2209800"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2"/>
                <p:cNvSpPr/>
                <p:nvPr/>
              </p:nvSpPr>
              <p:spPr>
                <a:xfrm>
                  <a:off x="66675"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6" name="Google Shape;306;p22"/>
              <p:cNvGrpSpPr/>
              <p:nvPr/>
            </p:nvGrpSpPr>
            <p:grpSpPr>
              <a:xfrm>
                <a:off x="-2206074" y="3362400"/>
                <a:ext cx="3257475" cy="981000"/>
                <a:chOff x="-2209800" y="819150"/>
                <a:chExt cx="3257475" cy="981000"/>
              </a:xfrm>
            </p:grpSpPr>
            <p:sp>
              <p:nvSpPr>
                <p:cNvPr id="307" name="Google Shape;307;p22"/>
                <p:cNvSpPr/>
                <p:nvPr/>
              </p:nvSpPr>
              <p:spPr>
                <a:xfrm>
                  <a:off x="-2209800"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2"/>
                <p:cNvSpPr/>
                <p:nvPr/>
              </p:nvSpPr>
              <p:spPr>
                <a:xfrm>
                  <a:off x="66675"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SECTION_TITLE_AND_DESCRIPTION_1_1">
    <p:bg>
      <p:bgPr>
        <a:solidFill>
          <a:schemeClr val="lt1"/>
        </a:solidFill>
        <a:effectLst/>
      </p:bgPr>
    </p:bg>
    <p:spTree>
      <p:nvGrpSpPr>
        <p:cNvPr id="1" name="Shape 309"/>
        <p:cNvGrpSpPr/>
        <p:nvPr/>
      </p:nvGrpSpPr>
      <p:grpSpPr>
        <a:xfrm>
          <a:off x="0" y="0"/>
          <a:ext cx="0" cy="0"/>
          <a:chOff x="0" y="0"/>
          <a:chExt cx="0" cy="0"/>
        </a:xfrm>
      </p:grpSpPr>
      <p:grpSp>
        <p:nvGrpSpPr>
          <p:cNvPr id="310" name="Google Shape;310;p23"/>
          <p:cNvGrpSpPr/>
          <p:nvPr/>
        </p:nvGrpSpPr>
        <p:grpSpPr>
          <a:xfrm rot="899857">
            <a:off x="7222308" y="1648662"/>
            <a:ext cx="1711973" cy="1846180"/>
            <a:chOff x="-3361711" y="308336"/>
            <a:chExt cx="3987600" cy="4300200"/>
          </a:xfrm>
        </p:grpSpPr>
        <p:grpSp>
          <p:nvGrpSpPr>
            <p:cNvPr id="311" name="Google Shape;311;p23"/>
            <p:cNvGrpSpPr/>
            <p:nvPr/>
          </p:nvGrpSpPr>
          <p:grpSpPr>
            <a:xfrm>
              <a:off x="-3361711" y="308336"/>
              <a:ext cx="3987600" cy="4300200"/>
              <a:chOff x="-2571136" y="421611"/>
              <a:chExt cx="3987600" cy="4300200"/>
            </a:xfrm>
          </p:grpSpPr>
          <p:sp>
            <p:nvSpPr>
              <p:cNvPr id="312" name="Google Shape;312;p23"/>
              <p:cNvSpPr/>
              <p:nvPr/>
            </p:nvSpPr>
            <p:spPr>
              <a:xfrm>
                <a:off x="-2571136" y="421611"/>
                <a:ext cx="3987600" cy="4300200"/>
              </a:xfrm>
              <a:prstGeom prst="roundRect">
                <a:avLst>
                  <a:gd name="adj" fmla="val 5368"/>
                </a:avLst>
              </a:prstGeom>
              <a:solidFill>
                <a:srgbClr val="5F8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3" name="Google Shape;313;p23"/>
              <p:cNvGrpSpPr/>
              <p:nvPr/>
            </p:nvGrpSpPr>
            <p:grpSpPr>
              <a:xfrm>
                <a:off x="-2206074" y="809586"/>
                <a:ext cx="3257475" cy="3524250"/>
                <a:chOff x="-2206074" y="819150"/>
                <a:chExt cx="3257475" cy="3524250"/>
              </a:xfrm>
            </p:grpSpPr>
            <p:grpSp>
              <p:nvGrpSpPr>
                <p:cNvPr id="314" name="Google Shape;314;p23"/>
                <p:cNvGrpSpPr/>
                <p:nvPr/>
              </p:nvGrpSpPr>
              <p:grpSpPr>
                <a:xfrm>
                  <a:off x="-2206074" y="819150"/>
                  <a:ext cx="3257475" cy="981000"/>
                  <a:chOff x="-2209800" y="819150"/>
                  <a:chExt cx="3257475" cy="981000"/>
                </a:xfrm>
              </p:grpSpPr>
              <p:sp>
                <p:nvSpPr>
                  <p:cNvPr id="315" name="Google Shape;315;p23"/>
                  <p:cNvSpPr/>
                  <p:nvPr/>
                </p:nvSpPr>
                <p:spPr>
                  <a:xfrm>
                    <a:off x="-2209800"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3"/>
                  <p:cNvSpPr/>
                  <p:nvPr/>
                </p:nvSpPr>
                <p:spPr>
                  <a:xfrm>
                    <a:off x="66675"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7" name="Google Shape;317;p23"/>
                <p:cNvGrpSpPr/>
                <p:nvPr/>
              </p:nvGrpSpPr>
              <p:grpSpPr>
                <a:xfrm>
                  <a:off x="-2206074" y="3362400"/>
                  <a:ext cx="3257475" cy="981000"/>
                  <a:chOff x="-2209800" y="819150"/>
                  <a:chExt cx="3257475" cy="981000"/>
                </a:xfrm>
              </p:grpSpPr>
              <p:sp>
                <p:nvSpPr>
                  <p:cNvPr id="318" name="Google Shape;318;p23"/>
                  <p:cNvSpPr/>
                  <p:nvPr/>
                </p:nvSpPr>
                <p:spPr>
                  <a:xfrm>
                    <a:off x="-2209800"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3"/>
                  <p:cNvSpPr/>
                  <p:nvPr/>
                </p:nvSpPr>
                <p:spPr>
                  <a:xfrm>
                    <a:off x="66675"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320" name="Google Shape;320;p23"/>
            <p:cNvSpPr/>
            <p:nvPr/>
          </p:nvSpPr>
          <p:spPr>
            <a:xfrm>
              <a:off x="-1858399" y="1967936"/>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1" name="Google Shape;321;p23"/>
          <p:cNvGrpSpPr/>
          <p:nvPr/>
        </p:nvGrpSpPr>
        <p:grpSpPr>
          <a:xfrm rot="-899857" flipH="1">
            <a:off x="209708" y="1648662"/>
            <a:ext cx="1711973" cy="1846180"/>
            <a:chOff x="-2571136" y="421611"/>
            <a:chExt cx="3987600" cy="4300200"/>
          </a:xfrm>
        </p:grpSpPr>
        <p:sp>
          <p:nvSpPr>
            <p:cNvPr id="322" name="Google Shape;322;p23"/>
            <p:cNvSpPr/>
            <p:nvPr/>
          </p:nvSpPr>
          <p:spPr>
            <a:xfrm>
              <a:off x="-2571136" y="421611"/>
              <a:ext cx="3987600" cy="4300200"/>
            </a:xfrm>
            <a:prstGeom prst="roundRect">
              <a:avLst>
                <a:gd name="adj" fmla="val 5368"/>
              </a:avLst>
            </a:prstGeom>
            <a:solidFill>
              <a:srgbClr val="5F8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3" name="Google Shape;323;p23"/>
            <p:cNvGrpSpPr/>
            <p:nvPr/>
          </p:nvGrpSpPr>
          <p:grpSpPr>
            <a:xfrm>
              <a:off x="-2206074" y="809586"/>
              <a:ext cx="3257475" cy="3524250"/>
              <a:chOff x="-2206074" y="819150"/>
              <a:chExt cx="3257475" cy="3524250"/>
            </a:xfrm>
          </p:grpSpPr>
          <p:grpSp>
            <p:nvGrpSpPr>
              <p:cNvPr id="324" name="Google Shape;324;p23"/>
              <p:cNvGrpSpPr/>
              <p:nvPr/>
            </p:nvGrpSpPr>
            <p:grpSpPr>
              <a:xfrm>
                <a:off x="-2206074" y="819150"/>
                <a:ext cx="3257475" cy="981000"/>
                <a:chOff x="-2209800" y="819150"/>
                <a:chExt cx="3257475" cy="981000"/>
              </a:xfrm>
            </p:grpSpPr>
            <p:sp>
              <p:nvSpPr>
                <p:cNvPr id="325" name="Google Shape;325;p23"/>
                <p:cNvSpPr/>
                <p:nvPr/>
              </p:nvSpPr>
              <p:spPr>
                <a:xfrm>
                  <a:off x="-2209800"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3"/>
                <p:cNvSpPr/>
                <p:nvPr/>
              </p:nvSpPr>
              <p:spPr>
                <a:xfrm>
                  <a:off x="66675"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7" name="Google Shape;327;p23"/>
              <p:cNvGrpSpPr/>
              <p:nvPr/>
            </p:nvGrpSpPr>
            <p:grpSpPr>
              <a:xfrm>
                <a:off x="-2206074" y="3362400"/>
                <a:ext cx="3257475" cy="981000"/>
                <a:chOff x="-2209800" y="819150"/>
                <a:chExt cx="3257475" cy="981000"/>
              </a:xfrm>
            </p:grpSpPr>
            <p:sp>
              <p:nvSpPr>
                <p:cNvPr id="328" name="Google Shape;328;p23"/>
                <p:cNvSpPr/>
                <p:nvPr/>
              </p:nvSpPr>
              <p:spPr>
                <a:xfrm>
                  <a:off x="-2209800"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3"/>
                <p:cNvSpPr/>
                <p:nvPr/>
              </p:nvSpPr>
              <p:spPr>
                <a:xfrm>
                  <a:off x="66675"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2">
  <p:cSld name="SECTION_TITLE_AND_DESCRIPTION_1_1_1">
    <p:bg>
      <p:bgPr>
        <a:solidFill>
          <a:schemeClr val="lt2"/>
        </a:solidFill>
        <a:effectLst/>
      </p:bgPr>
    </p:bg>
    <p:spTree>
      <p:nvGrpSpPr>
        <p:cNvPr id="1" name="Shape 330"/>
        <p:cNvGrpSpPr/>
        <p:nvPr/>
      </p:nvGrpSpPr>
      <p:grpSpPr>
        <a:xfrm>
          <a:off x="0" y="0"/>
          <a:ext cx="0" cy="0"/>
          <a:chOff x="0" y="0"/>
          <a:chExt cx="0" cy="0"/>
        </a:xfrm>
      </p:grpSpPr>
      <p:grpSp>
        <p:nvGrpSpPr>
          <p:cNvPr id="331" name="Google Shape;331;p24"/>
          <p:cNvGrpSpPr/>
          <p:nvPr/>
        </p:nvGrpSpPr>
        <p:grpSpPr>
          <a:xfrm rot="899857">
            <a:off x="7222308" y="1648662"/>
            <a:ext cx="1711973" cy="1846180"/>
            <a:chOff x="-3361711" y="308336"/>
            <a:chExt cx="3987600" cy="4300200"/>
          </a:xfrm>
        </p:grpSpPr>
        <p:grpSp>
          <p:nvGrpSpPr>
            <p:cNvPr id="332" name="Google Shape;332;p24"/>
            <p:cNvGrpSpPr/>
            <p:nvPr/>
          </p:nvGrpSpPr>
          <p:grpSpPr>
            <a:xfrm>
              <a:off x="-3361711" y="308336"/>
              <a:ext cx="3987600" cy="4300200"/>
              <a:chOff x="-2571136" y="421611"/>
              <a:chExt cx="3987600" cy="4300200"/>
            </a:xfrm>
          </p:grpSpPr>
          <p:sp>
            <p:nvSpPr>
              <p:cNvPr id="333" name="Google Shape;333;p24"/>
              <p:cNvSpPr/>
              <p:nvPr/>
            </p:nvSpPr>
            <p:spPr>
              <a:xfrm>
                <a:off x="-2571136" y="421611"/>
                <a:ext cx="3987600" cy="4300200"/>
              </a:xfrm>
              <a:prstGeom prst="roundRect">
                <a:avLst>
                  <a:gd name="adj" fmla="val 5368"/>
                </a:avLst>
              </a:prstGeom>
              <a:solidFill>
                <a:srgbClr val="C3AF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4" name="Google Shape;334;p24"/>
              <p:cNvGrpSpPr/>
              <p:nvPr/>
            </p:nvGrpSpPr>
            <p:grpSpPr>
              <a:xfrm>
                <a:off x="-2206074" y="809586"/>
                <a:ext cx="3257475" cy="3524250"/>
                <a:chOff x="-2206074" y="819150"/>
                <a:chExt cx="3257475" cy="3524250"/>
              </a:xfrm>
            </p:grpSpPr>
            <p:grpSp>
              <p:nvGrpSpPr>
                <p:cNvPr id="335" name="Google Shape;335;p24"/>
                <p:cNvGrpSpPr/>
                <p:nvPr/>
              </p:nvGrpSpPr>
              <p:grpSpPr>
                <a:xfrm>
                  <a:off x="-2206074" y="819150"/>
                  <a:ext cx="3257475" cy="981000"/>
                  <a:chOff x="-2209800" y="819150"/>
                  <a:chExt cx="3257475" cy="981000"/>
                </a:xfrm>
              </p:grpSpPr>
              <p:sp>
                <p:nvSpPr>
                  <p:cNvPr id="336" name="Google Shape;336;p24"/>
                  <p:cNvSpPr/>
                  <p:nvPr/>
                </p:nvSpPr>
                <p:spPr>
                  <a:xfrm>
                    <a:off x="-2209800"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4"/>
                  <p:cNvSpPr/>
                  <p:nvPr/>
                </p:nvSpPr>
                <p:spPr>
                  <a:xfrm>
                    <a:off x="66675"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8" name="Google Shape;338;p24"/>
                <p:cNvGrpSpPr/>
                <p:nvPr/>
              </p:nvGrpSpPr>
              <p:grpSpPr>
                <a:xfrm>
                  <a:off x="-2206074" y="3362400"/>
                  <a:ext cx="3257475" cy="981000"/>
                  <a:chOff x="-2209800" y="819150"/>
                  <a:chExt cx="3257475" cy="981000"/>
                </a:xfrm>
              </p:grpSpPr>
              <p:sp>
                <p:nvSpPr>
                  <p:cNvPr id="339" name="Google Shape;339;p24"/>
                  <p:cNvSpPr/>
                  <p:nvPr/>
                </p:nvSpPr>
                <p:spPr>
                  <a:xfrm>
                    <a:off x="-2209800"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4"/>
                  <p:cNvSpPr/>
                  <p:nvPr/>
                </p:nvSpPr>
                <p:spPr>
                  <a:xfrm>
                    <a:off x="66675"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341" name="Google Shape;341;p24"/>
            <p:cNvSpPr/>
            <p:nvPr/>
          </p:nvSpPr>
          <p:spPr>
            <a:xfrm>
              <a:off x="-1858399" y="1967936"/>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2" name="Google Shape;342;p24"/>
          <p:cNvGrpSpPr/>
          <p:nvPr/>
        </p:nvGrpSpPr>
        <p:grpSpPr>
          <a:xfrm rot="-899857" flipH="1">
            <a:off x="209708" y="1648662"/>
            <a:ext cx="1711973" cy="1846180"/>
            <a:chOff x="-2571136" y="421611"/>
            <a:chExt cx="3987600" cy="4300200"/>
          </a:xfrm>
        </p:grpSpPr>
        <p:sp>
          <p:nvSpPr>
            <p:cNvPr id="343" name="Google Shape;343;p24"/>
            <p:cNvSpPr/>
            <p:nvPr/>
          </p:nvSpPr>
          <p:spPr>
            <a:xfrm>
              <a:off x="-2571136" y="421611"/>
              <a:ext cx="3987600" cy="4300200"/>
            </a:xfrm>
            <a:prstGeom prst="roundRect">
              <a:avLst>
                <a:gd name="adj" fmla="val 5368"/>
              </a:avLst>
            </a:prstGeom>
            <a:solidFill>
              <a:srgbClr val="C3AF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4" name="Google Shape;344;p24"/>
            <p:cNvGrpSpPr/>
            <p:nvPr/>
          </p:nvGrpSpPr>
          <p:grpSpPr>
            <a:xfrm>
              <a:off x="-2206074" y="809586"/>
              <a:ext cx="3257475" cy="3524250"/>
              <a:chOff x="-2206074" y="819150"/>
              <a:chExt cx="3257475" cy="3524250"/>
            </a:xfrm>
          </p:grpSpPr>
          <p:grpSp>
            <p:nvGrpSpPr>
              <p:cNvPr id="345" name="Google Shape;345;p24"/>
              <p:cNvGrpSpPr/>
              <p:nvPr/>
            </p:nvGrpSpPr>
            <p:grpSpPr>
              <a:xfrm>
                <a:off x="-2206074" y="819150"/>
                <a:ext cx="3257475" cy="981000"/>
                <a:chOff x="-2209800" y="819150"/>
                <a:chExt cx="3257475" cy="981000"/>
              </a:xfrm>
            </p:grpSpPr>
            <p:sp>
              <p:nvSpPr>
                <p:cNvPr id="346" name="Google Shape;346;p24"/>
                <p:cNvSpPr/>
                <p:nvPr/>
              </p:nvSpPr>
              <p:spPr>
                <a:xfrm>
                  <a:off x="-2209800"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4"/>
                <p:cNvSpPr/>
                <p:nvPr/>
              </p:nvSpPr>
              <p:spPr>
                <a:xfrm>
                  <a:off x="66675"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8" name="Google Shape;348;p24"/>
              <p:cNvGrpSpPr/>
              <p:nvPr/>
            </p:nvGrpSpPr>
            <p:grpSpPr>
              <a:xfrm>
                <a:off x="-2206074" y="3362400"/>
                <a:ext cx="3257475" cy="981000"/>
                <a:chOff x="-2209800" y="819150"/>
                <a:chExt cx="3257475" cy="981000"/>
              </a:xfrm>
            </p:grpSpPr>
            <p:sp>
              <p:nvSpPr>
                <p:cNvPr id="349" name="Google Shape;349;p24"/>
                <p:cNvSpPr/>
                <p:nvPr/>
              </p:nvSpPr>
              <p:spPr>
                <a:xfrm>
                  <a:off x="-2209800"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4"/>
                <p:cNvSpPr/>
                <p:nvPr/>
              </p:nvSpPr>
              <p:spPr>
                <a:xfrm>
                  <a:off x="66675"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354"/>
        <p:cNvGrpSpPr/>
        <p:nvPr/>
      </p:nvGrpSpPr>
      <p:grpSpPr>
        <a:xfrm>
          <a:off x="0" y="0"/>
          <a:ext cx="0" cy="0"/>
          <a:chOff x="0" y="0"/>
          <a:chExt cx="0" cy="0"/>
        </a:xfrm>
      </p:grpSpPr>
      <p:sp>
        <p:nvSpPr>
          <p:cNvPr id="355" name="Google Shape;355;p26"/>
          <p:cNvSpPr txBox="1">
            <a:spLocks noGrp="1"/>
          </p:cNvSpPr>
          <p:nvPr>
            <p:ph type="ctrTitle"/>
          </p:nvPr>
        </p:nvSpPr>
        <p:spPr>
          <a:xfrm>
            <a:off x="716625" y="874625"/>
            <a:ext cx="3760200" cy="2825400"/>
          </a:xfrm>
          <a:prstGeom prst="rect">
            <a:avLst/>
          </a:prstGeom>
        </p:spPr>
        <p:txBody>
          <a:bodyPr spcFirstLastPara="1" wrap="square" lIns="91425" tIns="91425" rIns="91425" bIns="91425" anchor="ctr" anchorCtr="0">
            <a:noAutofit/>
          </a:bodyPr>
          <a:lstStyle>
            <a:lvl1pPr lvl="0" algn="l" rtl="0">
              <a:lnSpc>
                <a:spcPct val="80000"/>
              </a:lnSpc>
              <a:spcBef>
                <a:spcPts val="0"/>
              </a:spcBef>
              <a:spcAft>
                <a:spcPts val="0"/>
              </a:spcAft>
              <a:buClr>
                <a:srgbClr val="FFFFFF"/>
              </a:buClr>
              <a:buSzPts val="6000"/>
              <a:buNone/>
              <a:defRPr sz="7200">
                <a:solidFill>
                  <a:schemeClr val="accent1"/>
                </a:solidFill>
                <a:latin typeface="Lilita One"/>
                <a:ea typeface="Lilita One"/>
                <a:cs typeface="Lilita One"/>
                <a:sym typeface="Lilita One"/>
              </a:defRPr>
            </a:lvl1pPr>
            <a:lvl2pPr lvl="1" algn="l" rtl="0">
              <a:spcBef>
                <a:spcPts val="0"/>
              </a:spcBef>
              <a:spcAft>
                <a:spcPts val="0"/>
              </a:spcAft>
              <a:buClr>
                <a:srgbClr val="FFFFFF"/>
              </a:buClr>
              <a:buSzPts val="5200"/>
              <a:buNone/>
              <a:defRPr sz="5200">
                <a:solidFill>
                  <a:srgbClr val="FFFFFF"/>
                </a:solidFill>
                <a:highlight>
                  <a:srgbClr val="291F4D"/>
                </a:highlight>
              </a:defRPr>
            </a:lvl2pPr>
            <a:lvl3pPr lvl="2" algn="l" rtl="0">
              <a:spcBef>
                <a:spcPts val="0"/>
              </a:spcBef>
              <a:spcAft>
                <a:spcPts val="0"/>
              </a:spcAft>
              <a:buClr>
                <a:srgbClr val="FFFFFF"/>
              </a:buClr>
              <a:buSzPts val="5200"/>
              <a:buNone/>
              <a:defRPr sz="5200">
                <a:solidFill>
                  <a:srgbClr val="FFFFFF"/>
                </a:solidFill>
                <a:highlight>
                  <a:srgbClr val="291F4D"/>
                </a:highlight>
              </a:defRPr>
            </a:lvl3pPr>
            <a:lvl4pPr lvl="3" algn="l" rtl="0">
              <a:spcBef>
                <a:spcPts val="0"/>
              </a:spcBef>
              <a:spcAft>
                <a:spcPts val="0"/>
              </a:spcAft>
              <a:buClr>
                <a:srgbClr val="FFFFFF"/>
              </a:buClr>
              <a:buSzPts val="5200"/>
              <a:buNone/>
              <a:defRPr sz="5200">
                <a:solidFill>
                  <a:srgbClr val="FFFFFF"/>
                </a:solidFill>
                <a:highlight>
                  <a:srgbClr val="291F4D"/>
                </a:highlight>
              </a:defRPr>
            </a:lvl4pPr>
            <a:lvl5pPr lvl="4" algn="l" rtl="0">
              <a:spcBef>
                <a:spcPts val="0"/>
              </a:spcBef>
              <a:spcAft>
                <a:spcPts val="0"/>
              </a:spcAft>
              <a:buClr>
                <a:srgbClr val="FFFFFF"/>
              </a:buClr>
              <a:buSzPts val="5200"/>
              <a:buNone/>
              <a:defRPr sz="5200">
                <a:solidFill>
                  <a:srgbClr val="FFFFFF"/>
                </a:solidFill>
                <a:highlight>
                  <a:srgbClr val="291F4D"/>
                </a:highlight>
              </a:defRPr>
            </a:lvl5pPr>
            <a:lvl6pPr lvl="5" algn="l" rtl="0">
              <a:spcBef>
                <a:spcPts val="0"/>
              </a:spcBef>
              <a:spcAft>
                <a:spcPts val="0"/>
              </a:spcAft>
              <a:buClr>
                <a:srgbClr val="FFFFFF"/>
              </a:buClr>
              <a:buSzPts val="5200"/>
              <a:buNone/>
              <a:defRPr sz="5200">
                <a:solidFill>
                  <a:srgbClr val="FFFFFF"/>
                </a:solidFill>
                <a:highlight>
                  <a:srgbClr val="291F4D"/>
                </a:highlight>
              </a:defRPr>
            </a:lvl6pPr>
            <a:lvl7pPr lvl="6" algn="l" rtl="0">
              <a:spcBef>
                <a:spcPts val="0"/>
              </a:spcBef>
              <a:spcAft>
                <a:spcPts val="0"/>
              </a:spcAft>
              <a:buClr>
                <a:srgbClr val="FFFFFF"/>
              </a:buClr>
              <a:buSzPts val="5200"/>
              <a:buNone/>
              <a:defRPr sz="5200">
                <a:solidFill>
                  <a:srgbClr val="FFFFFF"/>
                </a:solidFill>
                <a:highlight>
                  <a:srgbClr val="291F4D"/>
                </a:highlight>
              </a:defRPr>
            </a:lvl7pPr>
            <a:lvl8pPr lvl="7" algn="l" rtl="0">
              <a:spcBef>
                <a:spcPts val="0"/>
              </a:spcBef>
              <a:spcAft>
                <a:spcPts val="0"/>
              </a:spcAft>
              <a:buClr>
                <a:srgbClr val="FFFFFF"/>
              </a:buClr>
              <a:buSzPts val="5200"/>
              <a:buNone/>
              <a:defRPr sz="5200">
                <a:solidFill>
                  <a:srgbClr val="FFFFFF"/>
                </a:solidFill>
                <a:highlight>
                  <a:srgbClr val="291F4D"/>
                </a:highlight>
              </a:defRPr>
            </a:lvl8pPr>
            <a:lvl9pPr lvl="8" algn="l" rtl="0">
              <a:spcBef>
                <a:spcPts val="0"/>
              </a:spcBef>
              <a:spcAft>
                <a:spcPts val="0"/>
              </a:spcAft>
              <a:buClr>
                <a:srgbClr val="FFFFFF"/>
              </a:buClr>
              <a:buSzPts val="5200"/>
              <a:buNone/>
              <a:defRPr sz="5200">
                <a:solidFill>
                  <a:srgbClr val="FFFFFF"/>
                </a:solidFill>
                <a:highlight>
                  <a:srgbClr val="291F4D"/>
                </a:highlight>
              </a:defRPr>
            </a:lvl9pPr>
          </a:lstStyle>
          <a:p>
            <a:endParaRPr/>
          </a:p>
        </p:txBody>
      </p:sp>
      <p:sp>
        <p:nvSpPr>
          <p:cNvPr id="356" name="Google Shape;356;p26"/>
          <p:cNvSpPr txBox="1">
            <a:spLocks noGrp="1"/>
          </p:cNvSpPr>
          <p:nvPr>
            <p:ph type="subTitle" idx="1"/>
          </p:nvPr>
        </p:nvSpPr>
        <p:spPr>
          <a:xfrm>
            <a:off x="716625" y="3724988"/>
            <a:ext cx="2426700" cy="696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291F4D"/>
              </a:buClr>
              <a:buSzPts val="1600"/>
              <a:buFont typeface="Source Sans Pro"/>
              <a:buNone/>
              <a:defRPr sz="1800">
                <a:solidFill>
                  <a:schemeClr val="accent1"/>
                </a:solidFill>
              </a:defRPr>
            </a:lvl1pPr>
            <a:lvl2pPr lvl="1" rtl="0">
              <a:lnSpc>
                <a:spcPct val="100000"/>
              </a:lnSpc>
              <a:spcBef>
                <a:spcPts val="0"/>
              </a:spcBef>
              <a:spcAft>
                <a:spcPts val="0"/>
              </a:spcAft>
              <a:buClr>
                <a:srgbClr val="291F4D"/>
              </a:buClr>
              <a:buSzPts val="1800"/>
              <a:buFont typeface="Source Sans Pro"/>
              <a:buNone/>
              <a:defRPr sz="1800">
                <a:solidFill>
                  <a:srgbClr val="291F4D"/>
                </a:solidFill>
                <a:latin typeface="Source Sans Pro"/>
                <a:ea typeface="Source Sans Pro"/>
                <a:cs typeface="Source Sans Pro"/>
                <a:sym typeface="Source Sans Pro"/>
              </a:defRPr>
            </a:lvl2pPr>
            <a:lvl3pPr lvl="2" rtl="0">
              <a:lnSpc>
                <a:spcPct val="100000"/>
              </a:lnSpc>
              <a:spcBef>
                <a:spcPts val="0"/>
              </a:spcBef>
              <a:spcAft>
                <a:spcPts val="0"/>
              </a:spcAft>
              <a:buClr>
                <a:srgbClr val="291F4D"/>
              </a:buClr>
              <a:buSzPts val="1800"/>
              <a:buFont typeface="Source Sans Pro"/>
              <a:buNone/>
              <a:defRPr sz="1800">
                <a:solidFill>
                  <a:srgbClr val="291F4D"/>
                </a:solidFill>
                <a:latin typeface="Source Sans Pro"/>
                <a:ea typeface="Source Sans Pro"/>
                <a:cs typeface="Source Sans Pro"/>
                <a:sym typeface="Source Sans Pro"/>
              </a:defRPr>
            </a:lvl3pPr>
            <a:lvl4pPr lvl="3" rtl="0">
              <a:lnSpc>
                <a:spcPct val="100000"/>
              </a:lnSpc>
              <a:spcBef>
                <a:spcPts val="0"/>
              </a:spcBef>
              <a:spcAft>
                <a:spcPts val="0"/>
              </a:spcAft>
              <a:buClr>
                <a:srgbClr val="291F4D"/>
              </a:buClr>
              <a:buSzPts val="1800"/>
              <a:buFont typeface="Source Sans Pro"/>
              <a:buNone/>
              <a:defRPr sz="1800">
                <a:solidFill>
                  <a:srgbClr val="291F4D"/>
                </a:solidFill>
                <a:latin typeface="Source Sans Pro"/>
                <a:ea typeface="Source Sans Pro"/>
                <a:cs typeface="Source Sans Pro"/>
                <a:sym typeface="Source Sans Pro"/>
              </a:defRPr>
            </a:lvl4pPr>
            <a:lvl5pPr lvl="4" rtl="0">
              <a:lnSpc>
                <a:spcPct val="100000"/>
              </a:lnSpc>
              <a:spcBef>
                <a:spcPts val="0"/>
              </a:spcBef>
              <a:spcAft>
                <a:spcPts val="0"/>
              </a:spcAft>
              <a:buClr>
                <a:srgbClr val="291F4D"/>
              </a:buClr>
              <a:buSzPts val="1800"/>
              <a:buFont typeface="Source Sans Pro"/>
              <a:buNone/>
              <a:defRPr sz="1800">
                <a:solidFill>
                  <a:srgbClr val="291F4D"/>
                </a:solidFill>
                <a:latin typeface="Source Sans Pro"/>
                <a:ea typeface="Source Sans Pro"/>
                <a:cs typeface="Source Sans Pro"/>
                <a:sym typeface="Source Sans Pro"/>
              </a:defRPr>
            </a:lvl5pPr>
            <a:lvl6pPr lvl="5" rtl="0">
              <a:lnSpc>
                <a:spcPct val="100000"/>
              </a:lnSpc>
              <a:spcBef>
                <a:spcPts val="0"/>
              </a:spcBef>
              <a:spcAft>
                <a:spcPts val="0"/>
              </a:spcAft>
              <a:buClr>
                <a:srgbClr val="291F4D"/>
              </a:buClr>
              <a:buSzPts val="1800"/>
              <a:buFont typeface="Source Sans Pro"/>
              <a:buNone/>
              <a:defRPr sz="1800">
                <a:solidFill>
                  <a:srgbClr val="291F4D"/>
                </a:solidFill>
                <a:latin typeface="Source Sans Pro"/>
                <a:ea typeface="Source Sans Pro"/>
                <a:cs typeface="Source Sans Pro"/>
                <a:sym typeface="Source Sans Pro"/>
              </a:defRPr>
            </a:lvl6pPr>
            <a:lvl7pPr lvl="6" rtl="0">
              <a:lnSpc>
                <a:spcPct val="100000"/>
              </a:lnSpc>
              <a:spcBef>
                <a:spcPts val="0"/>
              </a:spcBef>
              <a:spcAft>
                <a:spcPts val="0"/>
              </a:spcAft>
              <a:buClr>
                <a:srgbClr val="291F4D"/>
              </a:buClr>
              <a:buSzPts val="1800"/>
              <a:buFont typeface="Source Sans Pro"/>
              <a:buNone/>
              <a:defRPr sz="1800">
                <a:solidFill>
                  <a:srgbClr val="291F4D"/>
                </a:solidFill>
                <a:latin typeface="Source Sans Pro"/>
                <a:ea typeface="Source Sans Pro"/>
                <a:cs typeface="Source Sans Pro"/>
                <a:sym typeface="Source Sans Pro"/>
              </a:defRPr>
            </a:lvl7pPr>
            <a:lvl8pPr lvl="7" rtl="0">
              <a:lnSpc>
                <a:spcPct val="100000"/>
              </a:lnSpc>
              <a:spcBef>
                <a:spcPts val="0"/>
              </a:spcBef>
              <a:spcAft>
                <a:spcPts val="0"/>
              </a:spcAft>
              <a:buClr>
                <a:srgbClr val="291F4D"/>
              </a:buClr>
              <a:buSzPts val="1800"/>
              <a:buFont typeface="Source Sans Pro"/>
              <a:buNone/>
              <a:defRPr sz="1800">
                <a:solidFill>
                  <a:srgbClr val="291F4D"/>
                </a:solidFill>
                <a:latin typeface="Source Sans Pro"/>
                <a:ea typeface="Source Sans Pro"/>
                <a:cs typeface="Source Sans Pro"/>
                <a:sym typeface="Source Sans Pro"/>
              </a:defRPr>
            </a:lvl8pPr>
            <a:lvl9pPr lvl="8" rtl="0">
              <a:lnSpc>
                <a:spcPct val="100000"/>
              </a:lnSpc>
              <a:spcBef>
                <a:spcPts val="0"/>
              </a:spcBef>
              <a:spcAft>
                <a:spcPts val="0"/>
              </a:spcAft>
              <a:buClr>
                <a:srgbClr val="291F4D"/>
              </a:buClr>
              <a:buSzPts val="1800"/>
              <a:buFont typeface="Source Sans Pro"/>
              <a:buNone/>
              <a:defRPr sz="1800">
                <a:solidFill>
                  <a:srgbClr val="291F4D"/>
                </a:solidFill>
                <a:latin typeface="Source Sans Pro"/>
                <a:ea typeface="Source Sans Pro"/>
                <a:cs typeface="Source Sans Pro"/>
                <a:sym typeface="Source Sans Pro"/>
              </a:defRPr>
            </a:lvl9pPr>
          </a:lstStyle>
          <a:p>
            <a:endParaRPr/>
          </a:p>
        </p:txBody>
      </p:sp>
      <p:sp>
        <p:nvSpPr>
          <p:cNvPr id="357" name="Google Shape;357;p26"/>
          <p:cNvSpPr txBox="1"/>
          <p:nvPr/>
        </p:nvSpPr>
        <p:spPr>
          <a:xfrm rot="-1717625" flipH="1">
            <a:off x="6429626" y="1205513"/>
            <a:ext cx="2639912" cy="4087673"/>
          </a:xfrm>
          <a:prstGeom prst="rect">
            <a:avLst/>
          </a:prstGeom>
          <a:noFill/>
          <a:ln>
            <a:noFill/>
          </a:ln>
        </p:spPr>
        <p:txBody>
          <a:bodyPr spcFirstLastPara="1" wrap="square" lIns="91425" tIns="91425" rIns="91425" bIns="91425" anchor="ctr" anchorCtr="0">
            <a:noAutofit/>
          </a:bodyPr>
          <a:lstStyle/>
          <a:p>
            <a:pPr marL="0" lvl="0" indent="0" algn="l" rtl="0">
              <a:lnSpc>
                <a:spcPct val="80000"/>
              </a:lnSpc>
              <a:spcBef>
                <a:spcPts val="0"/>
              </a:spcBef>
              <a:spcAft>
                <a:spcPts val="0"/>
              </a:spcAft>
              <a:buNone/>
            </a:pPr>
            <a:r>
              <a:rPr lang="en" sz="30000">
                <a:solidFill>
                  <a:schemeClr val="accent4"/>
                </a:solidFill>
                <a:latin typeface="Lilita One"/>
                <a:ea typeface="Lilita One"/>
                <a:cs typeface="Lilita One"/>
                <a:sym typeface="Lilita One"/>
              </a:rPr>
              <a:t>¿</a:t>
            </a:r>
            <a:endParaRPr sz="30000">
              <a:solidFill>
                <a:schemeClr val="accent4"/>
              </a:solidFill>
              <a:latin typeface="Lilita One"/>
              <a:ea typeface="Lilita One"/>
              <a:cs typeface="Lilita One"/>
              <a:sym typeface="Lilita One"/>
            </a:endParaRPr>
          </a:p>
        </p:txBody>
      </p:sp>
      <p:sp>
        <p:nvSpPr>
          <p:cNvPr id="358" name="Google Shape;358;p26"/>
          <p:cNvSpPr txBox="1"/>
          <p:nvPr/>
        </p:nvSpPr>
        <p:spPr>
          <a:xfrm rot="-9898604" flipH="1">
            <a:off x="3762592" y="-185164"/>
            <a:ext cx="2639931" cy="4087720"/>
          </a:xfrm>
          <a:prstGeom prst="rect">
            <a:avLst/>
          </a:prstGeom>
          <a:noFill/>
          <a:ln>
            <a:noFill/>
          </a:ln>
        </p:spPr>
        <p:txBody>
          <a:bodyPr spcFirstLastPara="1" wrap="square" lIns="91425" tIns="91425" rIns="91425" bIns="91425" anchor="ctr" anchorCtr="0">
            <a:noAutofit/>
          </a:bodyPr>
          <a:lstStyle/>
          <a:p>
            <a:pPr marL="0" lvl="0" indent="0" algn="l" rtl="0">
              <a:lnSpc>
                <a:spcPct val="80000"/>
              </a:lnSpc>
              <a:spcBef>
                <a:spcPts val="0"/>
              </a:spcBef>
              <a:spcAft>
                <a:spcPts val="0"/>
              </a:spcAft>
              <a:buNone/>
            </a:pPr>
            <a:r>
              <a:rPr lang="en" sz="30000">
                <a:solidFill>
                  <a:schemeClr val="accent4"/>
                </a:solidFill>
                <a:latin typeface="Lilita One"/>
                <a:ea typeface="Lilita One"/>
                <a:cs typeface="Lilita One"/>
                <a:sym typeface="Lilita One"/>
              </a:rPr>
              <a:t>¿</a:t>
            </a:r>
            <a:endParaRPr sz="30000">
              <a:solidFill>
                <a:schemeClr val="accent4"/>
              </a:solidFill>
              <a:latin typeface="Lilita One"/>
              <a:ea typeface="Lilita One"/>
              <a:cs typeface="Lilita One"/>
              <a:sym typeface="Lilita One"/>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2"/>
        </a:solidFill>
        <a:effectLst/>
      </p:bgPr>
    </p:bg>
    <p:spTree>
      <p:nvGrpSpPr>
        <p:cNvPr id="1" name="Shape 359"/>
        <p:cNvGrpSpPr/>
        <p:nvPr/>
      </p:nvGrpSpPr>
      <p:grpSpPr>
        <a:xfrm>
          <a:off x="0" y="0"/>
          <a:ext cx="0" cy="0"/>
          <a:chOff x="0" y="0"/>
          <a:chExt cx="0" cy="0"/>
        </a:xfrm>
      </p:grpSpPr>
      <p:grpSp>
        <p:nvGrpSpPr>
          <p:cNvPr id="360" name="Google Shape;360;p27"/>
          <p:cNvGrpSpPr/>
          <p:nvPr/>
        </p:nvGrpSpPr>
        <p:grpSpPr>
          <a:xfrm flipH="1">
            <a:off x="4179311" y="-21003"/>
            <a:ext cx="4964700" cy="5185500"/>
            <a:chOff x="4227036" y="7547"/>
            <a:chExt cx="4964700" cy="5185500"/>
          </a:xfrm>
        </p:grpSpPr>
        <p:sp>
          <p:nvSpPr>
            <p:cNvPr id="361" name="Google Shape;361;p27"/>
            <p:cNvSpPr/>
            <p:nvPr/>
          </p:nvSpPr>
          <p:spPr>
            <a:xfrm rot="-899950" flipH="1">
              <a:off x="4715607" y="450278"/>
              <a:ext cx="3987558" cy="4300039"/>
            </a:xfrm>
            <a:prstGeom prst="roundRect">
              <a:avLst>
                <a:gd name="adj" fmla="val 5368"/>
              </a:avLst>
            </a:prstGeom>
            <a:solidFill>
              <a:srgbClr val="DA7280"/>
            </a:solidFill>
            <a:ln w="9525" cap="flat" cmpd="sng">
              <a:solidFill>
                <a:srgbClr val="DA728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2" name="Google Shape;362;p27"/>
            <p:cNvGrpSpPr/>
            <p:nvPr/>
          </p:nvGrpSpPr>
          <p:grpSpPr>
            <a:xfrm rot="-899960" flipH="1">
              <a:off x="5080682" y="838252"/>
              <a:ext cx="3257378" cy="3524145"/>
              <a:chOff x="-2206074" y="819150"/>
              <a:chExt cx="3257475" cy="3524250"/>
            </a:xfrm>
          </p:grpSpPr>
          <p:grpSp>
            <p:nvGrpSpPr>
              <p:cNvPr id="363" name="Google Shape;363;p27"/>
              <p:cNvGrpSpPr/>
              <p:nvPr/>
            </p:nvGrpSpPr>
            <p:grpSpPr>
              <a:xfrm>
                <a:off x="-2206074" y="819150"/>
                <a:ext cx="3257475" cy="981000"/>
                <a:chOff x="-2209800" y="819150"/>
                <a:chExt cx="3257475" cy="981000"/>
              </a:xfrm>
            </p:grpSpPr>
            <p:sp>
              <p:nvSpPr>
                <p:cNvPr id="364" name="Google Shape;364;p27"/>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7"/>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6" name="Google Shape;366;p27"/>
              <p:cNvGrpSpPr/>
              <p:nvPr/>
            </p:nvGrpSpPr>
            <p:grpSpPr>
              <a:xfrm>
                <a:off x="-2206074" y="3362400"/>
                <a:ext cx="3257475" cy="981000"/>
                <a:chOff x="-2209800" y="819150"/>
                <a:chExt cx="3257475" cy="981000"/>
              </a:xfrm>
            </p:grpSpPr>
            <p:sp>
              <p:nvSpPr>
                <p:cNvPr id="367" name="Google Shape;367;p27"/>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7"/>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369" name="Google Shape;369;p27"/>
          <p:cNvSpPr txBox="1">
            <a:spLocks noGrp="1"/>
          </p:cNvSpPr>
          <p:nvPr>
            <p:ph type="title"/>
          </p:nvPr>
        </p:nvSpPr>
        <p:spPr>
          <a:xfrm>
            <a:off x="6038480" y="1914463"/>
            <a:ext cx="2385600" cy="5451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600"/>
              <a:buNone/>
              <a:defRPr sz="3600">
                <a:solidFill>
                  <a:schemeClr val="accent2"/>
                </a:solidFill>
              </a:defRPr>
            </a:lvl1pPr>
            <a:lvl2pPr lvl="1" algn="l" rtl="0">
              <a:spcBef>
                <a:spcPts val="0"/>
              </a:spcBef>
              <a:spcAft>
                <a:spcPts val="0"/>
              </a:spcAft>
              <a:buSzPts val="3600"/>
              <a:buNone/>
              <a:defRPr sz="3600"/>
            </a:lvl2pPr>
            <a:lvl3pPr lvl="2" algn="l" rtl="0">
              <a:spcBef>
                <a:spcPts val="0"/>
              </a:spcBef>
              <a:spcAft>
                <a:spcPts val="0"/>
              </a:spcAft>
              <a:buSzPts val="3600"/>
              <a:buNone/>
              <a:defRPr sz="3600"/>
            </a:lvl3pPr>
            <a:lvl4pPr lvl="3" algn="l" rtl="0">
              <a:spcBef>
                <a:spcPts val="0"/>
              </a:spcBef>
              <a:spcAft>
                <a:spcPts val="0"/>
              </a:spcAft>
              <a:buSzPts val="3600"/>
              <a:buNone/>
              <a:defRPr sz="3600"/>
            </a:lvl4pPr>
            <a:lvl5pPr lvl="4" algn="l" rtl="0">
              <a:spcBef>
                <a:spcPts val="0"/>
              </a:spcBef>
              <a:spcAft>
                <a:spcPts val="0"/>
              </a:spcAft>
              <a:buSzPts val="3600"/>
              <a:buNone/>
              <a:defRPr sz="3600"/>
            </a:lvl5pPr>
            <a:lvl6pPr lvl="5" algn="l" rtl="0">
              <a:spcBef>
                <a:spcPts val="0"/>
              </a:spcBef>
              <a:spcAft>
                <a:spcPts val="0"/>
              </a:spcAft>
              <a:buSzPts val="3600"/>
              <a:buNone/>
              <a:defRPr sz="3600"/>
            </a:lvl6pPr>
            <a:lvl7pPr lvl="6" algn="l" rtl="0">
              <a:spcBef>
                <a:spcPts val="0"/>
              </a:spcBef>
              <a:spcAft>
                <a:spcPts val="0"/>
              </a:spcAft>
              <a:buSzPts val="3600"/>
              <a:buNone/>
              <a:defRPr sz="3600"/>
            </a:lvl7pPr>
            <a:lvl8pPr lvl="7" algn="l" rtl="0">
              <a:spcBef>
                <a:spcPts val="0"/>
              </a:spcBef>
              <a:spcAft>
                <a:spcPts val="0"/>
              </a:spcAft>
              <a:buSzPts val="3600"/>
              <a:buNone/>
              <a:defRPr sz="3600"/>
            </a:lvl8pPr>
            <a:lvl9pPr lvl="8" algn="l" rtl="0">
              <a:spcBef>
                <a:spcPts val="0"/>
              </a:spcBef>
              <a:spcAft>
                <a:spcPts val="0"/>
              </a:spcAft>
              <a:buSzPts val="3600"/>
              <a:buNone/>
              <a:defRPr sz="3600"/>
            </a:lvl9pPr>
          </a:lstStyle>
          <a:p>
            <a:endParaRPr/>
          </a:p>
        </p:txBody>
      </p:sp>
      <p:sp>
        <p:nvSpPr>
          <p:cNvPr id="370" name="Google Shape;370;p27"/>
          <p:cNvSpPr txBox="1">
            <a:spLocks noGrp="1"/>
          </p:cNvSpPr>
          <p:nvPr>
            <p:ph type="title" idx="2" hasCustomPrompt="1"/>
          </p:nvPr>
        </p:nvSpPr>
        <p:spPr>
          <a:xfrm>
            <a:off x="3721350" y="1878300"/>
            <a:ext cx="2024700" cy="1386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0"/>
              <a:buNone/>
              <a:defRPr sz="12000">
                <a:solidFill>
                  <a:schemeClr val="accen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371" name="Google Shape;371;p27"/>
          <p:cNvSpPr txBox="1">
            <a:spLocks noGrp="1"/>
          </p:cNvSpPr>
          <p:nvPr>
            <p:ph type="subTitle" idx="1"/>
          </p:nvPr>
        </p:nvSpPr>
        <p:spPr>
          <a:xfrm>
            <a:off x="6032400" y="2526438"/>
            <a:ext cx="2391300" cy="7026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None/>
              <a:defRPr>
                <a:solidFill>
                  <a:schemeClr val="accent1"/>
                </a:solidFill>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lt1"/>
        </a:solidFill>
        <a:effectLst/>
      </p:bgPr>
    </p:bg>
    <p:spTree>
      <p:nvGrpSpPr>
        <p:cNvPr id="1" name="Shape 395"/>
        <p:cNvGrpSpPr/>
        <p:nvPr/>
      </p:nvGrpSpPr>
      <p:grpSpPr>
        <a:xfrm>
          <a:off x="0" y="0"/>
          <a:ext cx="0" cy="0"/>
          <a:chOff x="0" y="0"/>
          <a:chExt cx="0" cy="0"/>
        </a:xfrm>
      </p:grpSpPr>
      <p:grpSp>
        <p:nvGrpSpPr>
          <p:cNvPr id="396" name="Google Shape;396;p29"/>
          <p:cNvGrpSpPr/>
          <p:nvPr/>
        </p:nvGrpSpPr>
        <p:grpSpPr>
          <a:xfrm>
            <a:off x="7012442" y="2917210"/>
            <a:ext cx="2131500" cy="2226300"/>
            <a:chOff x="7012442" y="2917195"/>
            <a:chExt cx="2131500" cy="2226300"/>
          </a:xfrm>
        </p:grpSpPr>
        <p:sp>
          <p:nvSpPr>
            <p:cNvPr id="397" name="Google Shape;397;p29"/>
            <p:cNvSpPr/>
            <p:nvPr/>
          </p:nvSpPr>
          <p:spPr>
            <a:xfrm rot="900037">
              <a:off x="7222223" y="3107281"/>
              <a:ext cx="1711938" cy="1846129"/>
            </a:xfrm>
            <a:prstGeom prst="roundRect">
              <a:avLst>
                <a:gd name="adj" fmla="val 5368"/>
              </a:avLst>
            </a:prstGeom>
            <a:solidFill>
              <a:srgbClr val="5F8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9"/>
            <p:cNvSpPr/>
            <p:nvPr/>
          </p:nvSpPr>
          <p:spPr>
            <a:xfrm rot="899198">
              <a:off x="7867772" y="3819737"/>
              <a:ext cx="421124" cy="421124"/>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9" name="Google Shape;399;p29"/>
          <p:cNvGrpSpPr/>
          <p:nvPr/>
        </p:nvGrpSpPr>
        <p:grpSpPr>
          <a:xfrm>
            <a:off x="47" y="10"/>
            <a:ext cx="2131500" cy="2226300"/>
            <a:chOff x="47" y="-5"/>
            <a:chExt cx="2131500" cy="2226300"/>
          </a:xfrm>
        </p:grpSpPr>
        <p:sp>
          <p:nvSpPr>
            <p:cNvPr id="400" name="Google Shape;400;p29"/>
            <p:cNvSpPr/>
            <p:nvPr/>
          </p:nvSpPr>
          <p:spPr>
            <a:xfrm rot="-900037" flipH="1">
              <a:off x="209828" y="190081"/>
              <a:ext cx="1711938" cy="1846129"/>
            </a:xfrm>
            <a:prstGeom prst="roundRect">
              <a:avLst>
                <a:gd name="adj" fmla="val 5368"/>
              </a:avLst>
            </a:prstGeom>
            <a:solidFill>
              <a:srgbClr val="5F8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1" name="Google Shape;401;p29"/>
            <p:cNvGrpSpPr/>
            <p:nvPr/>
          </p:nvGrpSpPr>
          <p:grpSpPr>
            <a:xfrm rot="-899857" flipH="1">
              <a:off x="366438" y="356630"/>
              <a:ext cx="1398513" cy="1513046"/>
              <a:chOff x="-2206074" y="819150"/>
              <a:chExt cx="3257475" cy="3524250"/>
            </a:xfrm>
          </p:grpSpPr>
          <p:sp>
            <p:nvSpPr>
              <p:cNvPr id="402" name="Google Shape;402;p29"/>
              <p:cNvSpPr/>
              <p:nvPr/>
            </p:nvSpPr>
            <p:spPr>
              <a:xfrm>
                <a:off x="-2206074"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9"/>
              <p:cNvSpPr/>
              <p:nvPr/>
            </p:nvSpPr>
            <p:spPr>
              <a:xfrm>
                <a:off x="70401" y="336240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4" name="Google Shape;404;p29"/>
            <p:cNvSpPr/>
            <p:nvPr/>
          </p:nvSpPr>
          <p:spPr>
            <a:xfrm rot="-899198" flipH="1">
              <a:off x="855093" y="902537"/>
              <a:ext cx="421124" cy="421124"/>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5" name="Google Shape;405;p29"/>
          <p:cNvSpPr txBox="1">
            <a:spLocks noGrp="1"/>
          </p:cNvSpPr>
          <p:nvPr>
            <p:ph type="title"/>
          </p:nvPr>
        </p:nvSpPr>
        <p:spPr>
          <a:xfrm>
            <a:off x="720000" y="540000"/>
            <a:ext cx="7704000" cy="457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200"/>
              <a:buNone/>
              <a:defRPr>
                <a:solidFill>
                  <a:srgbClr val="FFFFFF"/>
                </a:solidFill>
              </a:defRPr>
            </a:lvl1pPr>
            <a:lvl2pPr lvl="1" rtl="0">
              <a:spcBef>
                <a:spcPts val="0"/>
              </a:spcBef>
              <a:spcAft>
                <a:spcPts val="0"/>
              </a:spcAft>
              <a:buClr>
                <a:srgbClr val="FFFFFF"/>
              </a:buClr>
              <a:buSzPts val="3200"/>
              <a:buNone/>
              <a:defRPr>
                <a:solidFill>
                  <a:srgbClr val="FFFFFF"/>
                </a:solidFill>
              </a:defRPr>
            </a:lvl2pPr>
            <a:lvl3pPr lvl="2" rtl="0">
              <a:spcBef>
                <a:spcPts val="0"/>
              </a:spcBef>
              <a:spcAft>
                <a:spcPts val="0"/>
              </a:spcAft>
              <a:buClr>
                <a:srgbClr val="FFFFFF"/>
              </a:buClr>
              <a:buSzPts val="3200"/>
              <a:buNone/>
              <a:defRPr>
                <a:solidFill>
                  <a:srgbClr val="FFFFFF"/>
                </a:solidFill>
              </a:defRPr>
            </a:lvl3pPr>
            <a:lvl4pPr lvl="3" rtl="0">
              <a:spcBef>
                <a:spcPts val="0"/>
              </a:spcBef>
              <a:spcAft>
                <a:spcPts val="0"/>
              </a:spcAft>
              <a:buClr>
                <a:srgbClr val="FFFFFF"/>
              </a:buClr>
              <a:buSzPts val="3200"/>
              <a:buNone/>
              <a:defRPr>
                <a:solidFill>
                  <a:srgbClr val="FFFFFF"/>
                </a:solidFill>
              </a:defRPr>
            </a:lvl4pPr>
            <a:lvl5pPr lvl="4" rtl="0">
              <a:spcBef>
                <a:spcPts val="0"/>
              </a:spcBef>
              <a:spcAft>
                <a:spcPts val="0"/>
              </a:spcAft>
              <a:buClr>
                <a:srgbClr val="FFFFFF"/>
              </a:buClr>
              <a:buSzPts val="3200"/>
              <a:buNone/>
              <a:defRPr>
                <a:solidFill>
                  <a:srgbClr val="FFFFFF"/>
                </a:solidFill>
              </a:defRPr>
            </a:lvl5pPr>
            <a:lvl6pPr lvl="5" rtl="0">
              <a:spcBef>
                <a:spcPts val="0"/>
              </a:spcBef>
              <a:spcAft>
                <a:spcPts val="0"/>
              </a:spcAft>
              <a:buClr>
                <a:srgbClr val="FFFFFF"/>
              </a:buClr>
              <a:buSzPts val="3200"/>
              <a:buNone/>
              <a:defRPr>
                <a:solidFill>
                  <a:srgbClr val="FFFFFF"/>
                </a:solidFill>
              </a:defRPr>
            </a:lvl6pPr>
            <a:lvl7pPr lvl="6" rtl="0">
              <a:spcBef>
                <a:spcPts val="0"/>
              </a:spcBef>
              <a:spcAft>
                <a:spcPts val="0"/>
              </a:spcAft>
              <a:buClr>
                <a:srgbClr val="FFFFFF"/>
              </a:buClr>
              <a:buSzPts val="3200"/>
              <a:buNone/>
              <a:defRPr>
                <a:solidFill>
                  <a:srgbClr val="FFFFFF"/>
                </a:solidFill>
              </a:defRPr>
            </a:lvl7pPr>
            <a:lvl8pPr lvl="7" rtl="0">
              <a:spcBef>
                <a:spcPts val="0"/>
              </a:spcBef>
              <a:spcAft>
                <a:spcPts val="0"/>
              </a:spcAft>
              <a:buClr>
                <a:srgbClr val="FFFFFF"/>
              </a:buClr>
              <a:buSzPts val="3200"/>
              <a:buNone/>
              <a:defRPr>
                <a:solidFill>
                  <a:srgbClr val="FFFFFF"/>
                </a:solidFill>
              </a:defRPr>
            </a:lvl8pPr>
            <a:lvl9pPr lvl="8" rtl="0">
              <a:spcBef>
                <a:spcPts val="0"/>
              </a:spcBef>
              <a:spcAft>
                <a:spcPts val="0"/>
              </a:spcAft>
              <a:buClr>
                <a:srgbClr val="FFFFFF"/>
              </a:buClr>
              <a:buSzPts val="3200"/>
              <a:buNone/>
              <a:defRPr>
                <a:solidFill>
                  <a:srgbClr val="FFFFFF"/>
                </a:solidFill>
              </a:defRPr>
            </a:lvl9pPr>
          </a:lstStyle>
          <a:p>
            <a:endParaRPr/>
          </a:p>
        </p:txBody>
      </p:sp>
      <p:sp>
        <p:nvSpPr>
          <p:cNvPr id="406" name="Google Shape;406;p29"/>
          <p:cNvSpPr txBox="1">
            <a:spLocks noGrp="1"/>
          </p:cNvSpPr>
          <p:nvPr>
            <p:ph type="subTitle" idx="1"/>
          </p:nvPr>
        </p:nvSpPr>
        <p:spPr>
          <a:xfrm>
            <a:off x="1382650" y="3063350"/>
            <a:ext cx="2483400" cy="5163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FDA00"/>
              </a:buClr>
              <a:buSzPts val="2100"/>
              <a:buFont typeface="Lilita One"/>
              <a:buNone/>
              <a:defRPr sz="2100">
                <a:solidFill>
                  <a:schemeClr val="dk1"/>
                </a:solidFill>
                <a:latin typeface="Lilita One"/>
                <a:ea typeface="Lilita One"/>
                <a:cs typeface="Lilita One"/>
                <a:sym typeface="Lilita One"/>
              </a:defRPr>
            </a:lvl1pPr>
            <a:lvl2pPr lvl="1"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9pPr>
          </a:lstStyle>
          <a:p>
            <a:endParaRPr/>
          </a:p>
        </p:txBody>
      </p:sp>
      <p:sp>
        <p:nvSpPr>
          <p:cNvPr id="407" name="Google Shape;407;p29"/>
          <p:cNvSpPr txBox="1">
            <a:spLocks noGrp="1"/>
          </p:cNvSpPr>
          <p:nvPr>
            <p:ph type="subTitle" idx="2"/>
          </p:nvPr>
        </p:nvSpPr>
        <p:spPr>
          <a:xfrm>
            <a:off x="1551700" y="3600300"/>
            <a:ext cx="2145300" cy="774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chemeClr val="accent1"/>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408" name="Google Shape;408;p29"/>
          <p:cNvSpPr txBox="1">
            <a:spLocks noGrp="1"/>
          </p:cNvSpPr>
          <p:nvPr>
            <p:ph type="subTitle" idx="3"/>
          </p:nvPr>
        </p:nvSpPr>
        <p:spPr>
          <a:xfrm>
            <a:off x="5277950" y="3063350"/>
            <a:ext cx="2483400" cy="5163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FDA00"/>
              </a:buClr>
              <a:buSzPts val="2100"/>
              <a:buFont typeface="Lilita One"/>
              <a:buNone/>
              <a:defRPr sz="2100">
                <a:solidFill>
                  <a:schemeClr val="dk1"/>
                </a:solidFill>
                <a:latin typeface="Lilita One"/>
                <a:ea typeface="Lilita One"/>
                <a:cs typeface="Lilita One"/>
                <a:sym typeface="Lilita One"/>
              </a:defRPr>
            </a:lvl1pPr>
            <a:lvl2pPr lvl="1"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9pPr>
          </a:lstStyle>
          <a:p>
            <a:endParaRPr/>
          </a:p>
        </p:txBody>
      </p:sp>
      <p:sp>
        <p:nvSpPr>
          <p:cNvPr id="409" name="Google Shape;409;p29"/>
          <p:cNvSpPr txBox="1">
            <a:spLocks noGrp="1"/>
          </p:cNvSpPr>
          <p:nvPr>
            <p:ph type="subTitle" idx="4"/>
          </p:nvPr>
        </p:nvSpPr>
        <p:spPr>
          <a:xfrm>
            <a:off x="5375300" y="3600300"/>
            <a:ext cx="2288700" cy="774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chemeClr val="accent1"/>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lt1"/>
        </a:solidFill>
        <a:effectLst/>
      </p:bgPr>
    </p:bg>
    <p:spTree>
      <p:nvGrpSpPr>
        <p:cNvPr id="1" name="Shape 410"/>
        <p:cNvGrpSpPr/>
        <p:nvPr/>
      </p:nvGrpSpPr>
      <p:grpSpPr>
        <a:xfrm>
          <a:off x="0" y="0"/>
          <a:ext cx="0" cy="0"/>
          <a:chOff x="0" y="0"/>
          <a:chExt cx="0" cy="0"/>
        </a:xfrm>
      </p:grpSpPr>
      <p:sp>
        <p:nvSpPr>
          <p:cNvPr id="411" name="Google Shape;411;p30"/>
          <p:cNvSpPr txBox="1">
            <a:spLocks noGrp="1"/>
          </p:cNvSpPr>
          <p:nvPr>
            <p:ph type="title"/>
          </p:nvPr>
        </p:nvSpPr>
        <p:spPr>
          <a:xfrm>
            <a:off x="720000" y="540000"/>
            <a:ext cx="7704000" cy="457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200"/>
              <a:buNone/>
              <a:defRPr>
                <a:solidFill>
                  <a:schemeClr val="accent1"/>
                </a:solidFill>
              </a:defRPr>
            </a:lvl1pPr>
            <a:lvl2pPr lvl="1" rtl="0">
              <a:spcBef>
                <a:spcPts val="0"/>
              </a:spcBef>
              <a:spcAft>
                <a:spcPts val="0"/>
              </a:spcAft>
              <a:buClr>
                <a:srgbClr val="FFFFFF"/>
              </a:buClr>
              <a:buSzPts val="3200"/>
              <a:buNone/>
              <a:defRPr>
                <a:solidFill>
                  <a:srgbClr val="FFFFFF"/>
                </a:solidFill>
              </a:defRPr>
            </a:lvl2pPr>
            <a:lvl3pPr lvl="2" rtl="0">
              <a:spcBef>
                <a:spcPts val="0"/>
              </a:spcBef>
              <a:spcAft>
                <a:spcPts val="0"/>
              </a:spcAft>
              <a:buClr>
                <a:srgbClr val="FFFFFF"/>
              </a:buClr>
              <a:buSzPts val="3200"/>
              <a:buNone/>
              <a:defRPr>
                <a:solidFill>
                  <a:srgbClr val="FFFFFF"/>
                </a:solidFill>
              </a:defRPr>
            </a:lvl3pPr>
            <a:lvl4pPr lvl="3" rtl="0">
              <a:spcBef>
                <a:spcPts val="0"/>
              </a:spcBef>
              <a:spcAft>
                <a:spcPts val="0"/>
              </a:spcAft>
              <a:buClr>
                <a:srgbClr val="FFFFFF"/>
              </a:buClr>
              <a:buSzPts val="3200"/>
              <a:buNone/>
              <a:defRPr>
                <a:solidFill>
                  <a:srgbClr val="FFFFFF"/>
                </a:solidFill>
              </a:defRPr>
            </a:lvl4pPr>
            <a:lvl5pPr lvl="4" rtl="0">
              <a:spcBef>
                <a:spcPts val="0"/>
              </a:spcBef>
              <a:spcAft>
                <a:spcPts val="0"/>
              </a:spcAft>
              <a:buClr>
                <a:srgbClr val="FFFFFF"/>
              </a:buClr>
              <a:buSzPts val="3200"/>
              <a:buNone/>
              <a:defRPr>
                <a:solidFill>
                  <a:srgbClr val="FFFFFF"/>
                </a:solidFill>
              </a:defRPr>
            </a:lvl5pPr>
            <a:lvl6pPr lvl="5" rtl="0">
              <a:spcBef>
                <a:spcPts val="0"/>
              </a:spcBef>
              <a:spcAft>
                <a:spcPts val="0"/>
              </a:spcAft>
              <a:buClr>
                <a:srgbClr val="FFFFFF"/>
              </a:buClr>
              <a:buSzPts val="3200"/>
              <a:buNone/>
              <a:defRPr>
                <a:solidFill>
                  <a:srgbClr val="FFFFFF"/>
                </a:solidFill>
              </a:defRPr>
            </a:lvl6pPr>
            <a:lvl7pPr lvl="6" rtl="0">
              <a:spcBef>
                <a:spcPts val="0"/>
              </a:spcBef>
              <a:spcAft>
                <a:spcPts val="0"/>
              </a:spcAft>
              <a:buClr>
                <a:srgbClr val="FFFFFF"/>
              </a:buClr>
              <a:buSzPts val="3200"/>
              <a:buNone/>
              <a:defRPr>
                <a:solidFill>
                  <a:srgbClr val="FFFFFF"/>
                </a:solidFill>
              </a:defRPr>
            </a:lvl7pPr>
            <a:lvl8pPr lvl="7" rtl="0">
              <a:spcBef>
                <a:spcPts val="0"/>
              </a:spcBef>
              <a:spcAft>
                <a:spcPts val="0"/>
              </a:spcAft>
              <a:buClr>
                <a:srgbClr val="FFFFFF"/>
              </a:buClr>
              <a:buSzPts val="3200"/>
              <a:buNone/>
              <a:defRPr>
                <a:solidFill>
                  <a:srgbClr val="FFFFFF"/>
                </a:solidFill>
              </a:defRPr>
            </a:lvl8pPr>
            <a:lvl9pPr lvl="8" rtl="0">
              <a:spcBef>
                <a:spcPts val="0"/>
              </a:spcBef>
              <a:spcAft>
                <a:spcPts val="0"/>
              </a:spcAft>
              <a:buClr>
                <a:srgbClr val="FFFFFF"/>
              </a:buClr>
              <a:buSzPts val="3200"/>
              <a:buNone/>
              <a:defRPr>
                <a:solidFill>
                  <a:srgbClr val="FFFFFF"/>
                </a:solidFill>
              </a:defRPr>
            </a:lvl9pPr>
          </a:lstStyle>
          <a:p>
            <a:endParaRPr/>
          </a:p>
        </p:txBody>
      </p:sp>
      <p:grpSp>
        <p:nvGrpSpPr>
          <p:cNvPr id="412" name="Google Shape;412;p30"/>
          <p:cNvGrpSpPr/>
          <p:nvPr/>
        </p:nvGrpSpPr>
        <p:grpSpPr>
          <a:xfrm flipH="1">
            <a:off x="47" y="2917210"/>
            <a:ext cx="2131500" cy="2226300"/>
            <a:chOff x="7012442" y="2917195"/>
            <a:chExt cx="2131500" cy="2226300"/>
          </a:xfrm>
        </p:grpSpPr>
        <p:sp>
          <p:nvSpPr>
            <p:cNvPr id="413" name="Google Shape;413;p30"/>
            <p:cNvSpPr/>
            <p:nvPr/>
          </p:nvSpPr>
          <p:spPr>
            <a:xfrm rot="900037">
              <a:off x="7222223" y="3107281"/>
              <a:ext cx="1711938" cy="1846129"/>
            </a:xfrm>
            <a:prstGeom prst="roundRect">
              <a:avLst>
                <a:gd name="adj" fmla="val 5368"/>
              </a:avLst>
            </a:prstGeom>
            <a:solidFill>
              <a:srgbClr val="5F8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0"/>
            <p:cNvSpPr/>
            <p:nvPr/>
          </p:nvSpPr>
          <p:spPr>
            <a:xfrm rot="899198">
              <a:off x="7867772" y="3819737"/>
              <a:ext cx="421124" cy="421124"/>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30"/>
          <p:cNvGrpSpPr/>
          <p:nvPr/>
        </p:nvGrpSpPr>
        <p:grpSpPr>
          <a:xfrm flipH="1">
            <a:off x="7012442" y="10"/>
            <a:ext cx="2131500" cy="2226300"/>
            <a:chOff x="47" y="-5"/>
            <a:chExt cx="2131500" cy="2226300"/>
          </a:xfrm>
        </p:grpSpPr>
        <p:sp>
          <p:nvSpPr>
            <p:cNvPr id="416" name="Google Shape;416;p30"/>
            <p:cNvSpPr/>
            <p:nvPr/>
          </p:nvSpPr>
          <p:spPr>
            <a:xfrm rot="-900037" flipH="1">
              <a:off x="209828" y="190081"/>
              <a:ext cx="1711938" cy="1846129"/>
            </a:xfrm>
            <a:prstGeom prst="roundRect">
              <a:avLst>
                <a:gd name="adj" fmla="val 5368"/>
              </a:avLst>
            </a:prstGeom>
            <a:solidFill>
              <a:srgbClr val="5F8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7" name="Google Shape;417;p30"/>
            <p:cNvGrpSpPr/>
            <p:nvPr/>
          </p:nvGrpSpPr>
          <p:grpSpPr>
            <a:xfrm rot="-899857" flipH="1">
              <a:off x="366438" y="356630"/>
              <a:ext cx="1398513" cy="1513046"/>
              <a:chOff x="-2206074" y="819150"/>
              <a:chExt cx="3257475" cy="3524250"/>
            </a:xfrm>
          </p:grpSpPr>
          <p:sp>
            <p:nvSpPr>
              <p:cNvPr id="418" name="Google Shape;418;p30"/>
              <p:cNvSpPr/>
              <p:nvPr/>
            </p:nvSpPr>
            <p:spPr>
              <a:xfrm>
                <a:off x="-2206074"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0"/>
              <p:cNvSpPr/>
              <p:nvPr/>
            </p:nvSpPr>
            <p:spPr>
              <a:xfrm>
                <a:off x="70401" y="336240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0" name="Google Shape;420;p30"/>
            <p:cNvSpPr/>
            <p:nvPr/>
          </p:nvSpPr>
          <p:spPr>
            <a:xfrm rot="-899198" flipH="1">
              <a:off x="855093" y="902537"/>
              <a:ext cx="421124" cy="421124"/>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lt1"/>
        </a:solidFill>
        <a:effectLst/>
      </p:bgPr>
    </p:bg>
    <p:spTree>
      <p:nvGrpSpPr>
        <p:cNvPr id="1" name="Shape 421"/>
        <p:cNvGrpSpPr/>
        <p:nvPr/>
      </p:nvGrpSpPr>
      <p:grpSpPr>
        <a:xfrm>
          <a:off x="0" y="0"/>
          <a:ext cx="0" cy="0"/>
          <a:chOff x="0" y="0"/>
          <a:chExt cx="0" cy="0"/>
        </a:xfrm>
      </p:grpSpPr>
      <p:grpSp>
        <p:nvGrpSpPr>
          <p:cNvPr id="422" name="Google Shape;422;p31"/>
          <p:cNvGrpSpPr/>
          <p:nvPr/>
        </p:nvGrpSpPr>
        <p:grpSpPr>
          <a:xfrm rot="899960">
            <a:off x="4715630" y="450288"/>
            <a:ext cx="3987481" cy="4300072"/>
            <a:chOff x="-3361711" y="308336"/>
            <a:chExt cx="3987600" cy="4300200"/>
          </a:xfrm>
        </p:grpSpPr>
        <p:grpSp>
          <p:nvGrpSpPr>
            <p:cNvPr id="423" name="Google Shape;423;p31"/>
            <p:cNvGrpSpPr/>
            <p:nvPr/>
          </p:nvGrpSpPr>
          <p:grpSpPr>
            <a:xfrm>
              <a:off x="-3361711" y="308336"/>
              <a:ext cx="3987600" cy="4300200"/>
              <a:chOff x="-2571136" y="421611"/>
              <a:chExt cx="3987600" cy="4300200"/>
            </a:xfrm>
          </p:grpSpPr>
          <p:sp>
            <p:nvSpPr>
              <p:cNvPr id="424" name="Google Shape;424;p31"/>
              <p:cNvSpPr/>
              <p:nvPr/>
            </p:nvSpPr>
            <p:spPr>
              <a:xfrm>
                <a:off x="-2571136" y="421611"/>
                <a:ext cx="3987600" cy="4300200"/>
              </a:xfrm>
              <a:prstGeom prst="roundRect">
                <a:avLst>
                  <a:gd name="adj" fmla="val 5368"/>
                </a:avLst>
              </a:prstGeom>
              <a:solidFill>
                <a:srgbClr val="6696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5" name="Google Shape;425;p31"/>
              <p:cNvGrpSpPr/>
              <p:nvPr/>
            </p:nvGrpSpPr>
            <p:grpSpPr>
              <a:xfrm>
                <a:off x="-2206074" y="809586"/>
                <a:ext cx="3257475" cy="3524250"/>
                <a:chOff x="-2206074" y="819150"/>
                <a:chExt cx="3257475" cy="3524250"/>
              </a:xfrm>
            </p:grpSpPr>
            <p:grpSp>
              <p:nvGrpSpPr>
                <p:cNvPr id="426" name="Google Shape;426;p31"/>
                <p:cNvGrpSpPr/>
                <p:nvPr/>
              </p:nvGrpSpPr>
              <p:grpSpPr>
                <a:xfrm>
                  <a:off x="-2206074" y="819150"/>
                  <a:ext cx="3257475" cy="981000"/>
                  <a:chOff x="-2209800" y="819150"/>
                  <a:chExt cx="3257475" cy="981000"/>
                </a:xfrm>
              </p:grpSpPr>
              <p:sp>
                <p:nvSpPr>
                  <p:cNvPr id="427" name="Google Shape;427;p31"/>
                  <p:cNvSpPr/>
                  <p:nvPr/>
                </p:nvSpPr>
                <p:spPr>
                  <a:xfrm>
                    <a:off x="-2209800"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1"/>
                  <p:cNvSpPr/>
                  <p:nvPr/>
                </p:nvSpPr>
                <p:spPr>
                  <a:xfrm>
                    <a:off x="66675"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9" name="Google Shape;429;p31"/>
                <p:cNvGrpSpPr/>
                <p:nvPr/>
              </p:nvGrpSpPr>
              <p:grpSpPr>
                <a:xfrm>
                  <a:off x="-2206074" y="3362400"/>
                  <a:ext cx="3257475" cy="981000"/>
                  <a:chOff x="-2209800" y="819150"/>
                  <a:chExt cx="3257475" cy="981000"/>
                </a:xfrm>
              </p:grpSpPr>
              <p:sp>
                <p:nvSpPr>
                  <p:cNvPr id="430" name="Google Shape;430;p31"/>
                  <p:cNvSpPr/>
                  <p:nvPr/>
                </p:nvSpPr>
                <p:spPr>
                  <a:xfrm>
                    <a:off x="-2209800"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1"/>
                  <p:cNvSpPr/>
                  <p:nvPr/>
                </p:nvSpPr>
                <p:spPr>
                  <a:xfrm>
                    <a:off x="66675"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432" name="Google Shape;432;p31"/>
            <p:cNvSpPr/>
            <p:nvPr/>
          </p:nvSpPr>
          <p:spPr>
            <a:xfrm>
              <a:off x="-1858399" y="1967936"/>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3" name="Google Shape;433;p31"/>
          <p:cNvSpPr txBox="1">
            <a:spLocks noGrp="1"/>
          </p:cNvSpPr>
          <p:nvPr>
            <p:ph type="title"/>
          </p:nvPr>
        </p:nvSpPr>
        <p:spPr>
          <a:xfrm>
            <a:off x="720000" y="540000"/>
            <a:ext cx="7704000" cy="4572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200"/>
              <a:buNone/>
              <a:defRPr>
                <a:solidFill>
                  <a:schemeClr val="accent1"/>
                </a:solidFill>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434" name="Google Shape;434;p31"/>
          <p:cNvSpPr txBox="1">
            <a:spLocks noGrp="1"/>
          </p:cNvSpPr>
          <p:nvPr>
            <p:ph type="body" idx="1"/>
          </p:nvPr>
        </p:nvSpPr>
        <p:spPr>
          <a:xfrm>
            <a:off x="715725" y="1295400"/>
            <a:ext cx="3853800" cy="2560800"/>
          </a:xfrm>
          <a:prstGeom prst="rect">
            <a:avLst/>
          </a:prstGeom>
        </p:spPr>
        <p:txBody>
          <a:bodyPr spcFirstLastPara="1" wrap="square" lIns="91425" tIns="91425" rIns="91425" bIns="91425" anchor="ctr" anchorCtr="0">
            <a:noAutofit/>
          </a:bodyPr>
          <a:lstStyle>
            <a:lvl1pPr marL="457200" lvl="0" indent="-330200" rtl="0">
              <a:spcBef>
                <a:spcPts val="0"/>
              </a:spcBef>
              <a:spcAft>
                <a:spcPts val="0"/>
              </a:spcAft>
              <a:buClr>
                <a:schemeClr val="accent1"/>
              </a:buClr>
              <a:buSzPts val="1600"/>
              <a:buChar char="●"/>
              <a:defRPr>
                <a:solidFill>
                  <a:schemeClr val="accent1"/>
                </a:solidFill>
              </a:defRPr>
            </a:lvl1pPr>
            <a:lvl2pPr marL="914400" lvl="1" indent="-330200" rtl="0">
              <a:spcBef>
                <a:spcPts val="0"/>
              </a:spcBef>
              <a:spcAft>
                <a:spcPts val="0"/>
              </a:spcAft>
              <a:buClr>
                <a:schemeClr val="accent1"/>
              </a:buClr>
              <a:buSzPts val="1600"/>
              <a:buChar char="○"/>
              <a:defRPr>
                <a:solidFill>
                  <a:schemeClr val="accent1"/>
                </a:solidFill>
              </a:defRPr>
            </a:lvl2pPr>
            <a:lvl3pPr marL="1371600" lvl="2" indent="-330200" rtl="0">
              <a:spcBef>
                <a:spcPts val="0"/>
              </a:spcBef>
              <a:spcAft>
                <a:spcPts val="0"/>
              </a:spcAft>
              <a:buClr>
                <a:schemeClr val="accent1"/>
              </a:buClr>
              <a:buSzPts val="1600"/>
              <a:buChar char="■"/>
              <a:defRPr>
                <a:solidFill>
                  <a:schemeClr val="accent1"/>
                </a:solidFill>
              </a:defRPr>
            </a:lvl3pPr>
            <a:lvl4pPr marL="1828800" lvl="3" indent="-330200" rtl="0">
              <a:spcBef>
                <a:spcPts val="0"/>
              </a:spcBef>
              <a:spcAft>
                <a:spcPts val="0"/>
              </a:spcAft>
              <a:buClr>
                <a:schemeClr val="accent1"/>
              </a:buClr>
              <a:buSzPts val="1600"/>
              <a:buChar char="●"/>
              <a:defRPr>
                <a:solidFill>
                  <a:schemeClr val="accent1"/>
                </a:solidFill>
              </a:defRPr>
            </a:lvl4pPr>
            <a:lvl5pPr marL="2286000" lvl="4" indent="-330200" rtl="0">
              <a:spcBef>
                <a:spcPts val="0"/>
              </a:spcBef>
              <a:spcAft>
                <a:spcPts val="0"/>
              </a:spcAft>
              <a:buClr>
                <a:schemeClr val="accent1"/>
              </a:buClr>
              <a:buSzPts val="1600"/>
              <a:buChar char="○"/>
              <a:defRPr>
                <a:solidFill>
                  <a:schemeClr val="accent1"/>
                </a:solidFill>
              </a:defRPr>
            </a:lvl5pPr>
            <a:lvl6pPr marL="2743200" lvl="5" indent="-330200" rtl="0">
              <a:spcBef>
                <a:spcPts val="0"/>
              </a:spcBef>
              <a:spcAft>
                <a:spcPts val="0"/>
              </a:spcAft>
              <a:buClr>
                <a:schemeClr val="accent1"/>
              </a:buClr>
              <a:buSzPts val="1600"/>
              <a:buChar char="■"/>
              <a:defRPr>
                <a:solidFill>
                  <a:schemeClr val="accent1"/>
                </a:solidFill>
              </a:defRPr>
            </a:lvl6pPr>
            <a:lvl7pPr marL="3200400" lvl="6" indent="-330200" rtl="0">
              <a:spcBef>
                <a:spcPts val="0"/>
              </a:spcBef>
              <a:spcAft>
                <a:spcPts val="0"/>
              </a:spcAft>
              <a:buClr>
                <a:schemeClr val="accent1"/>
              </a:buClr>
              <a:buSzPts val="1600"/>
              <a:buChar char="●"/>
              <a:defRPr>
                <a:solidFill>
                  <a:schemeClr val="accent1"/>
                </a:solidFill>
              </a:defRPr>
            </a:lvl7pPr>
            <a:lvl8pPr marL="3657600" lvl="7" indent="-330200" rtl="0">
              <a:spcBef>
                <a:spcPts val="0"/>
              </a:spcBef>
              <a:spcAft>
                <a:spcPts val="0"/>
              </a:spcAft>
              <a:buClr>
                <a:schemeClr val="accent1"/>
              </a:buClr>
              <a:buSzPts val="1600"/>
              <a:buChar char="○"/>
              <a:defRPr>
                <a:solidFill>
                  <a:schemeClr val="accent1"/>
                </a:solidFill>
              </a:defRPr>
            </a:lvl8pPr>
            <a:lvl9pPr marL="4114800" lvl="8" indent="-330200" rtl="0">
              <a:spcBef>
                <a:spcPts val="0"/>
              </a:spcBef>
              <a:spcAft>
                <a:spcPts val="0"/>
              </a:spcAft>
              <a:buClr>
                <a:schemeClr val="accent1"/>
              </a:buClr>
              <a:buSzPts val="1600"/>
              <a:buChar char="■"/>
              <a:defRPr>
                <a:solidFill>
                  <a:schemeClr val="accent1"/>
                </a:solidFill>
              </a:defRPr>
            </a:lvl9pPr>
          </a:lstStyle>
          <a:p>
            <a:endParaRPr/>
          </a:p>
        </p:txBody>
      </p:sp>
      <p:sp>
        <p:nvSpPr>
          <p:cNvPr id="435" name="Google Shape;435;p31"/>
          <p:cNvSpPr txBox="1"/>
          <p:nvPr/>
        </p:nvSpPr>
        <p:spPr>
          <a:xfrm rot="-665646" flipH="1">
            <a:off x="6911595" y="357094"/>
            <a:ext cx="859054" cy="121177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0">
                <a:solidFill>
                  <a:schemeClr val="dk1"/>
                </a:solidFill>
                <a:latin typeface="Lilita One"/>
                <a:ea typeface="Lilita One"/>
                <a:cs typeface="Lilita One"/>
                <a:sym typeface="Lilita One"/>
              </a:rPr>
              <a:t>¿</a:t>
            </a:r>
            <a:endParaRPr sz="8000">
              <a:solidFill>
                <a:schemeClr val="dk1"/>
              </a:solidFill>
              <a:latin typeface="Lilita One"/>
              <a:ea typeface="Lilita One"/>
              <a:cs typeface="Lilita One"/>
              <a:sym typeface="Lilita One"/>
            </a:endParaRPr>
          </a:p>
        </p:txBody>
      </p:sp>
      <p:sp>
        <p:nvSpPr>
          <p:cNvPr id="436" name="Google Shape;436;p31"/>
          <p:cNvSpPr txBox="1"/>
          <p:nvPr/>
        </p:nvSpPr>
        <p:spPr>
          <a:xfrm rot="-9272901" flipH="1">
            <a:off x="7835846" y="2160468"/>
            <a:ext cx="821642" cy="108948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0">
                <a:solidFill>
                  <a:schemeClr val="dk1"/>
                </a:solidFill>
                <a:latin typeface="Lilita One"/>
                <a:ea typeface="Lilita One"/>
                <a:cs typeface="Lilita One"/>
                <a:sym typeface="Lilita One"/>
              </a:rPr>
              <a:t>¿</a:t>
            </a:r>
            <a:endParaRPr sz="8000">
              <a:solidFill>
                <a:schemeClr val="dk1"/>
              </a:solidFill>
              <a:latin typeface="Lilita One"/>
              <a:ea typeface="Lilita One"/>
              <a:cs typeface="Lilita One"/>
              <a:sym typeface="Lilita One"/>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2"/>
        </a:solidFill>
        <a:effectLst/>
      </p:bgPr>
    </p:bg>
    <p:spTree>
      <p:nvGrpSpPr>
        <p:cNvPr id="1" name="Shape 437"/>
        <p:cNvGrpSpPr/>
        <p:nvPr/>
      </p:nvGrpSpPr>
      <p:grpSpPr>
        <a:xfrm>
          <a:off x="0" y="0"/>
          <a:ext cx="0" cy="0"/>
          <a:chOff x="0" y="0"/>
          <a:chExt cx="0" cy="0"/>
        </a:xfrm>
      </p:grpSpPr>
      <p:sp>
        <p:nvSpPr>
          <p:cNvPr id="438" name="Google Shape;438;p32"/>
          <p:cNvSpPr txBox="1">
            <a:spLocks noGrp="1"/>
          </p:cNvSpPr>
          <p:nvPr>
            <p:ph type="title"/>
          </p:nvPr>
        </p:nvSpPr>
        <p:spPr>
          <a:xfrm>
            <a:off x="1273950" y="1183200"/>
            <a:ext cx="6596100" cy="27771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9600">
                <a:solidFill>
                  <a:schemeClr val="accent2"/>
                </a:solidFill>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grpSp>
        <p:nvGrpSpPr>
          <p:cNvPr id="439" name="Google Shape;439;p32"/>
          <p:cNvGrpSpPr/>
          <p:nvPr/>
        </p:nvGrpSpPr>
        <p:grpSpPr>
          <a:xfrm rot="-899857" flipH="1">
            <a:off x="209708" y="190062"/>
            <a:ext cx="1711973" cy="1846180"/>
            <a:chOff x="-3361711" y="308336"/>
            <a:chExt cx="3987600" cy="4300200"/>
          </a:xfrm>
        </p:grpSpPr>
        <p:grpSp>
          <p:nvGrpSpPr>
            <p:cNvPr id="440" name="Google Shape;440;p32"/>
            <p:cNvGrpSpPr/>
            <p:nvPr/>
          </p:nvGrpSpPr>
          <p:grpSpPr>
            <a:xfrm>
              <a:off x="-3361711" y="308336"/>
              <a:ext cx="3987600" cy="4300200"/>
              <a:chOff x="-2571136" y="421611"/>
              <a:chExt cx="3987600" cy="4300200"/>
            </a:xfrm>
          </p:grpSpPr>
          <p:sp>
            <p:nvSpPr>
              <p:cNvPr id="441" name="Google Shape;441;p32"/>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2" name="Google Shape;442;p32"/>
              <p:cNvGrpSpPr/>
              <p:nvPr/>
            </p:nvGrpSpPr>
            <p:grpSpPr>
              <a:xfrm>
                <a:off x="-2206074" y="809586"/>
                <a:ext cx="3257475" cy="3524250"/>
                <a:chOff x="-2206074" y="819150"/>
                <a:chExt cx="3257475" cy="3524250"/>
              </a:xfrm>
            </p:grpSpPr>
            <p:grpSp>
              <p:nvGrpSpPr>
                <p:cNvPr id="443" name="Google Shape;443;p32"/>
                <p:cNvGrpSpPr/>
                <p:nvPr/>
              </p:nvGrpSpPr>
              <p:grpSpPr>
                <a:xfrm>
                  <a:off x="-2206074" y="819150"/>
                  <a:ext cx="3257475" cy="981000"/>
                  <a:chOff x="-2209800" y="819150"/>
                  <a:chExt cx="3257475" cy="981000"/>
                </a:xfrm>
              </p:grpSpPr>
              <p:sp>
                <p:nvSpPr>
                  <p:cNvPr id="444" name="Google Shape;444;p32"/>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2"/>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6" name="Google Shape;446;p32"/>
                <p:cNvGrpSpPr/>
                <p:nvPr/>
              </p:nvGrpSpPr>
              <p:grpSpPr>
                <a:xfrm>
                  <a:off x="-2206074" y="3362400"/>
                  <a:ext cx="3257475" cy="981000"/>
                  <a:chOff x="-2209800" y="819150"/>
                  <a:chExt cx="3257475" cy="981000"/>
                </a:xfrm>
              </p:grpSpPr>
              <p:sp>
                <p:nvSpPr>
                  <p:cNvPr id="447" name="Google Shape;447;p32"/>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2"/>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449" name="Google Shape;449;p32"/>
            <p:cNvSpPr/>
            <p:nvPr/>
          </p:nvSpPr>
          <p:spPr>
            <a:xfrm>
              <a:off x="-1858399" y="1967936"/>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0" name="Google Shape;450;p32"/>
          <p:cNvGrpSpPr/>
          <p:nvPr/>
        </p:nvGrpSpPr>
        <p:grpSpPr>
          <a:xfrm rot="899857">
            <a:off x="7222308" y="3107262"/>
            <a:ext cx="1711973" cy="1846180"/>
            <a:chOff x="-2571136" y="421611"/>
            <a:chExt cx="3987600" cy="4300200"/>
          </a:xfrm>
        </p:grpSpPr>
        <p:sp>
          <p:nvSpPr>
            <p:cNvPr id="451" name="Google Shape;451;p32"/>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2" name="Google Shape;452;p32"/>
            <p:cNvGrpSpPr/>
            <p:nvPr/>
          </p:nvGrpSpPr>
          <p:grpSpPr>
            <a:xfrm>
              <a:off x="-2206074" y="809586"/>
              <a:ext cx="3257475" cy="3524250"/>
              <a:chOff x="-2206074" y="819150"/>
              <a:chExt cx="3257475" cy="3524250"/>
            </a:xfrm>
          </p:grpSpPr>
          <p:grpSp>
            <p:nvGrpSpPr>
              <p:cNvPr id="453" name="Google Shape;453;p32"/>
              <p:cNvGrpSpPr/>
              <p:nvPr/>
            </p:nvGrpSpPr>
            <p:grpSpPr>
              <a:xfrm>
                <a:off x="-2206074" y="819150"/>
                <a:ext cx="3257475" cy="981000"/>
                <a:chOff x="-2209800" y="819150"/>
                <a:chExt cx="3257475" cy="981000"/>
              </a:xfrm>
            </p:grpSpPr>
            <p:sp>
              <p:nvSpPr>
                <p:cNvPr id="454" name="Google Shape;454;p32"/>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2"/>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6" name="Google Shape;456;p32"/>
              <p:cNvGrpSpPr/>
              <p:nvPr/>
            </p:nvGrpSpPr>
            <p:grpSpPr>
              <a:xfrm>
                <a:off x="-2206074" y="3362400"/>
                <a:ext cx="3257475" cy="981000"/>
                <a:chOff x="-2209800" y="819150"/>
                <a:chExt cx="3257475" cy="981000"/>
              </a:xfrm>
            </p:grpSpPr>
            <p:sp>
              <p:nvSpPr>
                <p:cNvPr id="457" name="Google Shape;457;p32"/>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2"/>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459"/>
        <p:cNvGrpSpPr/>
        <p:nvPr/>
      </p:nvGrpSpPr>
      <p:grpSpPr>
        <a:xfrm>
          <a:off x="0" y="0"/>
          <a:ext cx="0" cy="0"/>
          <a:chOff x="0" y="0"/>
          <a:chExt cx="0" cy="0"/>
        </a:xfrm>
      </p:grpSpPr>
      <p:sp>
        <p:nvSpPr>
          <p:cNvPr id="460" name="Google Shape;460;p33"/>
          <p:cNvSpPr/>
          <p:nvPr/>
        </p:nvSpPr>
        <p:spPr>
          <a:xfrm>
            <a:off x="0" y="4662225"/>
            <a:ext cx="9143844" cy="499547"/>
          </a:xfrm>
          <a:custGeom>
            <a:avLst/>
            <a:gdLst/>
            <a:ahLst/>
            <a:cxnLst/>
            <a:rect l="l" t="t" r="r" b="b"/>
            <a:pathLst>
              <a:path w="269293" h="9441" extrusionOk="0">
                <a:moveTo>
                  <a:pt x="0" y="0"/>
                </a:moveTo>
                <a:lnTo>
                  <a:pt x="0" y="9441"/>
                </a:lnTo>
                <a:lnTo>
                  <a:pt x="269293" y="9441"/>
                </a:lnTo>
                <a:lnTo>
                  <a:pt x="269293" y="0"/>
                </a:lnTo>
                <a:close/>
              </a:path>
            </a:pathLst>
          </a:custGeom>
          <a:solidFill>
            <a:srgbClr val="AB44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3"/>
          <p:cNvSpPr txBox="1">
            <a:spLocks noGrp="1"/>
          </p:cNvSpPr>
          <p:nvPr>
            <p:ph type="title"/>
          </p:nvPr>
        </p:nvSpPr>
        <p:spPr>
          <a:xfrm>
            <a:off x="2785050" y="539500"/>
            <a:ext cx="3573900" cy="641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200"/>
              <a:buNone/>
              <a:defRPr sz="4200">
                <a:solidFill>
                  <a:schemeClr val="accent1"/>
                </a:solidFill>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462" name="Google Shape;462;p33"/>
          <p:cNvSpPr txBox="1">
            <a:spLocks noGrp="1"/>
          </p:cNvSpPr>
          <p:nvPr>
            <p:ph type="subTitle" idx="1"/>
          </p:nvPr>
        </p:nvSpPr>
        <p:spPr>
          <a:xfrm>
            <a:off x="2302650" y="1219200"/>
            <a:ext cx="4538700" cy="13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a:solidFill>
                  <a:schemeClr val="accent1"/>
                </a:solidFill>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grpSp>
        <p:nvGrpSpPr>
          <p:cNvPr id="463" name="Google Shape;463;p33"/>
          <p:cNvGrpSpPr/>
          <p:nvPr/>
        </p:nvGrpSpPr>
        <p:grpSpPr>
          <a:xfrm rot="-899857" flipH="1">
            <a:off x="209708" y="190062"/>
            <a:ext cx="1711973" cy="1846180"/>
            <a:chOff x="-3361711" y="308336"/>
            <a:chExt cx="3987600" cy="4300200"/>
          </a:xfrm>
        </p:grpSpPr>
        <p:grpSp>
          <p:nvGrpSpPr>
            <p:cNvPr id="464" name="Google Shape;464;p33"/>
            <p:cNvGrpSpPr/>
            <p:nvPr/>
          </p:nvGrpSpPr>
          <p:grpSpPr>
            <a:xfrm>
              <a:off x="-3361711" y="308336"/>
              <a:ext cx="3987600" cy="4300200"/>
              <a:chOff x="-2571136" y="421611"/>
              <a:chExt cx="3987600" cy="4300200"/>
            </a:xfrm>
          </p:grpSpPr>
          <p:sp>
            <p:nvSpPr>
              <p:cNvPr id="465" name="Google Shape;465;p33"/>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6" name="Google Shape;466;p33"/>
              <p:cNvGrpSpPr/>
              <p:nvPr/>
            </p:nvGrpSpPr>
            <p:grpSpPr>
              <a:xfrm>
                <a:off x="-2206074" y="809586"/>
                <a:ext cx="3257475" cy="3524250"/>
                <a:chOff x="-2206074" y="819150"/>
                <a:chExt cx="3257475" cy="3524250"/>
              </a:xfrm>
            </p:grpSpPr>
            <p:grpSp>
              <p:nvGrpSpPr>
                <p:cNvPr id="467" name="Google Shape;467;p33"/>
                <p:cNvGrpSpPr/>
                <p:nvPr/>
              </p:nvGrpSpPr>
              <p:grpSpPr>
                <a:xfrm>
                  <a:off x="-2206074" y="819150"/>
                  <a:ext cx="3257475" cy="981000"/>
                  <a:chOff x="-2209800" y="819150"/>
                  <a:chExt cx="3257475" cy="981000"/>
                </a:xfrm>
              </p:grpSpPr>
              <p:sp>
                <p:nvSpPr>
                  <p:cNvPr id="468" name="Google Shape;468;p33"/>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3"/>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0" name="Google Shape;470;p33"/>
                <p:cNvGrpSpPr/>
                <p:nvPr/>
              </p:nvGrpSpPr>
              <p:grpSpPr>
                <a:xfrm>
                  <a:off x="-2206074" y="3362400"/>
                  <a:ext cx="3257475" cy="981000"/>
                  <a:chOff x="-2209800" y="819150"/>
                  <a:chExt cx="3257475" cy="981000"/>
                </a:xfrm>
              </p:grpSpPr>
              <p:sp>
                <p:nvSpPr>
                  <p:cNvPr id="471" name="Google Shape;471;p33"/>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3"/>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473" name="Google Shape;473;p33"/>
            <p:cNvSpPr/>
            <p:nvPr/>
          </p:nvSpPr>
          <p:spPr>
            <a:xfrm>
              <a:off x="-1858399" y="1967936"/>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4" name="Google Shape;474;p33"/>
          <p:cNvGrpSpPr/>
          <p:nvPr/>
        </p:nvGrpSpPr>
        <p:grpSpPr>
          <a:xfrm rot="899857">
            <a:off x="7222308" y="3107262"/>
            <a:ext cx="1711973" cy="1846180"/>
            <a:chOff x="-2571136" y="421611"/>
            <a:chExt cx="3987600" cy="4300200"/>
          </a:xfrm>
        </p:grpSpPr>
        <p:sp>
          <p:nvSpPr>
            <p:cNvPr id="475" name="Google Shape;475;p33"/>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6" name="Google Shape;476;p33"/>
            <p:cNvGrpSpPr/>
            <p:nvPr/>
          </p:nvGrpSpPr>
          <p:grpSpPr>
            <a:xfrm>
              <a:off x="-2206074" y="809586"/>
              <a:ext cx="3257475" cy="3524250"/>
              <a:chOff x="-2206074" y="819150"/>
              <a:chExt cx="3257475" cy="3524250"/>
            </a:xfrm>
          </p:grpSpPr>
          <p:grpSp>
            <p:nvGrpSpPr>
              <p:cNvPr id="477" name="Google Shape;477;p33"/>
              <p:cNvGrpSpPr/>
              <p:nvPr/>
            </p:nvGrpSpPr>
            <p:grpSpPr>
              <a:xfrm>
                <a:off x="-2206074" y="819150"/>
                <a:ext cx="3257475" cy="981000"/>
                <a:chOff x="-2209800" y="819150"/>
                <a:chExt cx="3257475" cy="981000"/>
              </a:xfrm>
            </p:grpSpPr>
            <p:sp>
              <p:nvSpPr>
                <p:cNvPr id="478" name="Google Shape;478;p33"/>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3"/>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0" name="Google Shape;480;p33"/>
              <p:cNvGrpSpPr/>
              <p:nvPr/>
            </p:nvGrpSpPr>
            <p:grpSpPr>
              <a:xfrm>
                <a:off x="-2206074" y="3362400"/>
                <a:ext cx="3257475" cy="981000"/>
                <a:chOff x="-2209800" y="819150"/>
                <a:chExt cx="3257475" cy="981000"/>
              </a:xfrm>
            </p:grpSpPr>
            <p:sp>
              <p:nvSpPr>
                <p:cNvPr id="481" name="Google Shape;481;p33"/>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3"/>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5"/>
        </a:solidFill>
        <a:effectLst/>
      </p:bgPr>
    </p:bg>
    <p:spTree>
      <p:nvGrpSpPr>
        <p:cNvPr id="1" name="Shape 483"/>
        <p:cNvGrpSpPr/>
        <p:nvPr/>
      </p:nvGrpSpPr>
      <p:grpSpPr>
        <a:xfrm>
          <a:off x="0" y="0"/>
          <a:ext cx="0" cy="0"/>
          <a:chOff x="0" y="0"/>
          <a:chExt cx="0" cy="0"/>
        </a:xfrm>
      </p:grpSpPr>
      <p:sp>
        <p:nvSpPr>
          <p:cNvPr id="484" name="Google Shape;484;p34"/>
          <p:cNvSpPr txBox="1">
            <a:spLocks noGrp="1"/>
          </p:cNvSpPr>
          <p:nvPr>
            <p:ph type="title"/>
          </p:nvPr>
        </p:nvSpPr>
        <p:spPr>
          <a:xfrm>
            <a:off x="723900" y="552450"/>
            <a:ext cx="7707000" cy="1409700"/>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None/>
              <a:defRPr sz="5500">
                <a:solidFill>
                  <a:schemeClr val="dk1"/>
                </a:solidFill>
              </a:defRPr>
            </a:lvl1pPr>
            <a:lvl2pPr lvl="1" rtl="0">
              <a:spcBef>
                <a:spcPts val="0"/>
              </a:spcBef>
              <a:spcAft>
                <a:spcPts val="0"/>
              </a:spcAft>
              <a:buSzPts val="3200"/>
              <a:buNone/>
              <a:defRPr>
                <a:latin typeface="Roboto"/>
                <a:ea typeface="Roboto"/>
                <a:cs typeface="Roboto"/>
                <a:sym typeface="Roboto"/>
              </a:defRPr>
            </a:lvl2pPr>
            <a:lvl3pPr lvl="2" rtl="0">
              <a:spcBef>
                <a:spcPts val="0"/>
              </a:spcBef>
              <a:spcAft>
                <a:spcPts val="0"/>
              </a:spcAft>
              <a:buSzPts val="3200"/>
              <a:buNone/>
              <a:defRPr>
                <a:latin typeface="Roboto"/>
                <a:ea typeface="Roboto"/>
                <a:cs typeface="Roboto"/>
                <a:sym typeface="Roboto"/>
              </a:defRPr>
            </a:lvl3pPr>
            <a:lvl4pPr lvl="3" rtl="0">
              <a:spcBef>
                <a:spcPts val="0"/>
              </a:spcBef>
              <a:spcAft>
                <a:spcPts val="0"/>
              </a:spcAft>
              <a:buSzPts val="3200"/>
              <a:buNone/>
              <a:defRPr>
                <a:latin typeface="Roboto"/>
                <a:ea typeface="Roboto"/>
                <a:cs typeface="Roboto"/>
                <a:sym typeface="Roboto"/>
              </a:defRPr>
            </a:lvl4pPr>
            <a:lvl5pPr lvl="4" rtl="0">
              <a:spcBef>
                <a:spcPts val="0"/>
              </a:spcBef>
              <a:spcAft>
                <a:spcPts val="0"/>
              </a:spcAft>
              <a:buSzPts val="3200"/>
              <a:buNone/>
              <a:defRPr>
                <a:latin typeface="Roboto"/>
                <a:ea typeface="Roboto"/>
                <a:cs typeface="Roboto"/>
                <a:sym typeface="Roboto"/>
              </a:defRPr>
            </a:lvl5pPr>
            <a:lvl6pPr lvl="5" rtl="0">
              <a:spcBef>
                <a:spcPts val="0"/>
              </a:spcBef>
              <a:spcAft>
                <a:spcPts val="0"/>
              </a:spcAft>
              <a:buSzPts val="3200"/>
              <a:buNone/>
              <a:defRPr>
                <a:latin typeface="Roboto"/>
                <a:ea typeface="Roboto"/>
                <a:cs typeface="Roboto"/>
                <a:sym typeface="Roboto"/>
              </a:defRPr>
            </a:lvl6pPr>
            <a:lvl7pPr lvl="6" rtl="0">
              <a:spcBef>
                <a:spcPts val="0"/>
              </a:spcBef>
              <a:spcAft>
                <a:spcPts val="0"/>
              </a:spcAft>
              <a:buSzPts val="3200"/>
              <a:buNone/>
              <a:defRPr>
                <a:latin typeface="Roboto"/>
                <a:ea typeface="Roboto"/>
                <a:cs typeface="Roboto"/>
                <a:sym typeface="Roboto"/>
              </a:defRPr>
            </a:lvl7pPr>
            <a:lvl8pPr lvl="7" rtl="0">
              <a:spcBef>
                <a:spcPts val="0"/>
              </a:spcBef>
              <a:spcAft>
                <a:spcPts val="0"/>
              </a:spcAft>
              <a:buSzPts val="3200"/>
              <a:buNone/>
              <a:defRPr>
                <a:latin typeface="Roboto"/>
                <a:ea typeface="Roboto"/>
                <a:cs typeface="Roboto"/>
                <a:sym typeface="Roboto"/>
              </a:defRPr>
            </a:lvl8pPr>
            <a:lvl9pPr lvl="8" rtl="0">
              <a:spcBef>
                <a:spcPts val="0"/>
              </a:spcBef>
              <a:spcAft>
                <a:spcPts val="0"/>
              </a:spcAft>
              <a:buSzPts val="3200"/>
              <a:buNone/>
              <a:defRPr>
                <a:latin typeface="Roboto"/>
                <a:ea typeface="Roboto"/>
                <a:cs typeface="Roboto"/>
                <a:sym typeface="Roboto"/>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2"/>
        </a:solidFill>
        <a:effectLst/>
      </p:bgPr>
    </p:bg>
    <p:spTree>
      <p:nvGrpSpPr>
        <p:cNvPr id="1" name="Shape 485"/>
        <p:cNvGrpSpPr/>
        <p:nvPr/>
      </p:nvGrpSpPr>
      <p:grpSpPr>
        <a:xfrm>
          <a:off x="0" y="0"/>
          <a:ext cx="0" cy="0"/>
          <a:chOff x="0" y="0"/>
          <a:chExt cx="0" cy="0"/>
        </a:xfrm>
      </p:grpSpPr>
      <p:grpSp>
        <p:nvGrpSpPr>
          <p:cNvPr id="486" name="Google Shape;486;p35"/>
          <p:cNvGrpSpPr/>
          <p:nvPr/>
        </p:nvGrpSpPr>
        <p:grpSpPr>
          <a:xfrm>
            <a:off x="-89" y="-21028"/>
            <a:ext cx="4964700" cy="5185500"/>
            <a:chOff x="4227036" y="7547"/>
            <a:chExt cx="4964700" cy="5185500"/>
          </a:xfrm>
        </p:grpSpPr>
        <p:sp>
          <p:nvSpPr>
            <p:cNvPr id="487" name="Google Shape;487;p35"/>
            <p:cNvSpPr/>
            <p:nvPr/>
          </p:nvSpPr>
          <p:spPr>
            <a:xfrm rot="-899950" flipH="1">
              <a:off x="4715607" y="450278"/>
              <a:ext cx="3987558" cy="4300039"/>
            </a:xfrm>
            <a:prstGeom prst="roundRect">
              <a:avLst>
                <a:gd name="adj" fmla="val 5368"/>
              </a:avLst>
            </a:prstGeom>
            <a:solidFill>
              <a:srgbClr val="DA7280"/>
            </a:solidFill>
            <a:ln w="9525" cap="flat" cmpd="sng">
              <a:solidFill>
                <a:srgbClr val="DA728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8" name="Google Shape;488;p35"/>
            <p:cNvGrpSpPr/>
            <p:nvPr/>
          </p:nvGrpSpPr>
          <p:grpSpPr>
            <a:xfrm rot="-899960" flipH="1">
              <a:off x="5080682" y="838252"/>
              <a:ext cx="3257378" cy="3524145"/>
              <a:chOff x="-2206074" y="819150"/>
              <a:chExt cx="3257475" cy="3524250"/>
            </a:xfrm>
          </p:grpSpPr>
          <p:grpSp>
            <p:nvGrpSpPr>
              <p:cNvPr id="489" name="Google Shape;489;p35"/>
              <p:cNvGrpSpPr/>
              <p:nvPr/>
            </p:nvGrpSpPr>
            <p:grpSpPr>
              <a:xfrm>
                <a:off x="-2206074" y="819150"/>
                <a:ext cx="3257475" cy="981000"/>
                <a:chOff x="-2209800" y="819150"/>
                <a:chExt cx="3257475" cy="981000"/>
              </a:xfrm>
            </p:grpSpPr>
            <p:sp>
              <p:nvSpPr>
                <p:cNvPr id="490" name="Google Shape;490;p35"/>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5"/>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2" name="Google Shape;492;p35"/>
              <p:cNvGrpSpPr/>
              <p:nvPr/>
            </p:nvGrpSpPr>
            <p:grpSpPr>
              <a:xfrm>
                <a:off x="-2206074" y="3362400"/>
                <a:ext cx="3257475" cy="981000"/>
                <a:chOff x="-2209800" y="819150"/>
                <a:chExt cx="3257475" cy="981000"/>
              </a:xfrm>
            </p:grpSpPr>
            <p:sp>
              <p:nvSpPr>
                <p:cNvPr id="493" name="Google Shape;493;p35"/>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5"/>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495" name="Google Shape;495;p35"/>
          <p:cNvSpPr txBox="1">
            <a:spLocks noGrp="1"/>
          </p:cNvSpPr>
          <p:nvPr>
            <p:ph type="title" hasCustomPrompt="1"/>
          </p:nvPr>
        </p:nvSpPr>
        <p:spPr>
          <a:xfrm>
            <a:off x="1614450" y="1032225"/>
            <a:ext cx="5915100" cy="1078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5608"/>
              </a:buClr>
              <a:buSzPts val="8000"/>
              <a:buNone/>
              <a:defRPr sz="8000">
                <a:solidFill>
                  <a:schemeClr val="accent2"/>
                </a:solidFill>
              </a:defRPr>
            </a:lvl1pPr>
            <a:lvl2pPr lvl="1" algn="ctr" rtl="0">
              <a:lnSpc>
                <a:spcPct val="100000"/>
              </a:lnSpc>
              <a:spcBef>
                <a:spcPts val="0"/>
              </a:spcBef>
              <a:spcAft>
                <a:spcPts val="0"/>
              </a:spcAft>
              <a:buClr>
                <a:srgbClr val="FF5608"/>
              </a:buClr>
              <a:buSzPts val="8000"/>
              <a:buNone/>
              <a:defRPr sz="8000">
                <a:solidFill>
                  <a:srgbClr val="FF5608"/>
                </a:solidFill>
              </a:defRPr>
            </a:lvl2pPr>
            <a:lvl3pPr lvl="2" algn="ctr" rtl="0">
              <a:lnSpc>
                <a:spcPct val="100000"/>
              </a:lnSpc>
              <a:spcBef>
                <a:spcPts val="0"/>
              </a:spcBef>
              <a:spcAft>
                <a:spcPts val="0"/>
              </a:spcAft>
              <a:buClr>
                <a:srgbClr val="FF5608"/>
              </a:buClr>
              <a:buSzPts val="8000"/>
              <a:buNone/>
              <a:defRPr sz="8000">
                <a:solidFill>
                  <a:srgbClr val="FF5608"/>
                </a:solidFill>
              </a:defRPr>
            </a:lvl3pPr>
            <a:lvl4pPr lvl="3" algn="ctr" rtl="0">
              <a:lnSpc>
                <a:spcPct val="100000"/>
              </a:lnSpc>
              <a:spcBef>
                <a:spcPts val="0"/>
              </a:spcBef>
              <a:spcAft>
                <a:spcPts val="0"/>
              </a:spcAft>
              <a:buClr>
                <a:srgbClr val="FF5608"/>
              </a:buClr>
              <a:buSzPts val="8000"/>
              <a:buNone/>
              <a:defRPr sz="8000">
                <a:solidFill>
                  <a:srgbClr val="FF5608"/>
                </a:solidFill>
              </a:defRPr>
            </a:lvl4pPr>
            <a:lvl5pPr lvl="4" algn="ctr" rtl="0">
              <a:lnSpc>
                <a:spcPct val="100000"/>
              </a:lnSpc>
              <a:spcBef>
                <a:spcPts val="0"/>
              </a:spcBef>
              <a:spcAft>
                <a:spcPts val="0"/>
              </a:spcAft>
              <a:buClr>
                <a:srgbClr val="FF5608"/>
              </a:buClr>
              <a:buSzPts val="8000"/>
              <a:buNone/>
              <a:defRPr sz="8000">
                <a:solidFill>
                  <a:srgbClr val="FF5608"/>
                </a:solidFill>
              </a:defRPr>
            </a:lvl5pPr>
            <a:lvl6pPr lvl="5" algn="ctr" rtl="0">
              <a:lnSpc>
                <a:spcPct val="100000"/>
              </a:lnSpc>
              <a:spcBef>
                <a:spcPts val="0"/>
              </a:spcBef>
              <a:spcAft>
                <a:spcPts val="0"/>
              </a:spcAft>
              <a:buClr>
                <a:srgbClr val="FF5608"/>
              </a:buClr>
              <a:buSzPts val="8000"/>
              <a:buNone/>
              <a:defRPr sz="8000">
                <a:solidFill>
                  <a:srgbClr val="FF5608"/>
                </a:solidFill>
              </a:defRPr>
            </a:lvl6pPr>
            <a:lvl7pPr lvl="6" algn="ctr" rtl="0">
              <a:lnSpc>
                <a:spcPct val="100000"/>
              </a:lnSpc>
              <a:spcBef>
                <a:spcPts val="0"/>
              </a:spcBef>
              <a:spcAft>
                <a:spcPts val="0"/>
              </a:spcAft>
              <a:buClr>
                <a:srgbClr val="FF5608"/>
              </a:buClr>
              <a:buSzPts val="8000"/>
              <a:buNone/>
              <a:defRPr sz="8000">
                <a:solidFill>
                  <a:srgbClr val="FF5608"/>
                </a:solidFill>
              </a:defRPr>
            </a:lvl7pPr>
            <a:lvl8pPr lvl="7" algn="ctr" rtl="0">
              <a:lnSpc>
                <a:spcPct val="100000"/>
              </a:lnSpc>
              <a:spcBef>
                <a:spcPts val="0"/>
              </a:spcBef>
              <a:spcAft>
                <a:spcPts val="0"/>
              </a:spcAft>
              <a:buClr>
                <a:srgbClr val="FF5608"/>
              </a:buClr>
              <a:buSzPts val="8000"/>
              <a:buNone/>
              <a:defRPr sz="8000">
                <a:solidFill>
                  <a:srgbClr val="FF5608"/>
                </a:solidFill>
              </a:defRPr>
            </a:lvl8pPr>
            <a:lvl9pPr lvl="8" algn="ctr" rtl="0">
              <a:lnSpc>
                <a:spcPct val="100000"/>
              </a:lnSpc>
              <a:spcBef>
                <a:spcPts val="0"/>
              </a:spcBef>
              <a:spcAft>
                <a:spcPts val="0"/>
              </a:spcAft>
              <a:buClr>
                <a:srgbClr val="FF5608"/>
              </a:buClr>
              <a:buSzPts val="8000"/>
              <a:buNone/>
              <a:defRPr sz="8000">
                <a:solidFill>
                  <a:srgbClr val="FF5608"/>
                </a:solidFill>
              </a:defRPr>
            </a:lvl9pPr>
          </a:lstStyle>
          <a:p>
            <a:r>
              <a:t>xx%</a:t>
            </a:r>
          </a:p>
        </p:txBody>
      </p:sp>
      <p:sp>
        <p:nvSpPr>
          <p:cNvPr id="496" name="Google Shape;496;p35"/>
          <p:cNvSpPr txBox="1">
            <a:spLocks noGrp="1"/>
          </p:cNvSpPr>
          <p:nvPr>
            <p:ph type="title" idx="2"/>
          </p:nvPr>
        </p:nvSpPr>
        <p:spPr>
          <a:xfrm>
            <a:off x="1714500" y="2110425"/>
            <a:ext cx="5715000" cy="417900"/>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None/>
              <a:defRPr sz="1600">
                <a:latin typeface="Roboto"/>
                <a:ea typeface="Roboto"/>
                <a:cs typeface="Roboto"/>
                <a:sym typeface="Roboto"/>
              </a:defRPr>
            </a:lvl1pPr>
            <a:lvl2pPr lvl="1" rtl="0">
              <a:spcBef>
                <a:spcPts val="0"/>
              </a:spcBef>
              <a:spcAft>
                <a:spcPts val="0"/>
              </a:spcAft>
              <a:buSzPts val="3200"/>
              <a:buNone/>
              <a:defRPr>
                <a:latin typeface="Roboto"/>
                <a:ea typeface="Roboto"/>
                <a:cs typeface="Roboto"/>
                <a:sym typeface="Roboto"/>
              </a:defRPr>
            </a:lvl2pPr>
            <a:lvl3pPr lvl="2" rtl="0">
              <a:spcBef>
                <a:spcPts val="0"/>
              </a:spcBef>
              <a:spcAft>
                <a:spcPts val="0"/>
              </a:spcAft>
              <a:buSzPts val="3200"/>
              <a:buNone/>
              <a:defRPr>
                <a:latin typeface="Roboto"/>
                <a:ea typeface="Roboto"/>
                <a:cs typeface="Roboto"/>
                <a:sym typeface="Roboto"/>
              </a:defRPr>
            </a:lvl3pPr>
            <a:lvl4pPr lvl="3" rtl="0">
              <a:spcBef>
                <a:spcPts val="0"/>
              </a:spcBef>
              <a:spcAft>
                <a:spcPts val="0"/>
              </a:spcAft>
              <a:buSzPts val="3200"/>
              <a:buNone/>
              <a:defRPr>
                <a:latin typeface="Roboto"/>
                <a:ea typeface="Roboto"/>
                <a:cs typeface="Roboto"/>
                <a:sym typeface="Roboto"/>
              </a:defRPr>
            </a:lvl4pPr>
            <a:lvl5pPr lvl="4" rtl="0">
              <a:spcBef>
                <a:spcPts val="0"/>
              </a:spcBef>
              <a:spcAft>
                <a:spcPts val="0"/>
              </a:spcAft>
              <a:buSzPts val="3200"/>
              <a:buNone/>
              <a:defRPr>
                <a:latin typeface="Roboto"/>
                <a:ea typeface="Roboto"/>
                <a:cs typeface="Roboto"/>
                <a:sym typeface="Roboto"/>
              </a:defRPr>
            </a:lvl5pPr>
            <a:lvl6pPr lvl="5" rtl="0">
              <a:spcBef>
                <a:spcPts val="0"/>
              </a:spcBef>
              <a:spcAft>
                <a:spcPts val="0"/>
              </a:spcAft>
              <a:buSzPts val="3200"/>
              <a:buNone/>
              <a:defRPr>
                <a:latin typeface="Roboto"/>
                <a:ea typeface="Roboto"/>
                <a:cs typeface="Roboto"/>
                <a:sym typeface="Roboto"/>
              </a:defRPr>
            </a:lvl6pPr>
            <a:lvl7pPr lvl="6" rtl="0">
              <a:spcBef>
                <a:spcPts val="0"/>
              </a:spcBef>
              <a:spcAft>
                <a:spcPts val="0"/>
              </a:spcAft>
              <a:buSzPts val="3200"/>
              <a:buNone/>
              <a:defRPr>
                <a:latin typeface="Roboto"/>
                <a:ea typeface="Roboto"/>
                <a:cs typeface="Roboto"/>
                <a:sym typeface="Roboto"/>
              </a:defRPr>
            </a:lvl7pPr>
            <a:lvl8pPr lvl="7" rtl="0">
              <a:spcBef>
                <a:spcPts val="0"/>
              </a:spcBef>
              <a:spcAft>
                <a:spcPts val="0"/>
              </a:spcAft>
              <a:buSzPts val="3200"/>
              <a:buNone/>
              <a:defRPr>
                <a:latin typeface="Roboto"/>
                <a:ea typeface="Roboto"/>
                <a:cs typeface="Roboto"/>
                <a:sym typeface="Roboto"/>
              </a:defRPr>
            </a:lvl8pPr>
            <a:lvl9pPr lvl="8" rtl="0">
              <a:spcBef>
                <a:spcPts val="0"/>
              </a:spcBef>
              <a:spcAft>
                <a:spcPts val="0"/>
              </a:spcAft>
              <a:buSzPts val="3200"/>
              <a:buNone/>
              <a:defRPr>
                <a:latin typeface="Roboto"/>
                <a:ea typeface="Roboto"/>
                <a:cs typeface="Roboto"/>
                <a:sym typeface="Roboto"/>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97"/>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able of contents">
  <p:cSld name="CUSTOM">
    <p:bg>
      <p:bgPr>
        <a:solidFill>
          <a:schemeClr val="lt1"/>
        </a:solidFill>
        <a:effectLst/>
      </p:bgPr>
    </p:bg>
    <p:spTree>
      <p:nvGrpSpPr>
        <p:cNvPr id="1" name="Shape 498"/>
        <p:cNvGrpSpPr/>
        <p:nvPr/>
      </p:nvGrpSpPr>
      <p:grpSpPr>
        <a:xfrm>
          <a:off x="0" y="0"/>
          <a:ext cx="0" cy="0"/>
          <a:chOff x="0" y="0"/>
          <a:chExt cx="0" cy="0"/>
        </a:xfrm>
      </p:grpSpPr>
      <p:grpSp>
        <p:nvGrpSpPr>
          <p:cNvPr id="499" name="Google Shape;499;p37"/>
          <p:cNvGrpSpPr/>
          <p:nvPr/>
        </p:nvGrpSpPr>
        <p:grpSpPr>
          <a:xfrm rot="10800000" flipH="1">
            <a:off x="7012442" y="10"/>
            <a:ext cx="2131500" cy="2226300"/>
            <a:chOff x="7012442" y="2917195"/>
            <a:chExt cx="2131500" cy="2226300"/>
          </a:xfrm>
        </p:grpSpPr>
        <p:sp>
          <p:nvSpPr>
            <p:cNvPr id="500" name="Google Shape;500;p37"/>
            <p:cNvSpPr/>
            <p:nvPr/>
          </p:nvSpPr>
          <p:spPr>
            <a:xfrm rot="900037">
              <a:off x="7222223" y="3107281"/>
              <a:ext cx="1711938" cy="1846129"/>
            </a:xfrm>
            <a:prstGeom prst="roundRect">
              <a:avLst>
                <a:gd name="adj" fmla="val 5368"/>
              </a:avLst>
            </a:prstGeom>
            <a:solidFill>
              <a:srgbClr val="5F8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7"/>
            <p:cNvSpPr/>
            <p:nvPr/>
          </p:nvSpPr>
          <p:spPr>
            <a:xfrm rot="899198">
              <a:off x="7867772" y="3819737"/>
              <a:ext cx="421124" cy="421124"/>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2" name="Google Shape;502;p37"/>
          <p:cNvGrpSpPr/>
          <p:nvPr/>
        </p:nvGrpSpPr>
        <p:grpSpPr>
          <a:xfrm rot="10800000" flipH="1">
            <a:off x="47" y="2917210"/>
            <a:ext cx="2131500" cy="2226300"/>
            <a:chOff x="47" y="-5"/>
            <a:chExt cx="2131500" cy="2226300"/>
          </a:xfrm>
        </p:grpSpPr>
        <p:sp>
          <p:nvSpPr>
            <p:cNvPr id="503" name="Google Shape;503;p37"/>
            <p:cNvSpPr/>
            <p:nvPr/>
          </p:nvSpPr>
          <p:spPr>
            <a:xfrm rot="-900037" flipH="1">
              <a:off x="209828" y="190081"/>
              <a:ext cx="1711938" cy="1846129"/>
            </a:xfrm>
            <a:prstGeom prst="roundRect">
              <a:avLst>
                <a:gd name="adj" fmla="val 5368"/>
              </a:avLst>
            </a:prstGeom>
            <a:solidFill>
              <a:srgbClr val="5F8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4" name="Google Shape;504;p37"/>
            <p:cNvGrpSpPr/>
            <p:nvPr/>
          </p:nvGrpSpPr>
          <p:grpSpPr>
            <a:xfrm rot="-899857" flipH="1">
              <a:off x="366438" y="356630"/>
              <a:ext cx="1398513" cy="1513046"/>
              <a:chOff x="-2206074" y="819150"/>
              <a:chExt cx="3257475" cy="3524250"/>
            </a:xfrm>
          </p:grpSpPr>
          <p:sp>
            <p:nvSpPr>
              <p:cNvPr id="505" name="Google Shape;505;p37"/>
              <p:cNvSpPr/>
              <p:nvPr/>
            </p:nvSpPr>
            <p:spPr>
              <a:xfrm>
                <a:off x="-2206074"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7"/>
              <p:cNvSpPr/>
              <p:nvPr/>
            </p:nvSpPr>
            <p:spPr>
              <a:xfrm>
                <a:off x="70401" y="336240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7" name="Google Shape;507;p37"/>
            <p:cNvSpPr/>
            <p:nvPr/>
          </p:nvSpPr>
          <p:spPr>
            <a:xfrm rot="-899198" flipH="1">
              <a:off x="855093" y="902537"/>
              <a:ext cx="421124" cy="421124"/>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8" name="Google Shape;508;p37"/>
          <p:cNvSpPr txBox="1">
            <a:spLocks noGrp="1"/>
          </p:cNvSpPr>
          <p:nvPr>
            <p:ph type="title"/>
          </p:nvPr>
        </p:nvSpPr>
        <p:spPr>
          <a:xfrm>
            <a:off x="720000" y="540000"/>
            <a:ext cx="77040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2800"/>
              <a:buFont typeface="Lilita One"/>
              <a:buNone/>
              <a:defRPr sz="3200">
                <a:solidFill>
                  <a:schemeClr val="accent1"/>
                </a:solidFill>
                <a:latin typeface="Lilita One"/>
                <a:ea typeface="Lilita One"/>
                <a:cs typeface="Lilita One"/>
                <a:sym typeface="Lilita One"/>
              </a:defRPr>
            </a:lvl1pPr>
            <a:lvl2pPr lvl="1" rtl="0">
              <a:spcBef>
                <a:spcPts val="0"/>
              </a:spcBef>
              <a:spcAft>
                <a:spcPts val="0"/>
              </a:spcAft>
              <a:buClr>
                <a:srgbClr val="FFFFFF"/>
              </a:buClr>
              <a:buSzPts val="2800"/>
              <a:buFont typeface="Bubblegum Sans"/>
              <a:buNone/>
              <a:defRPr sz="2800">
                <a:solidFill>
                  <a:srgbClr val="FFFFFF"/>
                </a:solidFill>
                <a:latin typeface="Bubblegum Sans"/>
                <a:ea typeface="Bubblegum Sans"/>
                <a:cs typeface="Bubblegum Sans"/>
                <a:sym typeface="Bubblegum Sans"/>
              </a:defRPr>
            </a:lvl2pPr>
            <a:lvl3pPr lvl="2" rtl="0">
              <a:spcBef>
                <a:spcPts val="0"/>
              </a:spcBef>
              <a:spcAft>
                <a:spcPts val="0"/>
              </a:spcAft>
              <a:buClr>
                <a:srgbClr val="FFFFFF"/>
              </a:buClr>
              <a:buSzPts val="2800"/>
              <a:buFont typeface="Bubblegum Sans"/>
              <a:buNone/>
              <a:defRPr sz="2800">
                <a:solidFill>
                  <a:srgbClr val="FFFFFF"/>
                </a:solidFill>
                <a:latin typeface="Bubblegum Sans"/>
                <a:ea typeface="Bubblegum Sans"/>
                <a:cs typeface="Bubblegum Sans"/>
                <a:sym typeface="Bubblegum Sans"/>
              </a:defRPr>
            </a:lvl3pPr>
            <a:lvl4pPr lvl="3" rtl="0">
              <a:spcBef>
                <a:spcPts val="0"/>
              </a:spcBef>
              <a:spcAft>
                <a:spcPts val="0"/>
              </a:spcAft>
              <a:buClr>
                <a:srgbClr val="FFFFFF"/>
              </a:buClr>
              <a:buSzPts val="2800"/>
              <a:buFont typeface="Bubblegum Sans"/>
              <a:buNone/>
              <a:defRPr sz="2800">
                <a:solidFill>
                  <a:srgbClr val="FFFFFF"/>
                </a:solidFill>
                <a:latin typeface="Bubblegum Sans"/>
                <a:ea typeface="Bubblegum Sans"/>
                <a:cs typeface="Bubblegum Sans"/>
                <a:sym typeface="Bubblegum Sans"/>
              </a:defRPr>
            </a:lvl4pPr>
            <a:lvl5pPr lvl="4" rtl="0">
              <a:spcBef>
                <a:spcPts val="0"/>
              </a:spcBef>
              <a:spcAft>
                <a:spcPts val="0"/>
              </a:spcAft>
              <a:buClr>
                <a:srgbClr val="FFFFFF"/>
              </a:buClr>
              <a:buSzPts val="2800"/>
              <a:buFont typeface="Bubblegum Sans"/>
              <a:buNone/>
              <a:defRPr sz="2800">
                <a:solidFill>
                  <a:srgbClr val="FFFFFF"/>
                </a:solidFill>
                <a:latin typeface="Bubblegum Sans"/>
                <a:ea typeface="Bubblegum Sans"/>
                <a:cs typeface="Bubblegum Sans"/>
                <a:sym typeface="Bubblegum Sans"/>
              </a:defRPr>
            </a:lvl5pPr>
            <a:lvl6pPr lvl="5" rtl="0">
              <a:spcBef>
                <a:spcPts val="0"/>
              </a:spcBef>
              <a:spcAft>
                <a:spcPts val="0"/>
              </a:spcAft>
              <a:buClr>
                <a:srgbClr val="FFFFFF"/>
              </a:buClr>
              <a:buSzPts val="2800"/>
              <a:buFont typeface="Bubblegum Sans"/>
              <a:buNone/>
              <a:defRPr sz="2800">
                <a:solidFill>
                  <a:srgbClr val="FFFFFF"/>
                </a:solidFill>
                <a:latin typeface="Bubblegum Sans"/>
                <a:ea typeface="Bubblegum Sans"/>
                <a:cs typeface="Bubblegum Sans"/>
                <a:sym typeface="Bubblegum Sans"/>
              </a:defRPr>
            </a:lvl6pPr>
            <a:lvl7pPr lvl="6" rtl="0">
              <a:spcBef>
                <a:spcPts val="0"/>
              </a:spcBef>
              <a:spcAft>
                <a:spcPts val="0"/>
              </a:spcAft>
              <a:buClr>
                <a:srgbClr val="FFFFFF"/>
              </a:buClr>
              <a:buSzPts val="2800"/>
              <a:buFont typeface="Bubblegum Sans"/>
              <a:buNone/>
              <a:defRPr sz="2800">
                <a:solidFill>
                  <a:srgbClr val="FFFFFF"/>
                </a:solidFill>
                <a:latin typeface="Bubblegum Sans"/>
                <a:ea typeface="Bubblegum Sans"/>
                <a:cs typeface="Bubblegum Sans"/>
                <a:sym typeface="Bubblegum Sans"/>
              </a:defRPr>
            </a:lvl7pPr>
            <a:lvl8pPr lvl="7" rtl="0">
              <a:spcBef>
                <a:spcPts val="0"/>
              </a:spcBef>
              <a:spcAft>
                <a:spcPts val="0"/>
              </a:spcAft>
              <a:buClr>
                <a:srgbClr val="FFFFFF"/>
              </a:buClr>
              <a:buSzPts val="2800"/>
              <a:buFont typeface="Bubblegum Sans"/>
              <a:buNone/>
              <a:defRPr sz="2800">
                <a:solidFill>
                  <a:srgbClr val="FFFFFF"/>
                </a:solidFill>
                <a:latin typeface="Bubblegum Sans"/>
                <a:ea typeface="Bubblegum Sans"/>
                <a:cs typeface="Bubblegum Sans"/>
                <a:sym typeface="Bubblegum Sans"/>
              </a:defRPr>
            </a:lvl8pPr>
            <a:lvl9pPr lvl="8" rtl="0">
              <a:spcBef>
                <a:spcPts val="0"/>
              </a:spcBef>
              <a:spcAft>
                <a:spcPts val="0"/>
              </a:spcAft>
              <a:buClr>
                <a:srgbClr val="FFFFFF"/>
              </a:buClr>
              <a:buSzPts val="2800"/>
              <a:buFont typeface="Bubblegum Sans"/>
              <a:buNone/>
              <a:defRPr sz="2800">
                <a:solidFill>
                  <a:srgbClr val="FFFFFF"/>
                </a:solidFill>
                <a:latin typeface="Bubblegum Sans"/>
                <a:ea typeface="Bubblegum Sans"/>
                <a:cs typeface="Bubblegum Sans"/>
                <a:sym typeface="Bubblegum Sans"/>
              </a:defRPr>
            </a:lvl9pPr>
          </a:lstStyle>
          <a:p>
            <a:endParaRPr/>
          </a:p>
        </p:txBody>
      </p:sp>
      <p:sp>
        <p:nvSpPr>
          <p:cNvPr id="509" name="Google Shape;509;p37"/>
          <p:cNvSpPr txBox="1">
            <a:spLocks noGrp="1"/>
          </p:cNvSpPr>
          <p:nvPr>
            <p:ph type="title" idx="2" hasCustomPrompt="1"/>
          </p:nvPr>
        </p:nvSpPr>
        <p:spPr>
          <a:xfrm>
            <a:off x="4668038" y="1469900"/>
            <a:ext cx="1503900" cy="1078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5608"/>
              </a:buClr>
              <a:buSzPts val="8000"/>
              <a:buNone/>
              <a:defRPr sz="8000">
                <a:solidFill>
                  <a:schemeClr val="accent4"/>
                </a:solidFill>
              </a:defRPr>
            </a:lvl1pPr>
            <a:lvl2pPr lvl="1" algn="ctr" rtl="0">
              <a:lnSpc>
                <a:spcPct val="100000"/>
              </a:lnSpc>
              <a:spcBef>
                <a:spcPts val="0"/>
              </a:spcBef>
              <a:spcAft>
                <a:spcPts val="0"/>
              </a:spcAft>
              <a:buClr>
                <a:srgbClr val="FF5608"/>
              </a:buClr>
              <a:buSzPts val="8000"/>
              <a:buNone/>
              <a:defRPr sz="8000">
                <a:solidFill>
                  <a:srgbClr val="FF5608"/>
                </a:solidFill>
              </a:defRPr>
            </a:lvl2pPr>
            <a:lvl3pPr lvl="2" algn="ctr" rtl="0">
              <a:lnSpc>
                <a:spcPct val="100000"/>
              </a:lnSpc>
              <a:spcBef>
                <a:spcPts val="0"/>
              </a:spcBef>
              <a:spcAft>
                <a:spcPts val="0"/>
              </a:spcAft>
              <a:buClr>
                <a:srgbClr val="FF5608"/>
              </a:buClr>
              <a:buSzPts val="8000"/>
              <a:buNone/>
              <a:defRPr sz="8000">
                <a:solidFill>
                  <a:srgbClr val="FF5608"/>
                </a:solidFill>
              </a:defRPr>
            </a:lvl3pPr>
            <a:lvl4pPr lvl="3" algn="ctr" rtl="0">
              <a:lnSpc>
                <a:spcPct val="100000"/>
              </a:lnSpc>
              <a:spcBef>
                <a:spcPts val="0"/>
              </a:spcBef>
              <a:spcAft>
                <a:spcPts val="0"/>
              </a:spcAft>
              <a:buClr>
                <a:srgbClr val="FF5608"/>
              </a:buClr>
              <a:buSzPts val="8000"/>
              <a:buNone/>
              <a:defRPr sz="8000">
                <a:solidFill>
                  <a:srgbClr val="FF5608"/>
                </a:solidFill>
              </a:defRPr>
            </a:lvl4pPr>
            <a:lvl5pPr lvl="4" algn="ctr" rtl="0">
              <a:lnSpc>
                <a:spcPct val="100000"/>
              </a:lnSpc>
              <a:spcBef>
                <a:spcPts val="0"/>
              </a:spcBef>
              <a:spcAft>
                <a:spcPts val="0"/>
              </a:spcAft>
              <a:buClr>
                <a:srgbClr val="FF5608"/>
              </a:buClr>
              <a:buSzPts val="8000"/>
              <a:buNone/>
              <a:defRPr sz="8000">
                <a:solidFill>
                  <a:srgbClr val="FF5608"/>
                </a:solidFill>
              </a:defRPr>
            </a:lvl5pPr>
            <a:lvl6pPr lvl="5" algn="ctr" rtl="0">
              <a:lnSpc>
                <a:spcPct val="100000"/>
              </a:lnSpc>
              <a:spcBef>
                <a:spcPts val="0"/>
              </a:spcBef>
              <a:spcAft>
                <a:spcPts val="0"/>
              </a:spcAft>
              <a:buClr>
                <a:srgbClr val="FF5608"/>
              </a:buClr>
              <a:buSzPts val="8000"/>
              <a:buNone/>
              <a:defRPr sz="8000">
                <a:solidFill>
                  <a:srgbClr val="FF5608"/>
                </a:solidFill>
              </a:defRPr>
            </a:lvl6pPr>
            <a:lvl7pPr lvl="6" algn="ctr" rtl="0">
              <a:lnSpc>
                <a:spcPct val="100000"/>
              </a:lnSpc>
              <a:spcBef>
                <a:spcPts val="0"/>
              </a:spcBef>
              <a:spcAft>
                <a:spcPts val="0"/>
              </a:spcAft>
              <a:buClr>
                <a:srgbClr val="FF5608"/>
              </a:buClr>
              <a:buSzPts val="8000"/>
              <a:buNone/>
              <a:defRPr sz="8000">
                <a:solidFill>
                  <a:srgbClr val="FF5608"/>
                </a:solidFill>
              </a:defRPr>
            </a:lvl7pPr>
            <a:lvl8pPr lvl="7" algn="ctr" rtl="0">
              <a:lnSpc>
                <a:spcPct val="100000"/>
              </a:lnSpc>
              <a:spcBef>
                <a:spcPts val="0"/>
              </a:spcBef>
              <a:spcAft>
                <a:spcPts val="0"/>
              </a:spcAft>
              <a:buClr>
                <a:srgbClr val="FF5608"/>
              </a:buClr>
              <a:buSzPts val="8000"/>
              <a:buNone/>
              <a:defRPr sz="8000">
                <a:solidFill>
                  <a:srgbClr val="FF5608"/>
                </a:solidFill>
              </a:defRPr>
            </a:lvl8pPr>
            <a:lvl9pPr lvl="8" algn="ctr" rtl="0">
              <a:lnSpc>
                <a:spcPct val="100000"/>
              </a:lnSpc>
              <a:spcBef>
                <a:spcPts val="0"/>
              </a:spcBef>
              <a:spcAft>
                <a:spcPts val="0"/>
              </a:spcAft>
              <a:buClr>
                <a:srgbClr val="FF5608"/>
              </a:buClr>
              <a:buSzPts val="8000"/>
              <a:buNone/>
              <a:defRPr sz="8000">
                <a:solidFill>
                  <a:srgbClr val="FF5608"/>
                </a:solidFill>
              </a:defRPr>
            </a:lvl9pPr>
          </a:lstStyle>
          <a:p>
            <a:r>
              <a:t>xx%</a:t>
            </a:r>
          </a:p>
        </p:txBody>
      </p:sp>
      <p:sp>
        <p:nvSpPr>
          <p:cNvPr id="510" name="Google Shape;510;p37"/>
          <p:cNvSpPr txBox="1">
            <a:spLocks noGrp="1"/>
          </p:cNvSpPr>
          <p:nvPr>
            <p:ph type="subTitle" idx="1"/>
          </p:nvPr>
        </p:nvSpPr>
        <p:spPr>
          <a:xfrm>
            <a:off x="6228188" y="1502900"/>
            <a:ext cx="2179200" cy="449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2000"/>
              <a:buFont typeface="Lilita One"/>
              <a:buNone/>
              <a:defRPr sz="2100">
                <a:solidFill>
                  <a:schemeClr val="lt2"/>
                </a:solidFill>
                <a:latin typeface="Lilita One"/>
                <a:ea typeface="Lilita One"/>
                <a:cs typeface="Lilita One"/>
                <a:sym typeface="Lilita 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511" name="Google Shape;511;p37"/>
          <p:cNvSpPr txBox="1">
            <a:spLocks noGrp="1"/>
          </p:cNvSpPr>
          <p:nvPr>
            <p:ph type="subTitle" idx="3"/>
          </p:nvPr>
        </p:nvSpPr>
        <p:spPr>
          <a:xfrm>
            <a:off x="6228188" y="1975350"/>
            <a:ext cx="2370600" cy="572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2000"/>
              <a:buNone/>
              <a:defRPr sz="1600">
                <a:solidFill>
                  <a:schemeClr val="accent1"/>
                </a:solidFill>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512" name="Google Shape;512;p37"/>
          <p:cNvSpPr txBox="1">
            <a:spLocks noGrp="1"/>
          </p:cNvSpPr>
          <p:nvPr>
            <p:ph type="title" idx="4" hasCustomPrompt="1"/>
          </p:nvPr>
        </p:nvSpPr>
        <p:spPr>
          <a:xfrm>
            <a:off x="4668038" y="3003900"/>
            <a:ext cx="1503900" cy="1078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5608"/>
              </a:buClr>
              <a:buSzPts val="8000"/>
              <a:buNone/>
              <a:defRPr sz="8000">
                <a:solidFill>
                  <a:schemeClr val="accent4"/>
                </a:solidFill>
              </a:defRPr>
            </a:lvl1pPr>
            <a:lvl2pPr lvl="1" algn="ctr" rtl="0">
              <a:lnSpc>
                <a:spcPct val="100000"/>
              </a:lnSpc>
              <a:spcBef>
                <a:spcPts val="0"/>
              </a:spcBef>
              <a:spcAft>
                <a:spcPts val="0"/>
              </a:spcAft>
              <a:buClr>
                <a:srgbClr val="FF5608"/>
              </a:buClr>
              <a:buSzPts val="8000"/>
              <a:buNone/>
              <a:defRPr sz="8000">
                <a:solidFill>
                  <a:srgbClr val="FF5608"/>
                </a:solidFill>
              </a:defRPr>
            </a:lvl2pPr>
            <a:lvl3pPr lvl="2" algn="ctr" rtl="0">
              <a:lnSpc>
                <a:spcPct val="100000"/>
              </a:lnSpc>
              <a:spcBef>
                <a:spcPts val="0"/>
              </a:spcBef>
              <a:spcAft>
                <a:spcPts val="0"/>
              </a:spcAft>
              <a:buClr>
                <a:srgbClr val="FF5608"/>
              </a:buClr>
              <a:buSzPts val="8000"/>
              <a:buNone/>
              <a:defRPr sz="8000">
                <a:solidFill>
                  <a:srgbClr val="FF5608"/>
                </a:solidFill>
              </a:defRPr>
            </a:lvl3pPr>
            <a:lvl4pPr lvl="3" algn="ctr" rtl="0">
              <a:lnSpc>
                <a:spcPct val="100000"/>
              </a:lnSpc>
              <a:spcBef>
                <a:spcPts val="0"/>
              </a:spcBef>
              <a:spcAft>
                <a:spcPts val="0"/>
              </a:spcAft>
              <a:buClr>
                <a:srgbClr val="FF5608"/>
              </a:buClr>
              <a:buSzPts val="8000"/>
              <a:buNone/>
              <a:defRPr sz="8000">
                <a:solidFill>
                  <a:srgbClr val="FF5608"/>
                </a:solidFill>
              </a:defRPr>
            </a:lvl4pPr>
            <a:lvl5pPr lvl="4" algn="ctr" rtl="0">
              <a:lnSpc>
                <a:spcPct val="100000"/>
              </a:lnSpc>
              <a:spcBef>
                <a:spcPts val="0"/>
              </a:spcBef>
              <a:spcAft>
                <a:spcPts val="0"/>
              </a:spcAft>
              <a:buClr>
                <a:srgbClr val="FF5608"/>
              </a:buClr>
              <a:buSzPts val="8000"/>
              <a:buNone/>
              <a:defRPr sz="8000">
                <a:solidFill>
                  <a:srgbClr val="FF5608"/>
                </a:solidFill>
              </a:defRPr>
            </a:lvl5pPr>
            <a:lvl6pPr lvl="5" algn="ctr" rtl="0">
              <a:lnSpc>
                <a:spcPct val="100000"/>
              </a:lnSpc>
              <a:spcBef>
                <a:spcPts val="0"/>
              </a:spcBef>
              <a:spcAft>
                <a:spcPts val="0"/>
              </a:spcAft>
              <a:buClr>
                <a:srgbClr val="FF5608"/>
              </a:buClr>
              <a:buSzPts val="8000"/>
              <a:buNone/>
              <a:defRPr sz="8000">
                <a:solidFill>
                  <a:srgbClr val="FF5608"/>
                </a:solidFill>
              </a:defRPr>
            </a:lvl6pPr>
            <a:lvl7pPr lvl="6" algn="ctr" rtl="0">
              <a:lnSpc>
                <a:spcPct val="100000"/>
              </a:lnSpc>
              <a:spcBef>
                <a:spcPts val="0"/>
              </a:spcBef>
              <a:spcAft>
                <a:spcPts val="0"/>
              </a:spcAft>
              <a:buClr>
                <a:srgbClr val="FF5608"/>
              </a:buClr>
              <a:buSzPts val="8000"/>
              <a:buNone/>
              <a:defRPr sz="8000">
                <a:solidFill>
                  <a:srgbClr val="FF5608"/>
                </a:solidFill>
              </a:defRPr>
            </a:lvl7pPr>
            <a:lvl8pPr lvl="7" algn="ctr" rtl="0">
              <a:lnSpc>
                <a:spcPct val="100000"/>
              </a:lnSpc>
              <a:spcBef>
                <a:spcPts val="0"/>
              </a:spcBef>
              <a:spcAft>
                <a:spcPts val="0"/>
              </a:spcAft>
              <a:buClr>
                <a:srgbClr val="FF5608"/>
              </a:buClr>
              <a:buSzPts val="8000"/>
              <a:buNone/>
              <a:defRPr sz="8000">
                <a:solidFill>
                  <a:srgbClr val="FF5608"/>
                </a:solidFill>
              </a:defRPr>
            </a:lvl8pPr>
            <a:lvl9pPr lvl="8" algn="ctr" rtl="0">
              <a:lnSpc>
                <a:spcPct val="100000"/>
              </a:lnSpc>
              <a:spcBef>
                <a:spcPts val="0"/>
              </a:spcBef>
              <a:spcAft>
                <a:spcPts val="0"/>
              </a:spcAft>
              <a:buClr>
                <a:srgbClr val="FF5608"/>
              </a:buClr>
              <a:buSzPts val="8000"/>
              <a:buNone/>
              <a:defRPr sz="8000">
                <a:solidFill>
                  <a:srgbClr val="FF5608"/>
                </a:solidFill>
              </a:defRPr>
            </a:lvl9pPr>
          </a:lstStyle>
          <a:p>
            <a:r>
              <a:t>xx%</a:t>
            </a:r>
          </a:p>
        </p:txBody>
      </p:sp>
      <p:sp>
        <p:nvSpPr>
          <p:cNvPr id="513" name="Google Shape;513;p37"/>
          <p:cNvSpPr txBox="1">
            <a:spLocks noGrp="1"/>
          </p:cNvSpPr>
          <p:nvPr>
            <p:ph type="subTitle" idx="5"/>
          </p:nvPr>
        </p:nvSpPr>
        <p:spPr>
          <a:xfrm>
            <a:off x="6228188" y="3036138"/>
            <a:ext cx="2179200" cy="449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2000"/>
              <a:buFont typeface="Lilita One"/>
              <a:buNone/>
              <a:defRPr sz="2100">
                <a:solidFill>
                  <a:schemeClr val="lt2"/>
                </a:solidFill>
                <a:latin typeface="Lilita One"/>
                <a:ea typeface="Lilita One"/>
                <a:cs typeface="Lilita One"/>
                <a:sym typeface="Lilita 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514" name="Google Shape;514;p37"/>
          <p:cNvSpPr txBox="1">
            <a:spLocks noGrp="1"/>
          </p:cNvSpPr>
          <p:nvPr>
            <p:ph type="subTitle" idx="6"/>
          </p:nvPr>
        </p:nvSpPr>
        <p:spPr>
          <a:xfrm>
            <a:off x="6228188" y="3485538"/>
            <a:ext cx="2370600" cy="572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2000"/>
              <a:buNone/>
              <a:defRPr sz="1600">
                <a:solidFill>
                  <a:schemeClr val="accent1"/>
                </a:solidFill>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515" name="Google Shape;515;p37"/>
          <p:cNvSpPr txBox="1">
            <a:spLocks noGrp="1"/>
          </p:cNvSpPr>
          <p:nvPr>
            <p:ph type="title" idx="7" hasCustomPrompt="1"/>
          </p:nvPr>
        </p:nvSpPr>
        <p:spPr>
          <a:xfrm>
            <a:off x="2971988" y="1469900"/>
            <a:ext cx="1503900" cy="1078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5608"/>
              </a:buClr>
              <a:buSzPts val="8000"/>
              <a:buNone/>
              <a:defRPr sz="8000">
                <a:solidFill>
                  <a:schemeClr val="accent4"/>
                </a:solidFill>
              </a:defRPr>
            </a:lvl1pPr>
            <a:lvl2pPr lvl="1" algn="ctr" rtl="0">
              <a:lnSpc>
                <a:spcPct val="100000"/>
              </a:lnSpc>
              <a:spcBef>
                <a:spcPts val="0"/>
              </a:spcBef>
              <a:spcAft>
                <a:spcPts val="0"/>
              </a:spcAft>
              <a:buClr>
                <a:srgbClr val="FF5608"/>
              </a:buClr>
              <a:buSzPts val="8000"/>
              <a:buNone/>
              <a:defRPr sz="8000">
                <a:solidFill>
                  <a:srgbClr val="FF5608"/>
                </a:solidFill>
              </a:defRPr>
            </a:lvl2pPr>
            <a:lvl3pPr lvl="2" algn="ctr" rtl="0">
              <a:lnSpc>
                <a:spcPct val="100000"/>
              </a:lnSpc>
              <a:spcBef>
                <a:spcPts val="0"/>
              </a:spcBef>
              <a:spcAft>
                <a:spcPts val="0"/>
              </a:spcAft>
              <a:buClr>
                <a:srgbClr val="FF5608"/>
              </a:buClr>
              <a:buSzPts val="8000"/>
              <a:buNone/>
              <a:defRPr sz="8000">
                <a:solidFill>
                  <a:srgbClr val="FF5608"/>
                </a:solidFill>
              </a:defRPr>
            </a:lvl3pPr>
            <a:lvl4pPr lvl="3" algn="ctr" rtl="0">
              <a:lnSpc>
                <a:spcPct val="100000"/>
              </a:lnSpc>
              <a:spcBef>
                <a:spcPts val="0"/>
              </a:spcBef>
              <a:spcAft>
                <a:spcPts val="0"/>
              </a:spcAft>
              <a:buClr>
                <a:srgbClr val="FF5608"/>
              </a:buClr>
              <a:buSzPts val="8000"/>
              <a:buNone/>
              <a:defRPr sz="8000">
                <a:solidFill>
                  <a:srgbClr val="FF5608"/>
                </a:solidFill>
              </a:defRPr>
            </a:lvl4pPr>
            <a:lvl5pPr lvl="4" algn="ctr" rtl="0">
              <a:lnSpc>
                <a:spcPct val="100000"/>
              </a:lnSpc>
              <a:spcBef>
                <a:spcPts val="0"/>
              </a:spcBef>
              <a:spcAft>
                <a:spcPts val="0"/>
              </a:spcAft>
              <a:buClr>
                <a:srgbClr val="FF5608"/>
              </a:buClr>
              <a:buSzPts val="8000"/>
              <a:buNone/>
              <a:defRPr sz="8000">
                <a:solidFill>
                  <a:srgbClr val="FF5608"/>
                </a:solidFill>
              </a:defRPr>
            </a:lvl5pPr>
            <a:lvl6pPr lvl="5" algn="ctr" rtl="0">
              <a:lnSpc>
                <a:spcPct val="100000"/>
              </a:lnSpc>
              <a:spcBef>
                <a:spcPts val="0"/>
              </a:spcBef>
              <a:spcAft>
                <a:spcPts val="0"/>
              </a:spcAft>
              <a:buClr>
                <a:srgbClr val="FF5608"/>
              </a:buClr>
              <a:buSzPts val="8000"/>
              <a:buNone/>
              <a:defRPr sz="8000">
                <a:solidFill>
                  <a:srgbClr val="FF5608"/>
                </a:solidFill>
              </a:defRPr>
            </a:lvl6pPr>
            <a:lvl7pPr lvl="6" algn="ctr" rtl="0">
              <a:lnSpc>
                <a:spcPct val="100000"/>
              </a:lnSpc>
              <a:spcBef>
                <a:spcPts val="0"/>
              </a:spcBef>
              <a:spcAft>
                <a:spcPts val="0"/>
              </a:spcAft>
              <a:buClr>
                <a:srgbClr val="FF5608"/>
              </a:buClr>
              <a:buSzPts val="8000"/>
              <a:buNone/>
              <a:defRPr sz="8000">
                <a:solidFill>
                  <a:srgbClr val="FF5608"/>
                </a:solidFill>
              </a:defRPr>
            </a:lvl7pPr>
            <a:lvl8pPr lvl="7" algn="ctr" rtl="0">
              <a:lnSpc>
                <a:spcPct val="100000"/>
              </a:lnSpc>
              <a:spcBef>
                <a:spcPts val="0"/>
              </a:spcBef>
              <a:spcAft>
                <a:spcPts val="0"/>
              </a:spcAft>
              <a:buClr>
                <a:srgbClr val="FF5608"/>
              </a:buClr>
              <a:buSzPts val="8000"/>
              <a:buNone/>
              <a:defRPr sz="8000">
                <a:solidFill>
                  <a:srgbClr val="FF5608"/>
                </a:solidFill>
              </a:defRPr>
            </a:lvl8pPr>
            <a:lvl9pPr lvl="8" algn="ctr" rtl="0">
              <a:lnSpc>
                <a:spcPct val="100000"/>
              </a:lnSpc>
              <a:spcBef>
                <a:spcPts val="0"/>
              </a:spcBef>
              <a:spcAft>
                <a:spcPts val="0"/>
              </a:spcAft>
              <a:buClr>
                <a:srgbClr val="FF5608"/>
              </a:buClr>
              <a:buSzPts val="8000"/>
              <a:buNone/>
              <a:defRPr sz="8000">
                <a:solidFill>
                  <a:srgbClr val="FF5608"/>
                </a:solidFill>
              </a:defRPr>
            </a:lvl9pPr>
          </a:lstStyle>
          <a:p>
            <a:r>
              <a:t>xx%</a:t>
            </a:r>
          </a:p>
        </p:txBody>
      </p:sp>
      <p:sp>
        <p:nvSpPr>
          <p:cNvPr id="516" name="Google Shape;516;p37"/>
          <p:cNvSpPr txBox="1">
            <a:spLocks noGrp="1"/>
          </p:cNvSpPr>
          <p:nvPr>
            <p:ph type="title" idx="8" hasCustomPrompt="1"/>
          </p:nvPr>
        </p:nvSpPr>
        <p:spPr>
          <a:xfrm>
            <a:off x="2971988" y="3003900"/>
            <a:ext cx="1503900" cy="1078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5608"/>
              </a:buClr>
              <a:buSzPts val="8000"/>
              <a:buNone/>
              <a:defRPr sz="8000">
                <a:solidFill>
                  <a:schemeClr val="accent4"/>
                </a:solidFill>
              </a:defRPr>
            </a:lvl1pPr>
            <a:lvl2pPr lvl="1" algn="ctr" rtl="0">
              <a:lnSpc>
                <a:spcPct val="100000"/>
              </a:lnSpc>
              <a:spcBef>
                <a:spcPts val="0"/>
              </a:spcBef>
              <a:spcAft>
                <a:spcPts val="0"/>
              </a:spcAft>
              <a:buClr>
                <a:srgbClr val="FF5608"/>
              </a:buClr>
              <a:buSzPts val="8000"/>
              <a:buNone/>
              <a:defRPr sz="8000">
                <a:solidFill>
                  <a:srgbClr val="FF5608"/>
                </a:solidFill>
              </a:defRPr>
            </a:lvl2pPr>
            <a:lvl3pPr lvl="2" algn="ctr" rtl="0">
              <a:lnSpc>
                <a:spcPct val="100000"/>
              </a:lnSpc>
              <a:spcBef>
                <a:spcPts val="0"/>
              </a:spcBef>
              <a:spcAft>
                <a:spcPts val="0"/>
              </a:spcAft>
              <a:buClr>
                <a:srgbClr val="FF5608"/>
              </a:buClr>
              <a:buSzPts val="8000"/>
              <a:buNone/>
              <a:defRPr sz="8000">
                <a:solidFill>
                  <a:srgbClr val="FF5608"/>
                </a:solidFill>
              </a:defRPr>
            </a:lvl3pPr>
            <a:lvl4pPr lvl="3" algn="ctr" rtl="0">
              <a:lnSpc>
                <a:spcPct val="100000"/>
              </a:lnSpc>
              <a:spcBef>
                <a:spcPts val="0"/>
              </a:spcBef>
              <a:spcAft>
                <a:spcPts val="0"/>
              </a:spcAft>
              <a:buClr>
                <a:srgbClr val="FF5608"/>
              </a:buClr>
              <a:buSzPts val="8000"/>
              <a:buNone/>
              <a:defRPr sz="8000">
                <a:solidFill>
                  <a:srgbClr val="FF5608"/>
                </a:solidFill>
              </a:defRPr>
            </a:lvl4pPr>
            <a:lvl5pPr lvl="4" algn="ctr" rtl="0">
              <a:lnSpc>
                <a:spcPct val="100000"/>
              </a:lnSpc>
              <a:spcBef>
                <a:spcPts val="0"/>
              </a:spcBef>
              <a:spcAft>
                <a:spcPts val="0"/>
              </a:spcAft>
              <a:buClr>
                <a:srgbClr val="FF5608"/>
              </a:buClr>
              <a:buSzPts val="8000"/>
              <a:buNone/>
              <a:defRPr sz="8000">
                <a:solidFill>
                  <a:srgbClr val="FF5608"/>
                </a:solidFill>
              </a:defRPr>
            </a:lvl5pPr>
            <a:lvl6pPr lvl="5" algn="ctr" rtl="0">
              <a:lnSpc>
                <a:spcPct val="100000"/>
              </a:lnSpc>
              <a:spcBef>
                <a:spcPts val="0"/>
              </a:spcBef>
              <a:spcAft>
                <a:spcPts val="0"/>
              </a:spcAft>
              <a:buClr>
                <a:srgbClr val="FF5608"/>
              </a:buClr>
              <a:buSzPts val="8000"/>
              <a:buNone/>
              <a:defRPr sz="8000">
                <a:solidFill>
                  <a:srgbClr val="FF5608"/>
                </a:solidFill>
              </a:defRPr>
            </a:lvl6pPr>
            <a:lvl7pPr lvl="6" algn="ctr" rtl="0">
              <a:lnSpc>
                <a:spcPct val="100000"/>
              </a:lnSpc>
              <a:spcBef>
                <a:spcPts val="0"/>
              </a:spcBef>
              <a:spcAft>
                <a:spcPts val="0"/>
              </a:spcAft>
              <a:buClr>
                <a:srgbClr val="FF5608"/>
              </a:buClr>
              <a:buSzPts val="8000"/>
              <a:buNone/>
              <a:defRPr sz="8000">
                <a:solidFill>
                  <a:srgbClr val="FF5608"/>
                </a:solidFill>
              </a:defRPr>
            </a:lvl7pPr>
            <a:lvl8pPr lvl="7" algn="ctr" rtl="0">
              <a:lnSpc>
                <a:spcPct val="100000"/>
              </a:lnSpc>
              <a:spcBef>
                <a:spcPts val="0"/>
              </a:spcBef>
              <a:spcAft>
                <a:spcPts val="0"/>
              </a:spcAft>
              <a:buClr>
                <a:srgbClr val="FF5608"/>
              </a:buClr>
              <a:buSzPts val="8000"/>
              <a:buNone/>
              <a:defRPr sz="8000">
                <a:solidFill>
                  <a:srgbClr val="FF5608"/>
                </a:solidFill>
              </a:defRPr>
            </a:lvl8pPr>
            <a:lvl9pPr lvl="8" algn="ctr" rtl="0">
              <a:lnSpc>
                <a:spcPct val="100000"/>
              </a:lnSpc>
              <a:spcBef>
                <a:spcPts val="0"/>
              </a:spcBef>
              <a:spcAft>
                <a:spcPts val="0"/>
              </a:spcAft>
              <a:buClr>
                <a:srgbClr val="FF5608"/>
              </a:buClr>
              <a:buSzPts val="8000"/>
              <a:buNone/>
              <a:defRPr sz="8000">
                <a:solidFill>
                  <a:srgbClr val="FF5608"/>
                </a:solidFill>
              </a:defRPr>
            </a:lvl9pPr>
          </a:lstStyle>
          <a:p>
            <a:r>
              <a:t>xx%</a:t>
            </a:r>
          </a:p>
        </p:txBody>
      </p:sp>
      <p:sp>
        <p:nvSpPr>
          <p:cNvPr id="517" name="Google Shape;517;p37"/>
          <p:cNvSpPr txBox="1">
            <a:spLocks noGrp="1"/>
          </p:cNvSpPr>
          <p:nvPr>
            <p:ph type="subTitle" idx="9"/>
          </p:nvPr>
        </p:nvSpPr>
        <p:spPr>
          <a:xfrm>
            <a:off x="736613" y="1502900"/>
            <a:ext cx="2179200" cy="4494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rgbClr val="FFFFFF"/>
              </a:buClr>
              <a:buSzPts val="2000"/>
              <a:buFont typeface="Lilita One"/>
              <a:buNone/>
              <a:defRPr sz="2100">
                <a:solidFill>
                  <a:schemeClr val="lt2"/>
                </a:solidFill>
                <a:latin typeface="Lilita One"/>
                <a:ea typeface="Lilita One"/>
                <a:cs typeface="Lilita One"/>
                <a:sym typeface="Lilita One"/>
              </a:defRPr>
            </a:lvl1pPr>
            <a:lvl2pPr lvl="1" algn="r" rtl="0">
              <a:lnSpc>
                <a:spcPct val="100000"/>
              </a:lnSpc>
              <a:spcBef>
                <a:spcPts val="0"/>
              </a:spcBef>
              <a:spcAft>
                <a:spcPts val="0"/>
              </a:spcAft>
              <a:buSzPts val="1600"/>
              <a:buNone/>
              <a:defRPr/>
            </a:lvl2pPr>
            <a:lvl3pPr lvl="2" algn="r" rtl="0">
              <a:lnSpc>
                <a:spcPct val="100000"/>
              </a:lnSpc>
              <a:spcBef>
                <a:spcPts val="0"/>
              </a:spcBef>
              <a:spcAft>
                <a:spcPts val="0"/>
              </a:spcAft>
              <a:buSzPts val="1600"/>
              <a:buNone/>
              <a:defRPr/>
            </a:lvl3pPr>
            <a:lvl4pPr lvl="3" algn="r" rtl="0">
              <a:lnSpc>
                <a:spcPct val="100000"/>
              </a:lnSpc>
              <a:spcBef>
                <a:spcPts val="0"/>
              </a:spcBef>
              <a:spcAft>
                <a:spcPts val="0"/>
              </a:spcAft>
              <a:buSzPts val="1600"/>
              <a:buNone/>
              <a:defRPr/>
            </a:lvl4pPr>
            <a:lvl5pPr lvl="4" algn="r" rtl="0">
              <a:lnSpc>
                <a:spcPct val="100000"/>
              </a:lnSpc>
              <a:spcBef>
                <a:spcPts val="0"/>
              </a:spcBef>
              <a:spcAft>
                <a:spcPts val="0"/>
              </a:spcAft>
              <a:buSzPts val="1600"/>
              <a:buNone/>
              <a:defRPr/>
            </a:lvl5pPr>
            <a:lvl6pPr lvl="5" algn="r" rtl="0">
              <a:lnSpc>
                <a:spcPct val="100000"/>
              </a:lnSpc>
              <a:spcBef>
                <a:spcPts val="0"/>
              </a:spcBef>
              <a:spcAft>
                <a:spcPts val="0"/>
              </a:spcAft>
              <a:buSzPts val="1600"/>
              <a:buNone/>
              <a:defRPr/>
            </a:lvl6pPr>
            <a:lvl7pPr lvl="6" algn="r" rtl="0">
              <a:lnSpc>
                <a:spcPct val="100000"/>
              </a:lnSpc>
              <a:spcBef>
                <a:spcPts val="0"/>
              </a:spcBef>
              <a:spcAft>
                <a:spcPts val="0"/>
              </a:spcAft>
              <a:buSzPts val="1600"/>
              <a:buNone/>
              <a:defRPr/>
            </a:lvl7pPr>
            <a:lvl8pPr lvl="7" algn="r" rtl="0">
              <a:lnSpc>
                <a:spcPct val="100000"/>
              </a:lnSpc>
              <a:spcBef>
                <a:spcPts val="0"/>
              </a:spcBef>
              <a:spcAft>
                <a:spcPts val="0"/>
              </a:spcAft>
              <a:buSzPts val="1600"/>
              <a:buNone/>
              <a:defRPr/>
            </a:lvl8pPr>
            <a:lvl9pPr lvl="8" algn="r" rtl="0">
              <a:lnSpc>
                <a:spcPct val="100000"/>
              </a:lnSpc>
              <a:spcBef>
                <a:spcPts val="0"/>
              </a:spcBef>
              <a:spcAft>
                <a:spcPts val="0"/>
              </a:spcAft>
              <a:buSzPts val="1600"/>
              <a:buNone/>
              <a:defRPr/>
            </a:lvl9pPr>
          </a:lstStyle>
          <a:p>
            <a:endParaRPr/>
          </a:p>
        </p:txBody>
      </p:sp>
      <p:sp>
        <p:nvSpPr>
          <p:cNvPr id="518" name="Google Shape;518;p37"/>
          <p:cNvSpPr txBox="1">
            <a:spLocks noGrp="1"/>
          </p:cNvSpPr>
          <p:nvPr>
            <p:ph type="subTitle" idx="13"/>
          </p:nvPr>
        </p:nvSpPr>
        <p:spPr>
          <a:xfrm>
            <a:off x="545363" y="1975350"/>
            <a:ext cx="2370600" cy="572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rgbClr val="FFFFFF"/>
              </a:buClr>
              <a:buSzPts val="2000"/>
              <a:buNone/>
              <a:defRPr sz="1600">
                <a:solidFill>
                  <a:schemeClr val="accent1"/>
                </a:solidFill>
              </a:defRPr>
            </a:lvl1pPr>
            <a:lvl2pPr lvl="1" algn="r" rtl="0">
              <a:lnSpc>
                <a:spcPct val="100000"/>
              </a:lnSpc>
              <a:spcBef>
                <a:spcPts val="0"/>
              </a:spcBef>
              <a:spcAft>
                <a:spcPts val="0"/>
              </a:spcAft>
              <a:buSzPts val="1600"/>
              <a:buNone/>
              <a:defRPr/>
            </a:lvl2pPr>
            <a:lvl3pPr lvl="2" algn="r" rtl="0">
              <a:lnSpc>
                <a:spcPct val="100000"/>
              </a:lnSpc>
              <a:spcBef>
                <a:spcPts val="0"/>
              </a:spcBef>
              <a:spcAft>
                <a:spcPts val="0"/>
              </a:spcAft>
              <a:buSzPts val="1600"/>
              <a:buNone/>
              <a:defRPr/>
            </a:lvl3pPr>
            <a:lvl4pPr lvl="3" algn="r" rtl="0">
              <a:lnSpc>
                <a:spcPct val="100000"/>
              </a:lnSpc>
              <a:spcBef>
                <a:spcPts val="0"/>
              </a:spcBef>
              <a:spcAft>
                <a:spcPts val="0"/>
              </a:spcAft>
              <a:buSzPts val="1600"/>
              <a:buNone/>
              <a:defRPr/>
            </a:lvl4pPr>
            <a:lvl5pPr lvl="4" algn="r" rtl="0">
              <a:lnSpc>
                <a:spcPct val="100000"/>
              </a:lnSpc>
              <a:spcBef>
                <a:spcPts val="0"/>
              </a:spcBef>
              <a:spcAft>
                <a:spcPts val="0"/>
              </a:spcAft>
              <a:buSzPts val="1600"/>
              <a:buNone/>
              <a:defRPr/>
            </a:lvl5pPr>
            <a:lvl6pPr lvl="5" algn="r" rtl="0">
              <a:lnSpc>
                <a:spcPct val="100000"/>
              </a:lnSpc>
              <a:spcBef>
                <a:spcPts val="0"/>
              </a:spcBef>
              <a:spcAft>
                <a:spcPts val="0"/>
              </a:spcAft>
              <a:buSzPts val="1600"/>
              <a:buNone/>
              <a:defRPr/>
            </a:lvl6pPr>
            <a:lvl7pPr lvl="6" algn="r" rtl="0">
              <a:lnSpc>
                <a:spcPct val="100000"/>
              </a:lnSpc>
              <a:spcBef>
                <a:spcPts val="0"/>
              </a:spcBef>
              <a:spcAft>
                <a:spcPts val="0"/>
              </a:spcAft>
              <a:buSzPts val="1600"/>
              <a:buNone/>
              <a:defRPr/>
            </a:lvl7pPr>
            <a:lvl8pPr lvl="7" algn="r" rtl="0">
              <a:lnSpc>
                <a:spcPct val="100000"/>
              </a:lnSpc>
              <a:spcBef>
                <a:spcPts val="0"/>
              </a:spcBef>
              <a:spcAft>
                <a:spcPts val="0"/>
              </a:spcAft>
              <a:buSzPts val="1600"/>
              <a:buNone/>
              <a:defRPr/>
            </a:lvl8pPr>
            <a:lvl9pPr lvl="8" algn="r" rtl="0">
              <a:lnSpc>
                <a:spcPct val="100000"/>
              </a:lnSpc>
              <a:spcBef>
                <a:spcPts val="0"/>
              </a:spcBef>
              <a:spcAft>
                <a:spcPts val="0"/>
              </a:spcAft>
              <a:buSzPts val="1600"/>
              <a:buNone/>
              <a:defRPr/>
            </a:lvl9pPr>
          </a:lstStyle>
          <a:p>
            <a:endParaRPr/>
          </a:p>
        </p:txBody>
      </p:sp>
      <p:sp>
        <p:nvSpPr>
          <p:cNvPr id="519" name="Google Shape;519;p37"/>
          <p:cNvSpPr txBox="1">
            <a:spLocks noGrp="1"/>
          </p:cNvSpPr>
          <p:nvPr>
            <p:ph type="subTitle" idx="14"/>
          </p:nvPr>
        </p:nvSpPr>
        <p:spPr>
          <a:xfrm>
            <a:off x="736613" y="3036138"/>
            <a:ext cx="2179200" cy="4494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rgbClr val="FFFFFF"/>
              </a:buClr>
              <a:buSzPts val="2000"/>
              <a:buFont typeface="Lilita One"/>
              <a:buNone/>
              <a:defRPr sz="2100">
                <a:solidFill>
                  <a:schemeClr val="lt2"/>
                </a:solidFill>
                <a:latin typeface="Lilita One"/>
                <a:ea typeface="Lilita One"/>
                <a:cs typeface="Lilita One"/>
                <a:sym typeface="Lilita One"/>
              </a:defRPr>
            </a:lvl1pPr>
            <a:lvl2pPr lvl="1" algn="r" rtl="0">
              <a:lnSpc>
                <a:spcPct val="100000"/>
              </a:lnSpc>
              <a:spcBef>
                <a:spcPts val="0"/>
              </a:spcBef>
              <a:spcAft>
                <a:spcPts val="0"/>
              </a:spcAft>
              <a:buSzPts val="1600"/>
              <a:buNone/>
              <a:defRPr/>
            </a:lvl2pPr>
            <a:lvl3pPr lvl="2" algn="r" rtl="0">
              <a:lnSpc>
                <a:spcPct val="100000"/>
              </a:lnSpc>
              <a:spcBef>
                <a:spcPts val="0"/>
              </a:spcBef>
              <a:spcAft>
                <a:spcPts val="0"/>
              </a:spcAft>
              <a:buSzPts val="1600"/>
              <a:buNone/>
              <a:defRPr/>
            </a:lvl3pPr>
            <a:lvl4pPr lvl="3" algn="r" rtl="0">
              <a:lnSpc>
                <a:spcPct val="100000"/>
              </a:lnSpc>
              <a:spcBef>
                <a:spcPts val="0"/>
              </a:spcBef>
              <a:spcAft>
                <a:spcPts val="0"/>
              </a:spcAft>
              <a:buSzPts val="1600"/>
              <a:buNone/>
              <a:defRPr/>
            </a:lvl4pPr>
            <a:lvl5pPr lvl="4" algn="r" rtl="0">
              <a:lnSpc>
                <a:spcPct val="100000"/>
              </a:lnSpc>
              <a:spcBef>
                <a:spcPts val="0"/>
              </a:spcBef>
              <a:spcAft>
                <a:spcPts val="0"/>
              </a:spcAft>
              <a:buSzPts val="1600"/>
              <a:buNone/>
              <a:defRPr/>
            </a:lvl5pPr>
            <a:lvl6pPr lvl="5" algn="r" rtl="0">
              <a:lnSpc>
                <a:spcPct val="100000"/>
              </a:lnSpc>
              <a:spcBef>
                <a:spcPts val="0"/>
              </a:spcBef>
              <a:spcAft>
                <a:spcPts val="0"/>
              </a:spcAft>
              <a:buSzPts val="1600"/>
              <a:buNone/>
              <a:defRPr/>
            </a:lvl6pPr>
            <a:lvl7pPr lvl="6" algn="r" rtl="0">
              <a:lnSpc>
                <a:spcPct val="100000"/>
              </a:lnSpc>
              <a:spcBef>
                <a:spcPts val="0"/>
              </a:spcBef>
              <a:spcAft>
                <a:spcPts val="0"/>
              </a:spcAft>
              <a:buSzPts val="1600"/>
              <a:buNone/>
              <a:defRPr/>
            </a:lvl7pPr>
            <a:lvl8pPr lvl="7" algn="r" rtl="0">
              <a:lnSpc>
                <a:spcPct val="100000"/>
              </a:lnSpc>
              <a:spcBef>
                <a:spcPts val="0"/>
              </a:spcBef>
              <a:spcAft>
                <a:spcPts val="0"/>
              </a:spcAft>
              <a:buSzPts val="1600"/>
              <a:buNone/>
              <a:defRPr/>
            </a:lvl8pPr>
            <a:lvl9pPr lvl="8" algn="r" rtl="0">
              <a:lnSpc>
                <a:spcPct val="100000"/>
              </a:lnSpc>
              <a:spcBef>
                <a:spcPts val="0"/>
              </a:spcBef>
              <a:spcAft>
                <a:spcPts val="0"/>
              </a:spcAft>
              <a:buSzPts val="1600"/>
              <a:buNone/>
              <a:defRPr/>
            </a:lvl9pPr>
          </a:lstStyle>
          <a:p>
            <a:endParaRPr/>
          </a:p>
        </p:txBody>
      </p:sp>
      <p:sp>
        <p:nvSpPr>
          <p:cNvPr id="520" name="Google Shape;520;p37"/>
          <p:cNvSpPr txBox="1">
            <a:spLocks noGrp="1"/>
          </p:cNvSpPr>
          <p:nvPr>
            <p:ph type="subTitle" idx="15"/>
          </p:nvPr>
        </p:nvSpPr>
        <p:spPr>
          <a:xfrm>
            <a:off x="545213" y="3485538"/>
            <a:ext cx="2370600" cy="572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rgbClr val="FFFFFF"/>
              </a:buClr>
              <a:buSzPts val="2000"/>
              <a:buNone/>
              <a:defRPr sz="1600">
                <a:solidFill>
                  <a:schemeClr val="accent1"/>
                </a:solidFill>
              </a:defRPr>
            </a:lvl1pPr>
            <a:lvl2pPr lvl="1" algn="r" rtl="0">
              <a:lnSpc>
                <a:spcPct val="100000"/>
              </a:lnSpc>
              <a:spcBef>
                <a:spcPts val="0"/>
              </a:spcBef>
              <a:spcAft>
                <a:spcPts val="0"/>
              </a:spcAft>
              <a:buSzPts val="1600"/>
              <a:buNone/>
              <a:defRPr/>
            </a:lvl2pPr>
            <a:lvl3pPr lvl="2" algn="r" rtl="0">
              <a:lnSpc>
                <a:spcPct val="100000"/>
              </a:lnSpc>
              <a:spcBef>
                <a:spcPts val="0"/>
              </a:spcBef>
              <a:spcAft>
                <a:spcPts val="0"/>
              </a:spcAft>
              <a:buSzPts val="1600"/>
              <a:buNone/>
              <a:defRPr/>
            </a:lvl3pPr>
            <a:lvl4pPr lvl="3" algn="r" rtl="0">
              <a:lnSpc>
                <a:spcPct val="100000"/>
              </a:lnSpc>
              <a:spcBef>
                <a:spcPts val="0"/>
              </a:spcBef>
              <a:spcAft>
                <a:spcPts val="0"/>
              </a:spcAft>
              <a:buSzPts val="1600"/>
              <a:buNone/>
              <a:defRPr/>
            </a:lvl4pPr>
            <a:lvl5pPr lvl="4" algn="r" rtl="0">
              <a:lnSpc>
                <a:spcPct val="100000"/>
              </a:lnSpc>
              <a:spcBef>
                <a:spcPts val="0"/>
              </a:spcBef>
              <a:spcAft>
                <a:spcPts val="0"/>
              </a:spcAft>
              <a:buSzPts val="1600"/>
              <a:buNone/>
              <a:defRPr/>
            </a:lvl5pPr>
            <a:lvl6pPr lvl="5" algn="r" rtl="0">
              <a:lnSpc>
                <a:spcPct val="100000"/>
              </a:lnSpc>
              <a:spcBef>
                <a:spcPts val="0"/>
              </a:spcBef>
              <a:spcAft>
                <a:spcPts val="0"/>
              </a:spcAft>
              <a:buSzPts val="1600"/>
              <a:buNone/>
              <a:defRPr/>
            </a:lvl6pPr>
            <a:lvl7pPr lvl="6" algn="r" rtl="0">
              <a:lnSpc>
                <a:spcPct val="100000"/>
              </a:lnSpc>
              <a:spcBef>
                <a:spcPts val="0"/>
              </a:spcBef>
              <a:spcAft>
                <a:spcPts val="0"/>
              </a:spcAft>
              <a:buSzPts val="1600"/>
              <a:buNone/>
              <a:defRPr/>
            </a:lvl7pPr>
            <a:lvl8pPr lvl="7" algn="r" rtl="0">
              <a:lnSpc>
                <a:spcPct val="100000"/>
              </a:lnSpc>
              <a:spcBef>
                <a:spcPts val="0"/>
              </a:spcBef>
              <a:spcAft>
                <a:spcPts val="0"/>
              </a:spcAft>
              <a:buSzPts val="1600"/>
              <a:buNone/>
              <a:defRPr/>
            </a:lvl8pPr>
            <a:lvl9pPr lvl="8" algn="r" rtl="0">
              <a:lnSpc>
                <a:spcPct val="100000"/>
              </a:lnSpc>
              <a:spcBef>
                <a:spcPts val="0"/>
              </a:spcBef>
              <a:spcAft>
                <a:spcPts val="0"/>
              </a:spcAft>
              <a:buSzPts val="16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Quote">
  <p:cSld name="CUSTOM_1">
    <p:bg>
      <p:bgPr>
        <a:solidFill>
          <a:schemeClr val="lt1"/>
        </a:solidFill>
        <a:effectLst/>
      </p:bgPr>
    </p:bg>
    <p:spTree>
      <p:nvGrpSpPr>
        <p:cNvPr id="1" name="Shape 521"/>
        <p:cNvGrpSpPr/>
        <p:nvPr/>
      </p:nvGrpSpPr>
      <p:grpSpPr>
        <a:xfrm>
          <a:off x="0" y="0"/>
          <a:ext cx="0" cy="0"/>
          <a:chOff x="0" y="0"/>
          <a:chExt cx="0" cy="0"/>
        </a:xfrm>
      </p:grpSpPr>
      <p:grpSp>
        <p:nvGrpSpPr>
          <p:cNvPr id="522" name="Google Shape;522;p38"/>
          <p:cNvGrpSpPr/>
          <p:nvPr/>
        </p:nvGrpSpPr>
        <p:grpSpPr>
          <a:xfrm rot="10800000" flipH="1">
            <a:off x="7012492" y="10"/>
            <a:ext cx="2131500" cy="2226300"/>
            <a:chOff x="47" y="-5"/>
            <a:chExt cx="2131500" cy="2226300"/>
          </a:xfrm>
        </p:grpSpPr>
        <p:sp>
          <p:nvSpPr>
            <p:cNvPr id="523" name="Google Shape;523;p38"/>
            <p:cNvSpPr/>
            <p:nvPr/>
          </p:nvSpPr>
          <p:spPr>
            <a:xfrm rot="-900037" flipH="1">
              <a:off x="209828" y="190081"/>
              <a:ext cx="1711938" cy="1846129"/>
            </a:xfrm>
            <a:prstGeom prst="roundRect">
              <a:avLst>
                <a:gd name="adj" fmla="val 5368"/>
              </a:avLst>
            </a:prstGeom>
            <a:solidFill>
              <a:srgbClr val="5F8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4" name="Google Shape;524;p38"/>
            <p:cNvGrpSpPr/>
            <p:nvPr/>
          </p:nvGrpSpPr>
          <p:grpSpPr>
            <a:xfrm rot="-899857" flipH="1">
              <a:off x="366438" y="356630"/>
              <a:ext cx="1398513" cy="1513046"/>
              <a:chOff x="-2206074" y="819150"/>
              <a:chExt cx="3257475" cy="3524250"/>
            </a:xfrm>
          </p:grpSpPr>
          <p:sp>
            <p:nvSpPr>
              <p:cNvPr id="525" name="Google Shape;525;p38"/>
              <p:cNvSpPr/>
              <p:nvPr/>
            </p:nvSpPr>
            <p:spPr>
              <a:xfrm>
                <a:off x="-2206074"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8"/>
              <p:cNvSpPr/>
              <p:nvPr/>
            </p:nvSpPr>
            <p:spPr>
              <a:xfrm>
                <a:off x="70401" y="336240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7" name="Google Shape;527;p38"/>
            <p:cNvSpPr/>
            <p:nvPr/>
          </p:nvSpPr>
          <p:spPr>
            <a:xfrm rot="-899198" flipH="1">
              <a:off x="855093" y="902537"/>
              <a:ext cx="421124" cy="421124"/>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8" name="Google Shape;528;p38"/>
          <p:cNvGrpSpPr/>
          <p:nvPr/>
        </p:nvGrpSpPr>
        <p:grpSpPr>
          <a:xfrm>
            <a:off x="-89" y="-21028"/>
            <a:ext cx="4964700" cy="5185500"/>
            <a:chOff x="4227036" y="7547"/>
            <a:chExt cx="4964700" cy="5185500"/>
          </a:xfrm>
        </p:grpSpPr>
        <p:sp>
          <p:nvSpPr>
            <p:cNvPr id="529" name="Google Shape;529;p38"/>
            <p:cNvSpPr/>
            <p:nvPr/>
          </p:nvSpPr>
          <p:spPr>
            <a:xfrm rot="-899950" flipH="1">
              <a:off x="4715607" y="450278"/>
              <a:ext cx="3987558" cy="4300039"/>
            </a:xfrm>
            <a:prstGeom prst="roundRect">
              <a:avLst>
                <a:gd name="adj" fmla="val 5368"/>
              </a:avLst>
            </a:prstGeom>
            <a:solidFill>
              <a:srgbClr val="5F8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0" name="Google Shape;530;p38"/>
            <p:cNvGrpSpPr/>
            <p:nvPr/>
          </p:nvGrpSpPr>
          <p:grpSpPr>
            <a:xfrm rot="-899960" flipH="1">
              <a:off x="5080682" y="838252"/>
              <a:ext cx="3257378" cy="3524145"/>
              <a:chOff x="-2206074" y="819150"/>
              <a:chExt cx="3257475" cy="3524250"/>
            </a:xfrm>
          </p:grpSpPr>
          <p:grpSp>
            <p:nvGrpSpPr>
              <p:cNvPr id="531" name="Google Shape;531;p38"/>
              <p:cNvGrpSpPr/>
              <p:nvPr/>
            </p:nvGrpSpPr>
            <p:grpSpPr>
              <a:xfrm>
                <a:off x="-2206074" y="819150"/>
                <a:ext cx="3257475" cy="981000"/>
                <a:chOff x="-2209800" y="819150"/>
                <a:chExt cx="3257475" cy="981000"/>
              </a:xfrm>
            </p:grpSpPr>
            <p:sp>
              <p:nvSpPr>
                <p:cNvPr id="532" name="Google Shape;532;p38"/>
                <p:cNvSpPr/>
                <p:nvPr/>
              </p:nvSpPr>
              <p:spPr>
                <a:xfrm>
                  <a:off x="-2209800"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8"/>
                <p:cNvSpPr/>
                <p:nvPr/>
              </p:nvSpPr>
              <p:spPr>
                <a:xfrm>
                  <a:off x="66675"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4" name="Google Shape;534;p38"/>
              <p:cNvGrpSpPr/>
              <p:nvPr/>
            </p:nvGrpSpPr>
            <p:grpSpPr>
              <a:xfrm>
                <a:off x="-2206074" y="3362400"/>
                <a:ext cx="3257475" cy="981000"/>
                <a:chOff x="-2209800" y="819150"/>
                <a:chExt cx="3257475" cy="981000"/>
              </a:xfrm>
            </p:grpSpPr>
            <p:sp>
              <p:nvSpPr>
                <p:cNvPr id="535" name="Google Shape;535;p38"/>
                <p:cNvSpPr/>
                <p:nvPr/>
              </p:nvSpPr>
              <p:spPr>
                <a:xfrm>
                  <a:off x="-2209800"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8"/>
                <p:cNvSpPr/>
                <p:nvPr/>
              </p:nvSpPr>
              <p:spPr>
                <a:xfrm>
                  <a:off x="66675"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537" name="Google Shape;537;p38"/>
          <p:cNvSpPr txBox="1">
            <a:spLocks noGrp="1"/>
          </p:cNvSpPr>
          <p:nvPr>
            <p:ph type="title"/>
          </p:nvPr>
        </p:nvSpPr>
        <p:spPr>
          <a:xfrm>
            <a:off x="713225" y="844175"/>
            <a:ext cx="7711200" cy="30321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a:solidFill>
                  <a:schemeClr val="accent1"/>
                </a:solidFill>
              </a:defRPr>
            </a:lvl1pPr>
            <a:lvl2pPr lvl="1" algn="r" rtl="0">
              <a:spcBef>
                <a:spcPts val="1600"/>
              </a:spcBef>
              <a:spcAft>
                <a:spcPts val="0"/>
              </a:spcAft>
              <a:buSzPts val="3500"/>
              <a:buNone/>
              <a:defRPr sz="3500"/>
            </a:lvl2pPr>
            <a:lvl3pPr lvl="2" algn="r" rtl="0">
              <a:spcBef>
                <a:spcPts val="0"/>
              </a:spcBef>
              <a:spcAft>
                <a:spcPts val="0"/>
              </a:spcAft>
              <a:buSzPts val="3500"/>
              <a:buNone/>
              <a:defRPr sz="3500"/>
            </a:lvl3pPr>
            <a:lvl4pPr lvl="3" algn="r" rtl="0">
              <a:spcBef>
                <a:spcPts val="0"/>
              </a:spcBef>
              <a:spcAft>
                <a:spcPts val="0"/>
              </a:spcAft>
              <a:buSzPts val="3500"/>
              <a:buNone/>
              <a:defRPr sz="3500"/>
            </a:lvl4pPr>
            <a:lvl5pPr lvl="4" algn="r" rtl="0">
              <a:spcBef>
                <a:spcPts val="0"/>
              </a:spcBef>
              <a:spcAft>
                <a:spcPts val="0"/>
              </a:spcAft>
              <a:buSzPts val="3500"/>
              <a:buNone/>
              <a:defRPr sz="3500"/>
            </a:lvl5pPr>
            <a:lvl6pPr lvl="5" algn="r" rtl="0">
              <a:spcBef>
                <a:spcPts val="0"/>
              </a:spcBef>
              <a:spcAft>
                <a:spcPts val="0"/>
              </a:spcAft>
              <a:buSzPts val="3500"/>
              <a:buNone/>
              <a:defRPr sz="3500"/>
            </a:lvl6pPr>
            <a:lvl7pPr lvl="6" algn="r" rtl="0">
              <a:spcBef>
                <a:spcPts val="0"/>
              </a:spcBef>
              <a:spcAft>
                <a:spcPts val="0"/>
              </a:spcAft>
              <a:buSzPts val="3500"/>
              <a:buNone/>
              <a:defRPr sz="3500"/>
            </a:lvl7pPr>
            <a:lvl8pPr lvl="7" algn="r" rtl="0">
              <a:spcBef>
                <a:spcPts val="0"/>
              </a:spcBef>
              <a:spcAft>
                <a:spcPts val="0"/>
              </a:spcAft>
              <a:buSzPts val="3500"/>
              <a:buNone/>
              <a:defRPr sz="3500"/>
            </a:lvl8pPr>
            <a:lvl9pPr lvl="8" algn="r" rtl="0">
              <a:spcBef>
                <a:spcPts val="0"/>
              </a:spcBef>
              <a:spcAft>
                <a:spcPts val="0"/>
              </a:spcAft>
              <a:buSzPts val="3500"/>
              <a:buNone/>
              <a:defRPr sz="3500"/>
            </a:lvl9pPr>
          </a:lstStyle>
          <a:p>
            <a:endParaRPr/>
          </a:p>
        </p:txBody>
      </p:sp>
      <p:sp>
        <p:nvSpPr>
          <p:cNvPr id="538" name="Google Shape;538;p38"/>
          <p:cNvSpPr txBox="1">
            <a:spLocks noGrp="1"/>
          </p:cNvSpPr>
          <p:nvPr>
            <p:ph type="subTitle" idx="1"/>
          </p:nvPr>
        </p:nvSpPr>
        <p:spPr>
          <a:xfrm>
            <a:off x="2615250" y="3173375"/>
            <a:ext cx="3913500" cy="550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3100">
                <a:solidFill>
                  <a:schemeClr val="dk1"/>
                </a:solidFill>
                <a:latin typeface="Lilita One"/>
                <a:ea typeface="Lilita One"/>
                <a:cs typeface="Lilita One"/>
                <a:sym typeface="Lilita 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hree columns">
  <p:cSld name="CUSTOM_2">
    <p:bg>
      <p:bgPr>
        <a:solidFill>
          <a:schemeClr val="dk2"/>
        </a:solidFill>
        <a:effectLst/>
      </p:bgPr>
    </p:bg>
    <p:spTree>
      <p:nvGrpSpPr>
        <p:cNvPr id="1" name="Shape 539"/>
        <p:cNvGrpSpPr/>
        <p:nvPr/>
      </p:nvGrpSpPr>
      <p:grpSpPr>
        <a:xfrm>
          <a:off x="0" y="0"/>
          <a:ext cx="0" cy="0"/>
          <a:chOff x="0" y="0"/>
          <a:chExt cx="0" cy="0"/>
        </a:xfrm>
      </p:grpSpPr>
      <p:sp>
        <p:nvSpPr>
          <p:cNvPr id="540" name="Google Shape;540;p39"/>
          <p:cNvSpPr txBox="1">
            <a:spLocks noGrp="1"/>
          </p:cNvSpPr>
          <p:nvPr>
            <p:ph type="title"/>
          </p:nvPr>
        </p:nvSpPr>
        <p:spPr>
          <a:xfrm>
            <a:off x="720000" y="540000"/>
            <a:ext cx="7704000" cy="457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200"/>
              <a:buNone/>
              <a:defRPr>
                <a:solidFill>
                  <a:srgbClr val="FFFFFF"/>
                </a:solidFill>
              </a:defRPr>
            </a:lvl1pPr>
            <a:lvl2pPr lvl="1" rtl="0">
              <a:spcBef>
                <a:spcPts val="0"/>
              </a:spcBef>
              <a:spcAft>
                <a:spcPts val="0"/>
              </a:spcAft>
              <a:buClr>
                <a:srgbClr val="FFFFFF"/>
              </a:buClr>
              <a:buSzPts val="3200"/>
              <a:buNone/>
              <a:defRPr>
                <a:solidFill>
                  <a:srgbClr val="FFFFFF"/>
                </a:solidFill>
              </a:defRPr>
            </a:lvl2pPr>
            <a:lvl3pPr lvl="2" rtl="0">
              <a:spcBef>
                <a:spcPts val="0"/>
              </a:spcBef>
              <a:spcAft>
                <a:spcPts val="0"/>
              </a:spcAft>
              <a:buClr>
                <a:srgbClr val="FFFFFF"/>
              </a:buClr>
              <a:buSzPts val="3200"/>
              <a:buNone/>
              <a:defRPr>
                <a:solidFill>
                  <a:srgbClr val="FFFFFF"/>
                </a:solidFill>
              </a:defRPr>
            </a:lvl3pPr>
            <a:lvl4pPr lvl="3" rtl="0">
              <a:spcBef>
                <a:spcPts val="0"/>
              </a:spcBef>
              <a:spcAft>
                <a:spcPts val="0"/>
              </a:spcAft>
              <a:buClr>
                <a:srgbClr val="FFFFFF"/>
              </a:buClr>
              <a:buSzPts val="3200"/>
              <a:buNone/>
              <a:defRPr>
                <a:solidFill>
                  <a:srgbClr val="FFFFFF"/>
                </a:solidFill>
              </a:defRPr>
            </a:lvl4pPr>
            <a:lvl5pPr lvl="4" rtl="0">
              <a:spcBef>
                <a:spcPts val="0"/>
              </a:spcBef>
              <a:spcAft>
                <a:spcPts val="0"/>
              </a:spcAft>
              <a:buClr>
                <a:srgbClr val="FFFFFF"/>
              </a:buClr>
              <a:buSzPts val="3200"/>
              <a:buNone/>
              <a:defRPr>
                <a:solidFill>
                  <a:srgbClr val="FFFFFF"/>
                </a:solidFill>
              </a:defRPr>
            </a:lvl5pPr>
            <a:lvl6pPr lvl="5" rtl="0">
              <a:spcBef>
                <a:spcPts val="0"/>
              </a:spcBef>
              <a:spcAft>
                <a:spcPts val="0"/>
              </a:spcAft>
              <a:buClr>
                <a:srgbClr val="FFFFFF"/>
              </a:buClr>
              <a:buSzPts val="3200"/>
              <a:buNone/>
              <a:defRPr>
                <a:solidFill>
                  <a:srgbClr val="FFFFFF"/>
                </a:solidFill>
              </a:defRPr>
            </a:lvl6pPr>
            <a:lvl7pPr lvl="6" rtl="0">
              <a:spcBef>
                <a:spcPts val="0"/>
              </a:spcBef>
              <a:spcAft>
                <a:spcPts val="0"/>
              </a:spcAft>
              <a:buClr>
                <a:srgbClr val="FFFFFF"/>
              </a:buClr>
              <a:buSzPts val="3200"/>
              <a:buNone/>
              <a:defRPr>
                <a:solidFill>
                  <a:srgbClr val="FFFFFF"/>
                </a:solidFill>
              </a:defRPr>
            </a:lvl7pPr>
            <a:lvl8pPr lvl="7" rtl="0">
              <a:spcBef>
                <a:spcPts val="0"/>
              </a:spcBef>
              <a:spcAft>
                <a:spcPts val="0"/>
              </a:spcAft>
              <a:buClr>
                <a:srgbClr val="FFFFFF"/>
              </a:buClr>
              <a:buSzPts val="3200"/>
              <a:buNone/>
              <a:defRPr>
                <a:solidFill>
                  <a:srgbClr val="FFFFFF"/>
                </a:solidFill>
              </a:defRPr>
            </a:lvl8pPr>
            <a:lvl9pPr lvl="8" rtl="0">
              <a:spcBef>
                <a:spcPts val="0"/>
              </a:spcBef>
              <a:spcAft>
                <a:spcPts val="0"/>
              </a:spcAft>
              <a:buClr>
                <a:srgbClr val="FFFFFF"/>
              </a:buClr>
              <a:buSzPts val="3200"/>
              <a:buNone/>
              <a:defRPr>
                <a:solidFill>
                  <a:srgbClr val="FFFFFF"/>
                </a:solidFill>
              </a:defRPr>
            </a:lvl9pPr>
          </a:lstStyle>
          <a:p>
            <a:endParaRPr/>
          </a:p>
        </p:txBody>
      </p:sp>
      <p:sp>
        <p:nvSpPr>
          <p:cNvPr id="541" name="Google Shape;541;p39"/>
          <p:cNvSpPr txBox="1">
            <a:spLocks noGrp="1"/>
          </p:cNvSpPr>
          <p:nvPr>
            <p:ph type="subTitle" idx="1"/>
          </p:nvPr>
        </p:nvSpPr>
        <p:spPr>
          <a:xfrm>
            <a:off x="625500" y="3305125"/>
            <a:ext cx="2345100" cy="5163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FDA00"/>
              </a:buClr>
              <a:buSzPts val="2100"/>
              <a:buFont typeface="Lilita One"/>
              <a:buNone/>
              <a:defRPr sz="2400">
                <a:solidFill>
                  <a:schemeClr val="accent2"/>
                </a:solidFill>
                <a:latin typeface="Lilita One"/>
                <a:ea typeface="Lilita One"/>
                <a:cs typeface="Lilita One"/>
                <a:sym typeface="Lilita One"/>
              </a:defRPr>
            </a:lvl1pPr>
            <a:lvl2pPr lvl="1"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9pPr>
          </a:lstStyle>
          <a:p>
            <a:endParaRPr/>
          </a:p>
        </p:txBody>
      </p:sp>
      <p:sp>
        <p:nvSpPr>
          <p:cNvPr id="542" name="Google Shape;542;p39"/>
          <p:cNvSpPr txBox="1">
            <a:spLocks noGrp="1"/>
          </p:cNvSpPr>
          <p:nvPr>
            <p:ph type="subTitle" idx="2"/>
          </p:nvPr>
        </p:nvSpPr>
        <p:spPr>
          <a:xfrm>
            <a:off x="650550" y="3823025"/>
            <a:ext cx="2295000" cy="774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chemeClr val="accent1"/>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543" name="Google Shape;543;p39"/>
          <p:cNvSpPr txBox="1">
            <a:spLocks noGrp="1"/>
          </p:cNvSpPr>
          <p:nvPr>
            <p:ph type="subTitle" idx="3"/>
          </p:nvPr>
        </p:nvSpPr>
        <p:spPr>
          <a:xfrm>
            <a:off x="3380650" y="3305125"/>
            <a:ext cx="2345100" cy="5163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FDA00"/>
              </a:buClr>
              <a:buSzPts val="2100"/>
              <a:buFont typeface="Lilita One"/>
              <a:buNone/>
              <a:defRPr sz="2400">
                <a:solidFill>
                  <a:schemeClr val="accent2"/>
                </a:solidFill>
                <a:latin typeface="Lilita One"/>
                <a:ea typeface="Lilita One"/>
                <a:cs typeface="Lilita One"/>
                <a:sym typeface="Lilita One"/>
              </a:defRPr>
            </a:lvl1pPr>
            <a:lvl2pPr lvl="1"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9pPr>
          </a:lstStyle>
          <a:p>
            <a:endParaRPr/>
          </a:p>
        </p:txBody>
      </p:sp>
      <p:sp>
        <p:nvSpPr>
          <p:cNvPr id="544" name="Google Shape;544;p39"/>
          <p:cNvSpPr txBox="1">
            <a:spLocks noGrp="1"/>
          </p:cNvSpPr>
          <p:nvPr>
            <p:ph type="subTitle" idx="4"/>
          </p:nvPr>
        </p:nvSpPr>
        <p:spPr>
          <a:xfrm>
            <a:off x="3405700" y="3823025"/>
            <a:ext cx="2295000" cy="774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chemeClr val="accent1"/>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545" name="Google Shape;545;p39"/>
          <p:cNvSpPr txBox="1">
            <a:spLocks noGrp="1"/>
          </p:cNvSpPr>
          <p:nvPr>
            <p:ph type="subTitle" idx="5"/>
          </p:nvPr>
        </p:nvSpPr>
        <p:spPr>
          <a:xfrm>
            <a:off x="6078900" y="3305125"/>
            <a:ext cx="2345100" cy="5163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FDA00"/>
              </a:buClr>
              <a:buSzPts val="2100"/>
              <a:buFont typeface="Lilita One"/>
              <a:buNone/>
              <a:defRPr sz="2400">
                <a:solidFill>
                  <a:schemeClr val="accent2"/>
                </a:solidFill>
                <a:latin typeface="Lilita One"/>
                <a:ea typeface="Lilita One"/>
                <a:cs typeface="Lilita One"/>
                <a:sym typeface="Lilita One"/>
              </a:defRPr>
            </a:lvl1pPr>
            <a:lvl2pPr lvl="1"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9pPr>
          </a:lstStyle>
          <a:p>
            <a:endParaRPr/>
          </a:p>
        </p:txBody>
      </p:sp>
      <p:sp>
        <p:nvSpPr>
          <p:cNvPr id="546" name="Google Shape;546;p39"/>
          <p:cNvSpPr txBox="1">
            <a:spLocks noGrp="1"/>
          </p:cNvSpPr>
          <p:nvPr>
            <p:ph type="subTitle" idx="6"/>
          </p:nvPr>
        </p:nvSpPr>
        <p:spPr>
          <a:xfrm>
            <a:off x="6103950" y="3823025"/>
            <a:ext cx="2295000" cy="774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chemeClr val="accent1"/>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grpSp>
        <p:nvGrpSpPr>
          <p:cNvPr id="547" name="Google Shape;547;p39"/>
          <p:cNvGrpSpPr/>
          <p:nvPr/>
        </p:nvGrpSpPr>
        <p:grpSpPr>
          <a:xfrm rot="899857">
            <a:off x="7222313" y="190062"/>
            <a:ext cx="1711973" cy="1846180"/>
            <a:chOff x="-3361711" y="308336"/>
            <a:chExt cx="3987600" cy="4300200"/>
          </a:xfrm>
        </p:grpSpPr>
        <p:grpSp>
          <p:nvGrpSpPr>
            <p:cNvPr id="548" name="Google Shape;548;p39"/>
            <p:cNvGrpSpPr/>
            <p:nvPr/>
          </p:nvGrpSpPr>
          <p:grpSpPr>
            <a:xfrm>
              <a:off x="-3361711" y="308336"/>
              <a:ext cx="3987600" cy="4300200"/>
              <a:chOff x="-2571136" y="421611"/>
              <a:chExt cx="3987600" cy="4300200"/>
            </a:xfrm>
          </p:grpSpPr>
          <p:sp>
            <p:nvSpPr>
              <p:cNvPr id="549" name="Google Shape;549;p39"/>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0" name="Google Shape;550;p39"/>
              <p:cNvGrpSpPr/>
              <p:nvPr/>
            </p:nvGrpSpPr>
            <p:grpSpPr>
              <a:xfrm>
                <a:off x="-2206074" y="809586"/>
                <a:ext cx="3257475" cy="3524250"/>
                <a:chOff x="-2206074" y="819150"/>
                <a:chExt cx="3257475" cy="3524250"/>
              </a:xfrm>
            </p:grpSpPr>
            <p:grpSp>
              <p:nvGrpSpPr>
                <p:cNvPr id="551" name="Google Shape;551;p39"/>
                <p:cNvGrpSpPr/>
                <p:nvPr/>
              </p:nvGrpSpPr>
              <p:grpSpPr>
                <a:xfrm>
                  <a:off x="-2206074" y="819150"/>
                  <a:ext cx="3257475" cy="981000"/>
                  <a:chOff x="-2209800" y="819150"/>
                  <a:chExt cx="3257475" cy="981000"/>
                </a:xfrm>
              </p:grpSpPr>
              <p:sp>
                <p:nvSpPr>
                  <p:cNvPr id="552" name="Google Shape;552;p39"/>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9"/>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4" name="Google Shape;554;p39"/>
                <p:cNvGrpSpPr/>
                <p:nvPr/>
              </p:nvGrpSpPr>
              <p:grpSpPr>
                <a:xfrm>
                  <a:off x="-2206074" y="3362400"/>
                  <a:ext cx="3257475" cy="981000"/>
                  <a:chOff x="-2209800" y="819150"/>
                  <a:chExt cx="3257475" cy="981000"/>
                </a:xfrm>
              </p:grpSpPr>
              <p:sp>
                <p:nvSpPr>
                  <p:cNvPr id="555" name="Google Shape;555;p39"/>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9"/>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557" name="Google Shape;557;p39"/>
            <p:cNvSpPr/>
            <p:nvPr/>
          </p:nvSpPr>
          <p:spPr>
            <a:xfrm>
              <a:off x="-1858399" y="1967936"/>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8" name="Google Shape;558;p39"/>
          <p:cNvGrpSpPr/>
          <p:nvPr/>
        </p:nvGrpSpPr>
        <p:grpSpPr>
          <a:xfrm rot="-899857" flipH="1">
            <a:off x="209713" y="190062"/>
            <a:ext cx="1711973" cy="1846180"/>
            <a:chOff x="-2571136" y="421611"/>
            <a:chExt cx="3987600" cy="4300200"/>
          </a:xfrm>
        </p:grpSpPr>
        <p:sp>
          <p:nvSpPr>
            <p:cNvPr id="559" name="Google Shape;559;p39"/>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0" name="Google Shape;560;p39"/>
            <p:cNvGrpSpPr/>
            <p:nvPr/>
          </p:nvGrpSpPr>
          <p:grpSpPr>
            <a:xfrm>
              <a:off x="-2206074" y="809586"/>
              <a:ext cx="3257475" cy="3524250"/>
              <a:chOff x="-2206074" y="819150"/>
              <a:chExt cx="3257475" cy="3524250"/>
            </a:xfrm>
          </p:grpSpPr>
          <p:grpSp>
            <p:nvGrpSpPr>
              <p:cNvPr id="561" name="Google Shape;561;p39"/>
              <p:cNvGrpSpPr/>
              <p:nvPr/>
            </p:nvGrpSpPr>
            <p:grpSpPr>
              <a:xfrm>
                <a:off x="-2206074" y="819150"/>
                <a:ext cx="3257475" cy="981000"/>
                <a:chOff x="-2209800" y="819150"/>
                <a:chExt cx="3257475" cy="981000"/>
              </a:xfrm>
            </p:grpSpPr>
            <p:sp>
              <p:nvSpPr>
                <p:cNvPr id="562" name="Google Shape;562;p39"/>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9"/>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4" name="Google Shape;564;p39"/>
              <p:cNvGrpSpPr/>
              <p:nvPr/>
            </p:nvGrpSpPr>
            <p:grpSpPr>
              <a:xfrm>
                <a:off x="-2206074" y="3362400"/>
                <a:ext cx="3257475" cy="981000"/>
                <a:chOff x="-2209800" y="819150"/>
                <a:chExt cx="3257475" cy="981000"/>
              </a:xfrm>
            </p:grpSpPr>
            <p:sp>
              <p:nvSpPr>
                <p:cNvPr id="565" name="Google Shape;565;p39"/>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9"/>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ig Numbers">
  <p:cSld name="CUSTOM_3">
    <p:bg>
      <p:bgPr>
        <a:solidFill>
          <a:schemeClr val="dk2"/>
        </a:solidFill>
        <a:effectLst/>
      </p:bgPr>
    </p:bg>
    <p:spTree>
      <p:nvGrpSpPr>
        <p:cNvPr id="1" name="Shape 567"/>
        <p:cNvGrpSpPr/>
        <p:nvPr/>
      </p:nvGrpSpPr>
      <p:grpSpPr>
        <a:xfrm>
          <a:off x="0" y="0"/>
          <a:ext cx="0" cy="0"/>
          <a:chOff x="0" y="0"/>
          <a:chExt cx="0" cy="0"/>
        </a:xfrm>
      </p:grpSpPr>
      <p:grpSp>
        <p:nvGrpSpPr>
          <p:cNvPr id="568" name="Google Shape;568;p40"/>
          <p:cNvGrpSpPr/>
          <p:nvPr/>
        </p:nvGrpSpPr>
        <p:grpSpPr>
          <a:xfrm rot="-899857" flipH="1">
            <a:off x="209708" y="190062"/>
            <a:ext cx="1711973" cy="1846180"/>
            <a:chOff x="-3361711" y="308336"/>
            <a:chExt cx="3987600" cy="4300200"/>
          </a:xfrm>
        </p:grpSpPr>
        <p:grpSp>
          <p:nvGrpSpPr>
            <p:cNvPr id="569" name="Google Shape;569;p40"/>
            <p:cNvGrpSpPr/>
            <p:nvPr/>
          </p:nvGrpSpPr>
          <p:grpSpPr>
            <a:xfrm>
              <a:off x="-3361711" y="308336"/>
              <a:ext cx="3987600" cy="4300200"/>
              <a:chOff x="-2571136" y="421611"/>
              <a:chExt cx="3987600" cy="4300200"/>
            </a:xfrm>
          </p:grpSpPr>
          <p:sp>
            <p:nvSpPr>
              <p:cNvPr id="570" name="Google Shape;570;p40"/>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1" name="Google Shape;571;p40"/>
              <p:cNvGrpSpPr/>
              <p:nvPr/>
            </p:nvGrpSpPr>
            <p:grpSpPr>
              <a:xfrm>
                <a:off x="-2206074" y="809586"/>
                <a:ext cx="3257475" cy="3524250"/>
                <a:chOff x="-2206074" y="819150"/>
                <a:chExt cx="3257475" cy="3524250"/>
              </a:xfrm>
            </p:grpSpPr>
            <p:grpSp>
              <p:nvGrpSpPr>
                <p:cNvPr id="572" name="Google Shape;572;p40"/>
                <p:cNvGrpSpPr/>
                <p:nvPr/>
              </p:nvGrpSpPr>
              <p:grpSpPr>
                <a:xfrm>
                  <a:off x="-2206074" y="819150"/>
                  <a:ext cx="3257475" cy="981000"/>
                  <a:chOff x="-2209800" y="819150"/>
                  <a:chExt cx="3257475" cy="981000"/>
                </a:xfrm>
              </p:grpSpPr>
              <p:sp>
                <p:nvSpPr>
                  <p:cNvPr id="573" name="Google Shape;573;p40"/>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40"/>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5" name="Google Shape;575;p40"/>
                <p:cNvGrpSpPr/>
                <p:nvPr/>
              </p:nvGrpSpPr>
              <p:grpSpPr>
                <a:xfrm>
                  <a:off x="-2206074" y="3362400"/>
                  <a:ext cx="3257475" cy="981000"/>
                  <a:chOff x="-2209800" y="819150"/>
                  <a:chExt cx="3257475" cy="981000"/>
                </a:xfrm>
              </p:grpSpPr>
              <p:sp>
                <p:nvSpPr>
                  <p:cNvPr id="576" name="Google Shape;576;p40"/>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40"/>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578" name="Google Shape;578;p40"/>
            <p:cNvSpPr/>
            <p:nvPr/>
          </p:nvSpPr>
          <p:spPr>
            <a:xfrm>
              <a:off x="-1858399" y="1967936"/>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9" name="Google Shape;579;p40"/>
          <p:cNvGrpSpPr/>
          <p:nvPr/>
        </p:nvGrpSpPr>
        <p:grpSpPr>
          <a:xfrm rot="899857">
            <a:off x="7222308" y="3107262"/>
            <a:ext cx="1711973" cy="1846180"/>
            <a:chOff x="-2571136" y="421611"/>
            <a:chExt cx="3987600" cy="4300200"/>
          </a:xfrm>
        </p:grpSpPr>
        <p:sp>
          <p:nvSpPr>
            <p:cNvPr id="580" name="Google Shape;580;p40"/>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1" name="Google Shape;581;p40"/>
            <p:cNvGrpSpPr/>
            <p:nvPr/>
          </p:nvGrpSpPr>
          <p:grpSpPr>
            <a:xfrm>
              <a:off x="-2206074" y="809586"/>
              <a:ext cx="3257475" cy="3524250"/>
              <a:chOff x="-2206074" y="819150"/>
              <a:chExt cx="3257475" cy="3524250"/>
            </a:xfrm>
          </p:grpSpPr>
          <p:grpSp>
            <p:nvGrpSpPr>
              <p:cNvPr id="582" name="Google Shape;582;p40"/>
              <p:cNvGrpSpPr/>
              <p:nvPr/>
            </p:nvGrpSpPr>
            <p:grpSpPr>
              <a:xfrm>
                <a:off x="-2206074" y="819150"/>
                <a:ext cx="3257475" cy="981000"/>
                <a:chOff x="-2209800" y="819150"/>
                <a:chExt cx="3257475" cy="981000"/>
              </a:xfrm>
            </p:grpSpPr>
            <p:sp>
              <p:nvSpPr>
                <p:cNvPr id="583" name="Google Shape;583;p40"/>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40"/>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5" name="Google Shape;585;p40"/>
              <p:cNvGrpSpPr/>
              <p:nvPr/>
            </p:nvGrpSpPr>
            <p:grpSpPr>
              <a:xfrm>
                <a:off x="-2206074" y="3362400"/>
                <a:ext cx="3257475" cy="981000"/>
                <a:chOff x="-2209800" y="819150"/>
                <a:chExt cx="3257475" cy="981000"/>
              </a:xfrm>
            </p:grpSpPr>
            <p:sp>
              <p:nvSpPr>
                <p:cNvPr id="586" name="Google Shape;586;p40"/>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40"/>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588" name="Google Shape;588;p40"/>
          <p:cNvSpPr txBox="1">
            <a:spLocks noGrp="1"/>
          </p:cNvSpPr>
          <p:nvPr>
            <p:ph type="title" hasCustomPrompt="1"/>
          </p:nvPr>
        </p:nvSpPr>
        <p:spPr>
          <a:xfrm>
            <a:off x="681469" y="1608050"/>
            <a:ext cx="2517000" cy="13035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5608"/>
              </a:buClr>
              <a:buSzPts val="8000"/>
              <a:buNone/>
              <a:defRPr sz="6800">
                <a:solidFill>
                  <a:schemeClr val="accent5"/>
                </a:solidFill>
              </a:defRPr>
            </a:lvl1pPr>
            <a:lvl2pPr lvl="1" algn="ctr" rtl="0">
              <a:spcBef>
                <a:spcPts val="0"/>
              </a:spcBef>
              <a:spcAft>
                <a:spcPts val="0"/>
              </a:spcAft>
              <a:buClr>
                <a:srgbClr val="FF5608"/>
              </a:buClr>
              <a:buSzPts val="12000"/>
              <a:buNone/>
              <a:defRPr sz="12000">
                <a:solidFill>
                  <a:srgbClr val="FF5608"/>
                </a:solidFill>
              </a:defRPr>
            </a:lvl2pPr>
            <a:lvl3pPr lvl="2" algn="ctr" rtl="0">
              <a:spcBef>
                <a:spcPts val="0"/>
              </a:spcBef>
              <a:spcAft>
                <a:spcPts val="0"/>
              </a:spcAft>
              <a:buClr>
                <a:srgbClr val="FF5608"/>
              </a:buClr>
              <a:buSzPts val="12000"/>
              <a:buNone/>
              <a:defRPr sz="12000">
                <a:solidFill>
                  <a:srgbClr val="FF5608"/>
                </a:solidFill>
              </a:defRPr>
            </a:lvl3pPr>
            <a:lvl4pPr lvl="3" algn="ctr" rtl="0">
              <a:spcBef>
                <a:spcPts val="0"/>
              </a:spcBef>
              <a:spcAft>
                <a:spcPts val="0"/>
              </a:spcAft>
              <a:buClr>
                <a:srgbClr val="FF5608"/>
              </a:buClr>
              <a:buSzPts val="12000"/>
              <a:buNone/>
              <a:defRPr sz="12000">
                <a:solidFill>
                  <a:srgbClr val="FF5608"/>
                </a:solidFill>
              </a:defRPr>
            </a:lvl4pPr>
            <a:lvl5pPr lvl="4" algn="ctr" rtl="0">
              <a:spcBef>
                <a:spcPts val="0"/>
              </a:spcBef>
              <a:spcAft>
                <a:spcPts val="0"/>
              </a:spcAft>
              <a:buClr>
                <a:srgbClr val="FF5608"/>
              </a:buClr>
              <a:buSzPts val="12000"/>
              <a:buNone/>
              <a:defRPr sz="12000">
                <a:solidFill>
                  <a:srgbClr val="FF5608"/>
                </a:solidFill>
              </a:defRPr>
            </a:lvl5pPr>
            <a:lvl6pPr lvl="5" algn="ctr" rtl="0">
              <a:spcBef>
                <a:spcPts val="0"/>
              </a:spcBef>
              <a:spcAft>
                <a:spcPts val="0"/>
              </a:spcAft>
              <a:buClr>
                <a:srgbClr val="FF5608"/>
              </a:buClr>
              <a:buSzPts val="12000"/>
              <a:buNone/>
              <a:defRPr sz="12000">
                <a:solidFill>
                  <a:srgbClr val="FF5608"/>
                </a:solidFill>
              </a:defRPr>
            </a:lvl6pPr>
            <a:lvl7pPr lvl="6" algn="ctr" rtl="0">
              <a:spcBef>
                <a:spcPts val="0"/>
              </a:spcBef>
              <a:spcAft>
                <a:spcPts val="0"/>
              </a:spcAft>
              <a:buClr>
                <a:srgbClr val="FF5608"/>
              </a:buClr>
              <a:buSzPts val="12000"/>
              <a:buNone/>
              <a:defRPr sz="12000">
                <a:solidFill>
                  <a:srgbClr val="FF5608"/>
                </a:solidFill>
              </a:defRPr>
            </a:lvl7pPr>
            <a:lvl8pPr lvl="7" algn="ctr" rtl="0">
              <a:spcBef>
                <a:spcPts val="0"/>
              </a:spcBef>
              <a:spcAft>
                <a:spcPts val="0"/>
              </a:spcAft>
              <a:buClr>
                <a:srgbClr val="FF5608"/>
              </a:buClr>
              <a:buSzPts val="12000"/>
              <a:buNone/>
              <a:defRPr sz="12000">
                <a:solidFill>
                  <a:srgbClr val="FF5608"/>
                </a:solidFill>
              </a:defRPr>
            </a:lvl8pPr>
            <a:lvl9pPr lvl="8" algn="ctr" rtl="0">
              <a:spcBef>
                <a:spcPts val="0"/>
              </a:spcBef>
              <a:spcAft>
                <a:spcPts val="0"/>
              </a:spcAft>
              <a:buClr>
                <a:srgbClr val="FF5608"/>
              </a:buClr>
              <a:buSzPts val="12000"/>
              <a:buNone/>
              <a:defRPr sz="12000">
                <a:solidFill>
                  <a:srgbClr val="FF5608"/>
                </a:solidFill>
              </a:defRPr>
            </a:lvl9pPr>
          </a:lstStyle>
          <a:p>
            <a:r>
              <a:t>xx%</a:t>
            </a:r>
          </a:p>
        </p:txBody>
      </p:sp>
      <p:sp>
        <p:nvSpPr>
          <p:cNvPr id="589" name="Google Shape;589;p40"/>
          <p:cNvSpPr txBox="1">
            <a:spLocks noGrp="1"/>
          </p:cNvSpPr>
          <p:nvPr>
            <p:ph type="title" idx="2"/>
          </p:nvPr>
        </p:nvSpPr>
        <p:spPr>
          <a:xfrm>
            <a:off x="720000" y="540000"/>
            <a:ext cx="7704000" cy="457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200"/>
              <a:buNone/>
              <a:defRPr/>
            </a:lvl1pPr>
            <a:lvl2pPr lvl="1" rtl="0">
              <a:spcBef>
                <a:spcPts val="0"/>
              </a:spcBef>
              <a:spcAft>
                <a:spcPts val="0"/>
              </a:spcAft>
              <a:buClr>
                <a:srgbClr val="FFFFFF"/>
              </a:buClr>
              <a:buSzPts val="3200"/>
              <a:buNone/>
              <a:defRPr>
                <a:solidFill>
                  <a:srgbClr val="FFFFFF"/>
                </a:solidFill>
              </a:defRPr>
            </a:lvl2pPr>
            <a:lvl3pPr lvl="2" rtl="0">
              <a:spcBef>
                <a:spcPts val="0"/>
              </a:spcBef>
              <a:spcAft>
                <a:spcPts val="0"/>
              </a:spcAft>
              <a:buClr>
                <a:srgbClr val="FFFFFF"/>
              </a:buClr>
              <a:buSzPts val="3200"/>
              <a:buNone/>
              <a:defRPr>
                <a:solidFill>
                  <a:srgbClr val="FFFFFF"/>
                </a:solidFill>
              </a:defRPr>
            </a:lvl3pPr>
            <a:lvl4pPr lvl="3" rtl="0">
              <a:spcBef>
                <a:spcPts val="0"/>
              </a:spcBef>
              <a:spcAft>
                <a:spcPts val="0"/>
              </a:spcAft>
              <a:buClr>
                <a:srgbClr val="FFFFFF"/>
              </a:buClr>
              <a:buSzPts val="3200"/>
              <a:buNone/>
              <a:defRPr>
                <a:solidFill>
                  <a:srgbClr val="FFFFFF"/>
                </a:solidFill>
              </a:defRPr>
            </a:lvl4pPr>
            <a:lvl5pPr lvl="4" rtl="0">
              <a:spcBef>
                <a:spcPts val="0"/>
              </a:spcBef>
              <a:spcAft>
                <a:spcPts val="0"/>
              </a:spcAft>
              <a:buClr>
                <a:srgbClr val="FFFFFF"/>
              </a:buClr>
              <a:buSzPts val="3200"/>
              <a:buNone/>
              <a:defRPr>
                <a:solidFill>
                  <a:srgbClr val="FFFFFF"/>
                </a:solidFill>
              </a:defRPr>
            </a:lvl5pPr>
            <a:lvl6pPr lvl="5" rtl="0">
              <a:spcBef>
                <a:spcPts val="0"/>
              </a:spcBef>
              <a:spcAft>
                <a:spcPts val="0"/>
              </a:spcAft>
              <a:buClr>
                <a:srgbClr val="FFFFFF"/>
              </a:buClr>
              <a:buSzPts val="3200"/>
              <a:buNone/>
              <a:defRPr>
                <a:solidFill>
                  <a:srgbClr val="FFFFFF"/>
                </a:solidFill>
              </a:defRPr>
            </a:lvl6pPr>
            <a:lvl7pPr lvl="6" rtl="0">
              <a:spcBef>
                <a:spcPts val="0"/>
              </a:spcBef>
              <a:spcAft>
                <a:spcPts val="0"/>
              </a:spcAft>
              <a:buClr>
                <a:srgbClr val="FFFFFF"/>
              </a:buClr>
              <a:buSzPts val="3200"/>
              <a:buNone/>
              <a:defRPr>
                <a:solidFill>
                  <a:srgbClr val="FFFFFF"/>
                </a:solidFill>
              </a:defRPr>
            </a:lvl7pPr>
            <a:lvl8pPr lvl="7" rtl="0">
              <a:spcBef>
                <a:spcPts val="0"/>
              </a:spcBef>
              <a:spcAft>
                <a:spcPts val="0"/>
              </a:spcAft>
              <a:buClr>
                <a:srgbClr val="FFFFFF"/>
              </a:buClr>
              <a:buSzPts val="3200"/>
              <a:buNone/>
              <a:defRPr>
                <a:solidFill>
                  <a:srgbClr val="FFFFFF"/>
                </a:solidFill>
              </a:defRPr>
            </a:lvl8pPr>
            <a:lvl9pPr lvl="8" rtl="0">
              <a:spcBef>
                <a:spcPts val="0"/>
              </a:spcBef>
              <a:spcAft>
                <a:spcPts val="0"/>
              </a:spcAft>
              <a:buClr>
                <a:srgbClr val="FFFFFF"/>
              </a:buClr>
              <a:buSzPts val="3200"/>
              <a:buNone/>
              <a:defRPr>
                <a:solidFill>
                  <a:srgbClr val="FFFFFF"/>
                </a:solidFill>
              </a:defRPr>
            </a:lvl9pPr>
          </a:lstStyle>
          <a:p>
            <a:endParaRPr/>
          </a:p>
        </p:txBody>
      </p:sp>
      <p:sp>
        <p:nvSpPr>
          <p:cNvPr id="590" name="Google Shape;590;p40"/>
          <p:cNvSpPr txBox="1">
            <a:spLocks noGrp="1"/>
          </p:cNvSpPr>
          <p:nvPr>
            <p:ph type="subTitle" idx="1"/>
          </p:nvPr>
        </p:nvSpPr>
        <p:spPr>
          <a:xfrm>
            <a:off x="792169" y="2927675"/>
            <a:ext cx="2295600" cy="774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chemeClr val="accent1"/>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591" name="Google Shape;591;p40"/>
          <p:cNvSpPr txBox="1">
            <a:spLocks noGrp="1"/>
          </p:cNvSpPr>
          <p:nvPr>
            <p:ph type="subTitle" idx="3"/>
          </p:nvPr>
        </p:nvSpPr>
        <p:spPr>
          <a:xfrm>
            <a:off x="3424200" y="2927675"/>
            <a:ext cx="2295600" cy="774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chemeClr val="accent1"/>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592" name="Google Shape;592;p40"/>
          <p:cNvSpPr txBox="1">
            <a:spLocks noGrp="1"/>
          </p:cNvSpPr>
          <p:nvPr>
            <p:ph type="subTitle" idx="4"/>
          </p:nvPr>
        </p:nvSpPr>
        <p:spPr>
          <a:xfrm>
            <a:off x="6056231" y="2927675"/>
            <a:ext cx="2295600" cy="774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chemeClr val="accent1"/>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593" name="Google Shape;593;p40"/>
          <p:cNvSpPr txBox="1">
            <a:spLocks noGrp="1"/>
          </p:cNvSpPr>
          <p:nvPr>
            <p:ph type="title" idx="5" hasCustomPrompt="1"/>
          </p:nvPr>
        </p:nvSpPr>
        <p:spPr>
          <a:xfrm>
            <a:off x="3313500" y="1608050"/>
            <a:ext cx="2517000" cy="13035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5608"/>
              </a:buClr>
              <a:buSzPts val="8000"/>
              <a:buNone/>
              <a:defRPr sz="6800">
                <a:solidFill>
                  <a:schemeClr val="accent2"/>
                </a:solidFill>
              </a:defRPr>
            </a:lvl1pPr>
            <a:lvl2pPr lvl="1" algn="ctr" rtl="0">
              <a:spcBef>
                <a:spcPts val="0"/>
              </a:spcBef>
              <a:spcAft>
                <a:spcPts val="0"/>
              </a:spcAft>
              <a:buClr>
                <a:srgbClr val="FF5608"/>
              </a:buClr>
              <a:buSzPts val="12000"/>
              <a:buNone/>
              <a:defRPr sz="12000">
                <a:solidFill>
                  <a:srgbClr val="FF5608"/>
                </a:solidFill>
              </a:defRPr>
            </a:lvl2pPr>
            <a:lvl3pPr lvl="2" algn="ctr" rtl="0">
              <a:spcBef>
                <a:spcPts val="0"/>
              </a:spcBef>
              <a:spcAft>
                <a:spcPts val="0"/>
              </a:spcAft>
              <a:buClr>
                <a:srgbClr val="FF5608"/>
              </a:buClr>
              <a:buSzPts val="12000"/>
              <a:buNone/>
              <a:defRPr sz="12000">
                <a:solidFill>
                  <a:srgbClr val="FF5608"/>
                </a:solidFill>
              </a:defRPr>
            </a:lvl3pPr>
            <a:lvl4pPr lvl="3" algn="ctr" rtl="0">
              <a:spcBef>
                <a:spcPts val="0"/>
              </a:spcBef>
              <a:spcAft>
                <a:spcPts val="0"/>
              </a:spcAft>
              <a:buClr>
                <a:srgbClr val="FF5608"/>
              </a:buClr>
              <a:buSzPts val="12000"/>
              <a:buNone/>
              <a:defRPr sz="12000">
                <a:solidFill>
                  <a:srgbClr val="FF5608"/>
                </a:solidFill>
              </a:defRPr>
            </a:lvl4pPr>
            <a:lvl5pPr lvl="4" algn="ctr" rtl="0">
              <a:spcBef>
                <a:spcPts val="0"/>
              </a:spcBef>
              <a:spcAft>
                <a:spcPts val="0"/>
              </a:spcAft>
              <a:buClr>
                <a:srgbClr val="FF5608"/>
              </a:buClr>
              <a:buSzPts val="12000"/>
              <a:buNone/>
              <a:defRPr sz="12000">
                <a:solidFill>
                  <a:srgbClr val="FF5608"/>
                </a:solidFill>
              </a:defRPr>
            </a:lvl5pPr>
            <a:lvl6pPr lvl="5" algn="ctr" rtl="0">
              <a:spcBef>
                <a:spcPts val="0"/>
              </a:spcBef>
              <a:spcAft>
                <a:spcPts val="0"/>
              </a:spcAft>
              <a:buClr>
                <a:srgbClr val="FF5608"/>
              </a:buClr>
              <a:buSzPts val="12000"/>
              <a:buNone/>
              <a:defRPr sz="12000">
                <a:solidFill>
                  <a:srgbClr val="FF5608"/>
                </a:solidFill>
              </a:defRPr>
            </a:lvl6pPr>
            <a:lvl7pPr lvl="6" algn="ctr" rtl="0">
              <a:spcBef>
                <a:spcPts val="0"/>
              </a:spcBef>
              <a:spcAft>
                <a:spcPts val="0"/>
              </a:spcAft>
              <a:buClr>
                <a:srgbClr val="FF5608"/>
              </a:buClr>
              <a:buSzPts val="12000"/>
              <a:buNone/>
              <a:defRPr sz="12000">
                <a:solidFill>
                  <a:srgbClr val="FF5608"/>
                </a:solidFill>
              </a:defRPr>
            </a:lvl7pPr>
            <a:lvl8pPr lvl="7" algn="ctr" rtl="0">
              <a:spcBef>
                <a:spcPts val="0"/>
              </a:spcBef>
              <a:spcAft>
                <a:spcPts val="0"/>
              </a:spcAft>
              <a:buClr>
                <a:srgbClr val="FF5608"/>
              </a:buClr>
              <a:buSzPts val="12000"/>
              <a:buNone/>
              <a:defRPr sz="12000">
                <a:solidFill>
                  <a:srgbClr val="FF5608"/>
                </a:solidFill>
              </a:defRPr>
            </a:lvl8pPr>
            <a:lvl9pPr lvl="8" algn="ctr" rtl="0">
              <a:spcBef>
                <a:spcPts val="0"/>
              </a:spcBef>
              <a:spcAft>
                <a:spcPts val="0"/>
              </a:spcAft>
              <a:buClr>
                <a:srgbClr val="FF5608"/>
              </a:buClr>
              <a:buSzPts val="12000"/>
              <a:buNone/>
              <a:defRPr sz="12000">
                <a:solidFill>
                  <a:srgbClr val="FF5608"/>
                </a:solidFill>
              </a:defRPr>
            </a:lvl9pPr>
          </a:lstStyle>
          <a:p>
            <a:r>
              <a:t>xx%</a:t>
            </a:r>
          </a:p>
        </p:txBody>
      </p:sp>
      <p:sp>
        <p:nvSpPr>
          <p:cNvPr id="594" name="Google Shape;594;p40"/>
          <p:cNvSpPr txBox="1">
            <a:spLocks noGrp="1"/>
          </p:cNvSpPr>
          <p:nvPr>
            <p:ph type="title" idx="6" hasCustomPrompt="1"/>
          </p:nvPr>
        </p:nvSpPr>
        <p:spPr>
          <a:xfrm>
            <a:off x="5945531" y="1608050"/>
            <a:ext cx="2517000" cy="13035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5608"/>
              </a:buClr>
              <a:buSzPts val="8000"/>
              <a:buNone/>
              <a:defRPr sz="6800">
                <a:solidFill>
                  <a:schemeClr val="dk1"/>
                </a:solidFill>
              </a:defRPr>
            </a:lvl1pPr>
            <a:lvl2pPr lvl="1" algn="ctr" rtl="0">
              <a:spcBef>
                <a:spcPts val="0"/>
              </a:spcBef>
              <a:spcAft>
                <a:spcPts val="0"/>
              </a:spcAft>
              <a:buClr>
                <a:srgbClr val="FF5608"/>
              </a:buClr>
              <a:buSzPts val="12000"/>
              <a:buNone/>
              <a:defRPr sz="12000">
                <a:solidFill>
                  <a:srgbClr val="FF5608"/>
                </a:solidFill>
              </a:defRPr>
            </a:lvl2pPr>
            <a:lvl3pPr lvl="2" algn="ctr" rtl="0">
              <a:spcBef>
                <a:spcPts val="0"/>
              </a:spcBef>
              <a:spcAft>
                <a:spcPts val="0"/>
              </a:spcAft>
              <a:buClr>
                <a:srgbClr val="FF5608"/>
              </a:buClr>
              <a:buSzPts val="12000"/>
              <a:buNone/>
              <a:defRPr sz="12000">
                <a:solidFill>
                  <a:srgbClr val="FF5608"/>
                </a:solidFill>
              </a:defRPr>
            </a:lvl3pPr>
            <a:lvl4pPr lvl="3" algn="ctr" rtl="0">
              <a:spcBef>
                <a:spcPts val="0"/>
              </a:spcBef>
              <a:spcAft>
                <a:spcPts val="0"/>
              </a:spcAft>
              <a:buClr>
                <a:srgbClr val="FF5608"/>
              </a:buClr>
              <a:buSzPts val="12000"/>
              <a:buNone/>
              <a:defRPr sz="12000">
                <a:solidFill>
                  <a:srgbClr val="FF5608"/>
                </a:solidFill>
              </a:defRPr>
            </a:lvl4pPr>
            <a:lvl5pPr lvl="4" algn="ctr" rtl="0">
              <a:spcBef>
                <a:spcPts val="0"/>
              </a:spcBef>
              <a:spcAft>
                <a:spcPts val="0"/>
              </a:spcAft>
              <a:buClr>
                <a:srgbClr val="FF5608"/>
              </a:buClr>
              <a:buSzPts val="12000"/>
              <a:buNone/>
              <a:defRPr sz="12000">
                <a:solidFill>
                  <a:srgbClr val="FF5608"/>
                </a:solidFill>
              </a:defRPr>
            </a:lvl5pPr>
            <a:lvl6pPr lvl="5" algn="ctr" rtl="0">
              <a:spcBef>
                <a:spcPts val="0"/>
              </a:spcBef>
              <a:spcAft>
                <a:spcPts val="0"/>
              </a:spcAft>
              <a:buClr>
                <a:srgbClr val="FF5608"/>
              </a:buClr>
              <a:buSzPts val="12000"/>
              <a:buNone/>
              <a:defRPr sz="12000">
                <a:solidFill>
                  <a:srgbClr val="FF5608"/>
                </a:solidFill>
              </a:defRPr>
            </a:lvl6pPr>
            <a:lvl7pPr lvl="6" algn="ctr" rtl="0">
              <a:spcBef>
                <a:spcPts val="0"/>
              </a:spcBef>
              <a:spcAft>
                <a:spcPts val="0"/>
              </a:spcAft>
              <a:buClr>
                <a:srgbClr val="FF5608"/>
              </a:buClr>
              <a:buSzPts val="12000"/>
              <a:buNone/>
              <a:defRPr sz="12000">
                <a:solidFill>
                  <a:srgbClr val="FF5608"/>
                </a:solidFill>
              </a:defRPr>
            </a:lvl7pPr>
            <a:lvl8pPr lvl="7" algn="ctr" rtl="0">
              <a:spcBef>
                <a:spcPts val="0"/>
              </a:spcBef>
              <a:spcAft>
                <a:spcPts val="0"/>
              </a:spcAft>
              <a:buClr>
                <a:srgbClr val="FF5608"/>
              </a:buClr>
              <a:buSzPts val="12000"/>
              <a:buNone/>
              <a:defRPr sz="12000">
                <a:solidFill>
                  <a:srgbClr val="FF5608"/>
                </a:solidFill>
              </a:defRPr>
            </a:lvl8pPr>
            <a:lvl9pPr lvl="8" algn="ctr" rtl="0">
              <a:spcBef>
                <a:spcPts val="0"/>
              </a:spcBef>
              <a:spcAft>
                <a:spcPts val="0"/>
              </a:spcAft>
              <a:buClr>
                <a:srgbClr val="FF5608"/>
              </a:buClr>
              <a:buSzPts val="12000"/>
              <a:buNone/>
              <a:defRPr sz="12000">
                <a:solidFill>
                  <a:srgbClr val="FF5608"/>
                </a:solidFill>
              </a:defRPr>
            </a:lvl9pPr>
          </a:lstStyle>
          <a:p>
            <a:r>
              <a:t>xx%</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 body 01">
  <p:cSld name="TITLE_AND_BODY_1">
    <p:bg>
      <p:bgPr>
        <a:solidFill>
          <a:schemeClr val="dk2"/>
        </a:solidFill>
        <a:effectLst/>
      </p:bgPr>
    </p:bg>
    <p:spTree>
      <p:nvGrpSpPr>
        <p:cNvPr id="1" name="Shape 595"/>
        <p:cNvGrpSpPr/>
        <p:nvPr/>
      </p:nvGrpSpPr>
      <p:grpSpPr>
        <a:xfrm>
          <a:off x="0" y="0"/>
          <a:ext cx="0" cy="0"/>
          <a:chOff x="0" y="0"/>
          <a:chExt cx="0" cy="0"/>
        </a:xfrm>
      </p:grpSpPr>
      <p:sp>
        <p:nvSpPr>
          <p:cNvPr id="596" name="Google Shape;596;p41"/>
          <p:cNvSpPr txBox="1">
            <a:spLocks noGrp="1"/>
          </p:cNvSpPr>
          <p:nvPr>
            <p:ph type="title"/>
          </p:nvPr>
        </p:nvSpPr>
        <p:spPr>
          <a:xfrm>
            <a:off x="720000" y="540000"/>
            <a:ext cx="7704000" cy="4572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597" name="Google Shape;597;p41"/>
          <p:cNvSpPr txBox="1">
            <a:spLocks noGrp="1"/>
          </p:cNvSpPr>
          <p:nvPr>
            <p:ph type="subTitle" idx="1"/>
          </p:nvPr>
        </p:nvSpPr>
        <p:spPr>
          <a:xfrm>
            <a:off x="2285850" y="1240050"/>
            <a:ext cx="4572300" cy="1503000"/>
          </a:xfrm>
          <a:prstGeom prst="rect">
            <a:avLst/>
          </a:prstGeom>
        </p:spPr>
        <p:txBody>
          <a:bodyPr spcFirstLastPara="1" wrap="square" lIns="91425" tIns="91425" rIns="91425" bIns="91425" anchor="ctr" anchorCtr="0">
            <a:noAutofit/>
          </a:bodyPr>
          <a:lstStyle>
            <a:lvl1pPr lvl="0" algn="ctr" rtl="0">
              <a:lnSpc>
                <a:spcPct val="115000"/>
              </a:lnSpc>
              <a:spcBef>
                <a:spcPts val="0"/>
              </a:spcBef>
              <a:spcAft>
                <a:spcPts val="0"/>
              </a:spcAft>
              <a:buClr>
                <a:srgbClr val="FFFFFF"/>
              </a:buClr>
              <a:buSzPts val="1600"/>
              <a:buNone/>
              <a:defRPr>
                <a:solidFill>
                  <a:srgbClr val="FFFFFF"/>
                </a:solidFill>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grpSp>
        <p:nvGrpSpPr>
          <p:cNvPr id="598" name="Google Shape;598;p41"/>
          <p:cNvGrpSpPr/>
          <p:nvPr/>
        </p:nvGrpSpPr>
        <p:grpSpPr>
          <a:xfrm rot="899857">
            <a:off x="7222308" y="3107262"/>
            <a:ext cx="1711973" cy="1846180"/>
            <a:chOff x="-3361711" y="308336"/>
            <a:chExt cx="3987600" cy="4300200"/>
          </a:xfrm>
        </p:grpSpPr>
        <p:grpSp>
          <p:nvGrpSpPr>
            <p:cNvPr id="599" name="Google Shape;599;p41"/>
            <p:cNvGrpSpPr/>
            <p:nvPr/>
          </p:nvGrpSpPr>
          <p:grpSpPr>
            <a:xfrm>
              <a:off x="-3361711" y="308336"/>
              <a:ext cx="3987600" cy="4300200"/>
              <a:chOff x="-2571136" y="421611"/>
              <a:chExt cx="3987600" cy="4300200"/>
            </a:xfrm>
          </p:grpSpPr>
          <p:sp>
            <p:nvSpPr>
              <p:cNvPr id="600" name="Google Shape;600;p41"/>
              <p:cNvSpPr/>
              <p:nvPr/>
            </p:nvSpPr>
            <p:spPr>
              <a:xfrm>
                <a:off x="-2571136" y="421611"/>
                <a:ext cx="3987600" cy="4300200"/>
              </a:xfrm>
              <a:prstGeom prst="roundRect">
                <a:avLst>
                  <a:gd name="adj" fmla="val 5368"/>
                </a:avLst>
              </a:prstGeom>
              <a:solidFill>
                <a:srgbClr val="EAA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1" name="Google Shape;601;p41"/>
              <p:cNvGrpSpPr/>
              <p:nvPr/>
            </p:nvGrpSpPr>
            <p:grpSpPr>
              <a:xfrm>
                <a:off x="-2206074" y="809586"/>
                <a:ext cx="3257475" cy="3524250"/>
                <a:chOff x="-2206074" y="819150"/>
                <a:chExt cx="3257475" cy="3524250"/>
              </a:xfrm>
            </p:grpSpPr>
            <p:grpSp>
              <p:nvGrpSpPr>
                <p:cNvPr id="602" name="Google Shape;602;p41"/>
                <p:cNvGrpSpPr/>
                <p:nvPr/>
              </p:nvGrpSpPr>
              <p:grpSpPr>
                <a:xfrm>
                  <a:off x="-2206074" y="819150"/>
                  <a:ext cx="3257475" cy="981000"/>
                  <a:chOff x="-2209800" y="819150"/>
                  <a:chExt cx="3257475" cy="981000"/>
                </a:xfrm>
              </p:grpSpPr>
              <p:sp>
                <p:nvSpPr>
                  <p:cNvPr id="603" name="Google Shape;603;p41"/>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41"/>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5" name="Google Shape;605;p41"/>
                <p:cNvGrpSpPr/>
                <p:nvPr/>
              </p:nvGrpSpPr>
              <p:grpSpPr>
                <a:xfrm>
                  <a:off x="-2206074" y="3362400"/>
                  <a:ext cx="3257475" cy="981000"/>
                  <a:chOff x="-2209800" y="819150"/>
                  <a:chExt cx="3257475" cy="981000"/>
                </a:xfrm>
              </p:grpSpPr>
              <p:sp>
                <p:nvSpPr>
                  <p:cNvPr id="606" name="Google Shape;606;p41"/>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41"/>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608" name="Google Shape;608;p41"/>
            <p:cNvSpPr/>
            <p:nvPr/>
          </p:nvSpPr>
          <p:spPr>
            <a:xfrm>
              <a:off x="-1858399" y="1967936"/>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9" name="Google Shape;609;p41"/>
          <p:cNvGrpSpPr/>
          <p:nvPr/>
        </p:nvGrpSpPr>
        <p:grpSpPr>
          <a:xfrm rot="-899857" flipH="1">
            <a:off x="209708" y="190062"/>
            <a:ext cx="1711973" cy="1846180"/>
            <a:chOff x="-2571136" y="421611"/>
            <a:chExt cx="3987600" cy="4300200"/>
          </a:xfrm>
        </p:grpSpPr>
        <p:sp>
          <p:nvSpPr>
            <p:cNvPr id="610" name="Google Shape;610;p41"/>
            <p:cNvSpPr/>
            <p:nvPr/>
          </p:nvSpPr>
          <p:spPr>
            <a:xfrm>
              <a:off x="-2571136" y="421611"/>
              <a:ext cx="3987600" cy="4300200"/>
            </a:xfrm>
            <a:prstGeom prst="roundRect">
              <a:avLst>
                <a:gd name="adj" fmla="val 5368"/>
              </a:avLst>
            </a:prstGeom>
            <a:solidFill>
              <a:srgbClr val="EAA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1" name="Google Shape;611;p41"/>
            <p:cNvGrpSpPr/>
            <p:nvPr/>
          </p:nvGrpSpPr>
          <p:grpSpPr>
            <a:xfrm>
              <a:off x="-2206074" y="809586"/>
              <a:ext cx="3257475" cy="3524250"/>
              <a:chOff x="-2206074" y="819150"/>
              <a:chExt cx="3257475" cy="3524250"/>
            </a:xfrm>
          </p:grpSpPr>
          <p:grpSp>
            <p:nvGrpSpPr>
              <p:cNvPr id="612" name="Google Shape;612;p41"/>
              <p:cNvGrpSpPr/>
              <p:nvPr/>
            </p:nvGrpSpPr>
            <p:grpSpPr>
              <a:xfrm>
                <a:off x="-2206074" y="819150"/>
                <a:ext cx="3257475" cy="981000"/>
                <a:chOff x="-2209800" y="819150"/>
                <a:chExt cx="3257475" cy="981000"/>
              </a:xfrm>
            </p:grpSpPr>
            <p:sp>
              <p:nvSpPr>
                <p:cNvPr id="613" name="Google Shape;613;p41"/>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41"/>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5" name="Google Shape;615;p41"/>
              <p:cNvGrpSpPr/>
              <p:nvPr/>
            </p:nvGrpSpPr>
            <p:grpSpPr>
              <a:xfrm>
                <a:off x="-2206074" y="3362400"/>
                <a:ext cx="3257475" cy="981000"/>
                <a:chOff x="-2209800" y="819150"/>
                <a:chExt cx="3257475" cy="981000"/>
              </a:xfrm>
            </p:grpSpPr>
            <p:sp>
              <p:nvSpPr>
                <p:cNvPr id="616" name="Google Shape;616;p41"/>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41"/>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 Four columns">
  <p:cSld name="CUSTOM_4">
    <p:bg>
      <p:bgPr>
        <a:solidFill>
          <a:schemeClr val="dk2"/>
        </a:solidFill>
        <a:effectLst/>
      </p:bgPr>
    </p:bg>
    <p:spTree>
      <p:nvGrpSpPr>
        <p:cNvPr id="1" name="Shape 618"/>
        <p:cNvGrpSpPr/>
        <p:nvPr/>
      </p:nvGrpSpPr>
      <p:grpSpPr>
        <a:xfrm>
          <a:off x="0" y="0"/>
          <a:ext cx="0" cy="0"/>
          <a:chOff x="0" y="0"/>
          <a:chExt cx="0" cy="0"/>
        </a:xfrm>
      </p:grpSpPr>
      <p:grpSp>
        <p:nvGrpSpPr>
          <p:cNvPr id="619" name="Google Shape;619;p42"/>
          <p:cNvGrpSpPr/>
          <p:nvPr/>
        </p:nvGrpSpPr>
        <p:grpSpPr>
          <a:xfrm rot="-899857" flipH="1">
            <a:off x="209708" y="190062"/>
            <a:ext cx="1711973" cy="1846180"/>
            <a:chOff x="-3361711" y="308336"/>
            <a:chExt cx="3987600" cy="4300200"/>
          </a:xfrm>
        </p:grpSpPr>
        <p:grpSp>
          <p:nvGrpSpPr>
            <p:cNvPr id="620" name="Google Shape;620;p42"/>
            <p:cNvGrpSpPr/>
            <p:nvPr/>
          </p:nvGrpSpPr>
          <p:grpSpPr>
            <a:xfrm>
              <a:off x="-3361711" y="308336"/>
              <a:ext cx="3987600" cy="4300200"/>
              <a:chOff x="-2571136" y="421611"/>
              <a:chExt cx="3987600" cy="4300200"/>
            </a:xfrm>
          </p:grpSpPr>
          <p:sp>
            <p:nvSpPr>
              <p:cNvPr id="621" name="Google Shape;621;p42"/>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2" name="Google Shape;622;p42"/>
              <p:cNvGrpSpPr/>
              <p:nvPr/>
            </p:nvGrpSpPr>
            <p:grpSpPr>
              <a:xfrm>
                <a:off x="-2206074" y="809586"/>
                <a:ext cx="3257475" cy="3524250"/>
                <a:chOff x="-2206074" y="819150"/>
                <a:chExt cx="3257475" cy="3524250"/>
              </a:xfrm>
            </p:grpSpPr>
            <p:grpSp>
              <p:nvGrpSpPr>
                <p:cNvPr id="623" name="Google Shape;623;p42"/>
                <p:cNvGrpSpPr/>
                <p:nvPr/>
              </p:nvGrpSpPr>
              <p:grpSpPr>
                <a:xfrm>
                  <a:off x="-2206074" y="819150"/>
                  <a:ext cx="3257475" cy="981000"/>
                  <a:chOff x="-2209800" y="819150"/>
                  <a:chExt cx="3257475" cy="981000"/>
                </a:xfrm>
              </p:grpSpPr>
              <p:sp>
                <p:nvSpPr>
                  <p:cNvPr id="624" name="Google Shape;624;p42"/>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42"/>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6" name="Google Shape;626;p42"/>
                <p:cNvGrpSpPr/>
                <p:nvPr/>
              </p:nvGrpSpPr>
              <p:grpSpPr>
                <a:xfrm>
                  <a:off x="-2206074" y="3362400"/>
                  <a:ext cx="3257475" cy="981000"/>
                  <a:chOff x="-2209800" y="819150"/>
                  <a:chExt cx="3257475" cy="981000"/>
                </a:xfrm>
              </p:grpSpPr>
              <p:sp>
                <p:nvSpPr>
                  <p:cNvPr id="627" name="Google Shape;627;p42"/>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42"/>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629" name="Google Shape;629;p42"/>
            <p:cNvSpPr/>
            <p:nvPr/>
          </p:nvSpPr>
          <p:spPr>
            <a:xfrm>
              <a:off x="-1858399" y="1967936"/>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0" name="Google Shape;630;p42"/>
          <p:cNvGrpSpPr/>
          <p:nvPr/>
        </p:nvGrpSpPr>
        <p:grpSpPr>
          <a:xfrm rot="899857">
            <a:off x="7222308" y="3107262"/>
            <a:ext cx="1711973" cy="1846180"/>
            <a:chOff x="-2571136" y="421611"/>
            <a:chExt cx="3987600" cy="4300200"/>
          </a:xfrm>
        </p:grpSpPr>
        <p:sp>
          <p:nvSpPr>
            <p:cNvPr id="631" name="Google Shape;631;p42"/>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2" name="Google Shape;632;p42"/>
            <p:cNvGrpSpPr/>
            <p:nvPr/>
          </p:nvGrpSpPr>
          <p:grpSpPr>
            <a:xfrm>
              <a:off x="-2206074" y="809586"/>
              <a:ext cx="3257475" cy="3524250"/>
              <a:chOff x="-2206074" y="819150"/>
              <a:chExt cx="3257475" cy="3524250"/>
            </a:xfrm>
          </p:grpSpPr>
          <p:grpSp>
            <p:nvGrpSpPr>
              <p:cNvPr id="633" name="Google Shape;633;p42"/>
              <p:cNvGrpSpPr/>
              <p:nvPr/>
            </p:nvGrpSpPr>
            <p:grpSpPr>
              <a:xfrm>
                <a:off x="-2206074" y="819150"/>
                <a:ext cx="3257475" cy="981000"/>
                <a:chOff x="-2209800" y="819150"/>
                <a:chExt cx="3257475" cy="981000"/>
              </a:xfrm>
            </p:grpSpPr>
            <p:sp>
              <p:nvSpPr>
                <p:cNvPr id="634" name="Google Shape;634;p42"/>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42"/>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6" name="Google Shape;636;p42"/>
              <p:cNvGrpSpPr/>
              <p:nvPr/>
            </p:nvGrpSpPr>
            <p:grpSpPr>
              <a:xfrm>
                <a:off x="-2206074" y="3362400"/>
                <a:ext cx="3257475" cy="981000"/>
                <a:chOff x="-2209800" y="819150"/>
                <a:chExt cx="3257475" cy="981000"/>
              </a:xfrm>
            </p:grpSpPr>
            <p:sp>
              <p:nvSpPr>
                <p:cNvPr id="637" name="Google Shape;637;p42"/>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42"/>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639" name="Google Shape;639;p42"/>
          <p:cNvSpPr txBox="1">
            <a:spLocks noGrp="1"/>
          </p:cNvSpPr>
          <p:nvPr>
            <p:ph type="title"/>
          </p:nvPr>
        </p:nvSpPr>
        <p:spPr>
          <a:xfrm>
            <a:off x="720000" y="540000"/>
            <a:ext cx="7704000" cy="4572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solidFill>
                  <a:schemeClr val="accent1"/>
                </a:solidFill>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640" name="Google Shape;640;p42"/>
          <p:cNvSpPr txBox="1">
            <a:spLocks noGrp="1"/>
          </p:cNvSpPr>
          <p:nvPr>
            <p:ph type="subTitle" idx="1"/>
          </p:nvPr>
        </p:nvSpPr>
        <p:spPr>
          <a:xfrm>
            <a:off x="5504841" y="1594175"/>
            <a:ext cx="2179200" cy="449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2000"/>
              <a:buFont typeface="Lilita One"/>
              <a:buNone/>
              <a:defRPr sz="2100">
                <a:solidFill>
                  <a:schemeClr val="accent2"/>
                </a:solidFill>
                <a:latin typeface="Lilita One"/>
                <a:ea typeface="Lilita One"/>
                <a:cs typeface="Lilita One"/>
                <a:sym typeface="Lilita 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641" name="Google Shape;641;p42"/>
          <p:cNvSpPr txBox="1">
            <a:spLocks noGrp="1"/>
          </p:cNvSpPr>
          <p:nvPr>
            <p:ph type="subTitle" idx="2"/>
          </p:nvPr>
        </p:nvSpPr>
        <p:spPr>
          <a:xfrm>
            <a:off x="5504853" y="2066625"/>
            <a:ext cx="2427300" cy="863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2000"/>
              <a:buNone/>
              <a:defRPr sz="1600">
                <a:solidFill>
                  <a:schemeClr val="accent1"/>
                </a:solidFill>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642" name="Google Shape;642;p42"/>
          <p:cNvSpPr txBox="1">
            <a:spLocks noGrp="1"/>
          </p:cNvSpPr>
          <p:nvPr>
            <p:ph type="subTitle" idx="3"/>
          </p:nvPr>
        </p:nvSpPr>
        <p:spPr>
          <a:xfrm>
            <a:off x="5504841" y="3151225"/>
            <a:ext cx="2179200" cy="449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2000"/>
              <a:buFont typeface="Lilita One"/>
              <a:buNone/>
              <a:defRPr sz="2100">
                <a:solidFill>
                  <a:schemeClr val="accent2"/>
                </a:solidFill>
                <a:latin typeface="Lilita One"/>
                <a:ea typeface="Lilita One"/>
                <a:cs typeface="Lilita One"/>
                <a:sym typeface="Lilita 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643" name="Google Shape;643;p42"/>
          <p:cNvSpPr txBox="1">
            <a:spLocks noGrp="1"/>
          </p:cNvSpPr>
          <p:nvPr>
            <p:ph type="subTitle" idx="4"/>
          </p:nvPr>
        </p:nvSpPr>
        <p:spPr>
          <a:xfrm>
            <a:off x="5504853" y="3600625"/>
            <a:ext cx="2427300" cy="863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2000"/>
              <a:buNone/>
              <a:defRPr sz="1600">
                <a:solidFill>
                  <a:schemeClr val="accent1"/>
                </a:solidFill>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644" name="Google Shape;644;p42"/>
          <p:cNvSpPr txBox="1">
            <a:spLocks noGrp="1"/>
          </p:cNvSpPr>
          <p:nvPr>
            <p:ph type="subTitle" idx="5"/>
          </p:nvPr>
        </p:nvSpPr>
        <p:spPr>
          <a:xfrm>
            <a:off x="1635141" y="1594175"/>
            <a:ext cx="2179200" cy="449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2000"/>
              <a:buFont typeface="Lilita One"/>
              <a:buNone/>
              <a:defRPr sz="2100">
                <a:solidFill>
                  <a:schemeClr val="accent2"/>
                </a:solidFill>
                <a:latin typeface="Lilita One"/>
                <a:ea typeface="Lilita One"/>
                <a:cs typeface="Lilita One"/>
                <a:sym typeface="Lilita 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645" name="Google Shape;645;p42"/>
          <p:cNvSpPr txBox="1">
            <a:spLocks noGrp="1"/>
          </p:cNvSpPr>
          <p:nvPr>
            <p:ph type="subTitle" idx="6"/>
          </p:nvPr>
        </p:nvSpPr>
        <p:spPr>
          <a:xfrm>
            <a:off x="1635153" y="2066625"/>
            <a:ext cx="2427300" cy="863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2000"/>
              <a:buNone/>
              <a:defRPr sz="1600">
                <a:solidFill>
                  <a:schemeClr val="accent1"/>
                </a:solidFill>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646" name="Google Shape;646;p42"/>
          <p:cNvSpPr txBox="1">
            <a:spLocks noGrp="1"/>
          </p:cNvSpPr>
          <p:nvPr>
            <p:ph type="subTitle" idx="7"/>
          </p:nvPr>
        </p:nvSpPr>
        <p:spPr>
          <a:xfrm>
            <a:off x="1635141" y="3151225"/>
            <a:ext cx="2179200" cy="449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2000"/>
              <a:buFont typeface="Lilita One"/>
              <a:buNone/>
              <a:defRPr sz="2100">
                <a:solidFill>
                  <a:schemeClr val="accent2"/>
                </a:solidFill>
                <a:latin typeface="Lilita One"/>
                <a:ea typeface="Lilita One"/>
                <a:cs typeface="Lilita One"/>
                <a:sym typeface="Lilita 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647" name="Google Shape;647;p42"/>
          <p:cNvSpPr txBox="1">
            <a:spLocks noGrp="1"/>
          </p:cNvSpPr>
          <p:nvPr>
            <p:ph type="subTitle" idx="8"/>
          </p:nvPr>
        </p:nvSpPr>
        <p:spPr>
          <a:xfrm>
            <a:off x="1635153" y="3600625"/>
            <a:ext cx="2427300" cy="863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2000"/>
              <a:buNone/>
              <a:defRPr sz="1600">
                <a:solidFill>
                  <a:schemeClr val="accent1"/>
                </a:solidFill>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 body 02">
  <p:cSld name="TITLE_AND_BODY_2">
    <p:bg>
      <p:bgPr>
        <a:solidFill>
          <a:schemeClr val="lt1"/>
        </a:solidFill>
        <a:effectLst/>
      </p:bgPr>
    </p:bg>
    <p:spTree>
      <p:nvGrpSpPr>
        <p:cNvPr id="1" name="Shape 648"/>
        <p:cNvGrpSpPr/>
        <p:nvPr/>
      </p:nvGrpSpPr>
      <p:grpSpPr>
        <a:xfrm>
          <a:off x="0" y="0"/>
          <a:ext cx="0" cy="0"/>
          <a:chOff x="0" y="0"/>
          <a:chExt cx="0" cy="0"/>
        </a:xfrm>
      </p:grpSpPr>
      <p:grpSp>
        <p:nvGrpSpPr>
          <p:cNvPr id="649" name="Google Shape;649;p43"/>
          <p:cNvGrpSpPr/>
          <p:nvPr/>
        </p:nvGrpSpPr>
        <p:grpSpPr>
          <a:xfrm rot="899960">
            <a:off x="4715630" y="450288"/>
            <a:ext cx="3987481" cy="4300072"/>
            <a:chOff x="-3361711" y="308336"/>
            <a:chExt cx="3987600" cy="4300200"/>
          </a:xfrm>
        </p:grpSpPr>
        <p:grpSp>
          <p:nvGrpSpPr>
            <p:cNvPr id="650" name="Google Shape;650;p43"/>
            <p:cNvGrpSpPr/>
            <p:nvPr/>
          </p:nvGrpSpPr>
          <p:grpSpPr>
            <a:xfrm>
              <a:off x="-3361711" y="308336"/>
              <a:ext cx="3987600" cy="4300200"/>
              <a:chOff x="-2571136" y="421611"/>
              <a:chExt cx="3987600" cy="4300200"/>
            </a:xfrm>
          </p:grpSpPr>
          <p:sp>
            <p:nvSpPr>
              <p:cNvPr id="651" name="Google Shape;651;p43"/>
              <p:cNvSpPr/>
              <p:nvPr/>
            </p:nvSpPr>
            <p:spPr>
              <a:xfrm>
                <a:off x="-2571136" y="421611"/>
                <a:ext cx="3987600" cy="4300200"/>
              </a:xfrm>
              <a:prstGeom prst="roundRect">
                <a:avLst>
                  <a:gd name="adj" fmla="val 5368"/>
                </a:avLst>
              </a:prstGeom>
              <a:solidFill>
                <a:srgbClr val="6696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2" name="Google Shape;652;p43"/>
              <p:cNvGrpSpPr/>
              <p:nvPr/>
            </p:nvGrpSpPr>
            <p:grpSpPr>
              <a:xfrm>
                <a:off x="-2206074" y="809586"/>
                <a:ext cx="3257475" cy="3524250"/>
                <a:chOff x="-2206074" y="819150"/>
                <a:chExt cx="3257475" cy="3524250"/>
              </a:xfrm>
            </p:grpSpPr>
            <p:grpSp>
              <p:nvGrpSpPr>
                <p:cNvPr id="653" name="Google Shape;653;p43"/>
                <p:cNvGrpSpPr/>
                <p:nvPr/>
              </p:nvGrpSpPr>
              <p:grpSpPr>
                <a:xfrm>
                  <a:off x="-2206074" y="819150"/>
                  <a:ext cx="3257475" cy="981000"/>
                  <a:chOff x="-2209800" y="819150"/>
                  <a:chExt cx="3257475" cy="981000"/>
                </a:xfrm>
              </p:grpSpPr>
              <p:sp>
                <p:nvSpPr>
                  <p:cNvPr id="654" name="Google Shape;654;p43"/>
                  <p:cNvSpPr/>
                  <p:nvPr/>
                </p:nvSpPr>
                <p:spPr>
                  <a:xfrm>
                    <a:off x="-2209800"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43"/>
                  <p:cNvSpPr/>
                  <p:nvPr/>
                </p:nvSpPr>
                <p:spPr>
                  <a:xfrm>
                    <a:off x="66675"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6" name="Google Shape;656;p43"/>
                <p:cNvGrpSpPr/>
                <p:nvPr/>
              </p:nvGrpSpPr>
              <p:grpSpPr>
                <a:xfrm>
                  <a:off x="-2206074" y="3362400"/>
                  <a:ext cx="3257475" cy="981000"/>
                  <a:chOff x="-2209800" y="819150"/>
                  <a:chExt cx="3257475" cy="981000"/>
                </a:xfrm>
              </p:grpSpPr>
              <p:sp>
                <p:nvSpPr>
                  <p:cNvPr id="657" name="Google Shape;657;p43"/>
                  <p:cNvSpPr/>
                  <p:nvPr/>
                </p:nvSpPr>
                <p:spPr>
                  <a:xfrm>
                    <a:off x="-2209800"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43"/>
                  <p:cNvSpPr/>
                  <p:nvPr/>
                </p:nvSpPr>
                <p:spPr>
                  <a:xfrm>
                    <a:off x="66675"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659" name="Google Shape;659;p43"/>
            <p:cNvSpPr/>
            <p:nvPr/>
          </p:nvSpPr>
          <p:spPr>
            <a:xfrm>
              <a:off x="-1858399" y="1967936"/>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0" name="Google Shape;660;p43"/>
          <p:cNvSpPr txBox="1">
            <a:spLocks noGrp="1"/>
          </p:cNvSpPr>
          <p:nvPr>
            <p:ph type="title"/>
          </p:nvPr>
        </p:nvSpPr>
        <p:spPr>
          <a:xfrm>
            <a:off x="720000" y="540000"/>
            <a:ext cx="7704000" cy="4572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661" name="Google Shape;661;p43"/>
          <p:cNvSpPr txBox="1">
            <a:spLocks noGrp="1"/>
          </p:cNvSpPr>
          <p:nvPr>
            <p:ph type="subTitle" idx="1"/>
          </p:nvPr>
        </p:nvSpPr>
        <p:spPr>
          <a:xfrm>
            <a:off x="722150" y="1606650"/>
            <a:ext cx="2849700" cy="19302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Clr>
                <a:srgbClr val="FFFFFF"/>
              </a:buClr>
              <a:buSzPts val="1600"/>
              <a:buNone/>
              <a:defRPr/>
            </a:lvl1pPr>
            <a:lvl2pPr lvl="1" rtl="0">
              <a:spcBef>
                <a:spcPts val="0"/>
              </a:spcBef>
              <a:spcAft>
                <a:spcPts val="0"/>
              </a:spcAft>
              <a:buClr>
                <a:srgbClr val="FFFFFF"/>
              </a:buClr>
              <a:buSzPts val="1600"/>
              <a:buNone/>
              <a:defRPr>
                <a:solidFill>
                  <a:srgbClr val="FFFFFF"/>
                </a:solidFill>
              </a:defRPr>
            </a:lvl2pPr>
            <a:lvl3pPr lvl="2" rtl="0">
              <a:spcBef>
                <a:spcPts val="0"/>
              </a:spcBef>
              <a:spcAft>
                <a:spcPts val="0"/>
              </a:spcAft>
              <a:buClr>
                <a:srgbClr val="FFFFFF"/>
              </a:buClr>
              <a:buSzPts val="1600"/>
              <a:buNone/>
              <a:defRPr>
                <a:solidFill>
                  <a:srgbClr val="FFFFFF"/>
                </a:solidFill>
              </a:defRPr>
            </a:lvl3pPr>
            <a:lvl4pPr lvl="3" rtl="0">
              <a:spcBef>
                <a:spcPts val="0"/>
              </a:spcBef>
              <a:spcAft>
                <a:spcPts val="0"/>
              </a:spcAft>
              <a:buClr>
                <a:srgbClr val="FFFFFF"/>
              </a:buClr>
              <a:buSzPts val="1600"/>
              <a:buNone/>
              <a:defRPr>
                <a:solidFill>
                  <a:srgbClr val="FFFFFF"/>
                </a:solidFill>
              </a:defRPr>
            </a:lvl4pPr>
            <a:lvl5pPr lvl="4" rtl="0">
              <a:spcBef>
                <a:spcPts val="0"/>
              </a:spcBef>
              <a:spcAft>
                <a:spcPts val="0"/>
              </a:spcAft>
              <a:buClr>
                <a:srgbClr val="FFFFFF"/>
              </a:buClr>
              <a:buSzPts val="1600"/>
              <a:buNone/>
              <a:defRPr>
                <a:solidFill>
                  <a:srgbClr val="FFFFFF"/>
                </a:solidFill>
              </a:defRPr>
            </a:lvl5pPr>
            <a:lvl6pPr lvl="5" rtl="0">
              <a:spcBef>
                <a:spcPts val="0"/>
              </a:spcBef>
              <a:spcAft>
                <a:spcPts val="0"/>
              </a:spcAft>
              <a:buClr>
                <a:srgbClr val="FFFFFF"/>
              </a:buClr>
              <a:buSzPts val="1600"/>
              <a:buNone/>
              <a:defRPr>
                <a:solidFill>
                  <a:srgbClr val="FFFFFF"/>
                </a:solidFill>
              </a:defRPr>
            </a:lvl6pPr>
            <a:lvl7pPr lvl="6" rtl="0">
              <a:spcBef>
                <a:spcPts val="0"/>
              </a:spcBef>
              <a:spcAft>
                <a:spcPts val="0"/>
              </a:spcAft>
              <a:buClr>
                <a:srgbClr val="FFFFFF"/>
              </a:buClr>
              <a:buSzPts val="1600"/>
              <a:buNone/>
              <a:defRPr>
                <a:solidFill>
                  <a:srgbClr val="FFFFFF"/>
                </a:solidFill>
              </a:defRPr>
            </a:lvl7pPr>
            <a:lvl8pPr lvl="7" rtl="0">
              <a:spcBef>
                <a:spcPts val="0"/>
              </a:spcBef>
              <a:spcAft>
                <a:spcPts val="0"/>
              </a:spcAft>
              <a:buClr>
                <a:srgbClr val="FFFFFF"/>
              </a:buClr>
              <a:buSzPts val="1600"/>
              <a:buNone/>
              <a:defRPr>
                <a:solidFill>
                  <a:srgbClr val="FFFFFF"/>
                </a:solidFill>
              </a:defRPr>
            </a:lvl8pPr>
            <a:lvl9pPr lvl="8" rtl="0">
              <a:spcBef>
                <a:spcPts val="0"/>
              </a:spcBef>
              <a:spcAft>
                <a:spcPts val="0"/>
              </a:spcAft>
              <a:buClr>
                <a:srgbClr val="FFFFFF"/>
              </a:buClr>
              <a:buSzPts val="1600"/>
              <a:buNone/>
              <a:defRPr>
                <a:solidFill>
                  <a:srgbClr val="FFFFFF"/>
                </a:solidFill>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two columns 01">
  <p:cSld name="TITLE_AND_TWO_COLUMNS_1">
    <p:bg>
      <p:bgPr>
        <a:solidFill>
          <a:schemeClr val="dk2"/>
        </a:solidFill>
        <a:effectLst/>
      </p:bgPr>
    </p:bg>
    <p:spTree>
      <p:nvGrpSpPr>
        <p:cNvPr id="1" name="Shape 662"/>
        <p:cNvGrpSpPr/>
        <p:nvPr/>
      </p:nvGrpSpPr>
      <p:grpSpPr>
        <a:xfrm>
          <a:off x="0" y="0"/>
          <a:ext cx="0" cy="0"/>
          <a:chOff x="0" y="0"/>
          <a:chExt cx="0" cy="0"/>
        </a:xfrm>
      </p:grpSpPr>
      <p:grpSp>
        <p:nvGrpSpPr>
          <p:cNvPr id="663" name="Google Shape;663;p44"/>
          <p:cNvGrpSpPr/>
          <p:nvPr/>
        </p:nvGrpSpPr>
        <p:grpSpPr>
          <a:xfrm rot="9900143" flipH="1">
            <a:off x="7222308" y="190062"/>
            <a:ext cx="1711973" cy="1846180"/>
            <a:chOff x="-3361711" y="308336"/>
            <a:chExt cx="3987600" cy="4300200"/>
          </a:xfrm>
        </p:grpSpPr>
        <p:grpSp>
          <p:nvGrpSpPr>
            <p:cNvPr id="664" name="Google Shape;664;p44"/>
            <p:cNvGrpSpPr/>
            <p:nvPr/>
          </p:nvGrpSpPr>
          <p:grpSpPr>
            <a:xfrm>
              <a:off x="-3361711" y="308336"/>
              <a:ext cx="3987600" cy="4300200"/>
              <a:chOff x="-2571136" y="421611"/>
              <a:chExt cx="3987600" cy="4300200"/>
            </a:xfrm>
          </p:grpSpPr>
          <p:sp>
            <p:nvSpPr>
              <p:cNvPr id="665" name="Google Shape;665;p44"/>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6" name="Google Shape;666;p44"/>
              <p:cNvGrpSpPr/>
              <p:nvPr/>
            </p:nvGrpSpPr>
            <p:grpSpPr>
              <a:xfrm>
                <a:off x="-2206074" y="809586"/>
                <a:ext cx="3257475" cy="3524250"/>
                <a:chOff x="-2206074" y="819150"/>
                <a:chExt cx="3257475" cy="3524250"/>
              </a:xfrm>
            </p:grpSpPr>
            <p:grpSp>
              <p:nvGrpSpPr>
                <p:cNvPr id="667" name="Google Shape;667;p44"/>
                <p:cNvGrpSpPr/>
                <p:nvPr/>
              </p:nvGrpSpPr>
              <p:grpSpPr>
                <a:xfrm>
                  <a:off x="-2206074" y="819150"/>
                  <a:ext cx="3257475" cy="981000"/>
                  <a:chOff x="-2209800" y="819150"/>
                  <a:chExt cx="3257475" cy="981000"/>
                </a:xfrm>
              </p:grpSpPr>
              <p:sp>
                <p:nvSpPr>
                  <p:cNvPr id="668" name="Google Shape;668;p44"/>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44"/>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44"/>
                <p:cNvGrpSpPr/>
                <p:nvPr/>
              </p:nvGrpSpPr>
              <p:grpSpPr>
                <a:xfrm>
                  <a:off x="-2206074" y="3362400"/>
                  <a:ext cx="3257475" cy="981000"/>
                  <a:chOff x="-2209800" y="819150"/>
                  <a:chExt cx="3257475" cy="981000"/>
                </a:xfrm>
              </p:grpSpPr>
              <p:sp>
                <p:nvSpPr>
                  <p:cNvPr id="671" name="Google Shape;671;p44"/>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44"/>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673" name="Google Shape;673;p44"/>
            <p:cNvSpPr/>
            <p:nvPr/>
          </p:nvSpPr>
          <p:spPr>
            <a:xfrm>
              <a:off x="-1858399" y="1967936"/>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4" name="Google Shape;674;p44"/>
          <p:cNvGrpSpPr/>
          <p:nvPr/>
        </p:nvGrpSpPr>
        <p:grpSpPr>
          <a:xfrm rot="-9900143">
            <a:off x="209708" y="190062"/>
            <a:ext cx="1711973" cy="1846180"/>
            <a:chOff x="-2571136" y="421611"/>
            <a:chExt cx="3987600" cy="4300200"/>
          </a:xfrm>
        </p:grpSpPr>
        <p:sp>
          <p:nvSpPr>
            <p:cNvPr id="675" name="Google Shape;675;p44"/>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6" name="Google Shape;676;p44"/>
            <p:cNvGrpSpPr/>
            <p:nvPr/>
          </p:nvGrpSpPr>
          <p:grpSpPr>
            <a:xfrm>
              <a:off x="-2206074" y="809586"/>
              <a:ext cx="3257475" cy="3524250"/>
              <a:chOff x="-2206074" y="819150"/>
              <a:chExt cx="3257475" cy="3524250"/>
            </a:xfrm>
          </p:grpSpPr>
          <p:grpSp>
            <p:nvGrpSpPr>
              <p:cNvPr id="677" name="Google Shape;677;p44"/>
              <p:cNvGrpSpPr/>
              <p:nvPr/>
            </p:nvGrpSpPr>
            <p:grpSpPr>
              <a:xfrm>
                <a:off x="-2206074" y="819150"/>
                <a:ext cx="3257475" cy="981000"/>
                <a:chOff x="-2209800" y="819150"/>
                <a:chExt cx="3257475" cy="981000"/>
              </a:xfrm>
            </p:grpSpPr>
            <p:sp>
              <p:nvSpPr>
                <p:cNvPr id="678" name="Google Shape;678;p44"/>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44"/>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0" name="Google Shape;680;p44"/>
              <p:cNvGrpSpPr/>
              <p:nvPr/>
            </p:nvGrpSpPr>
            <p:grpSpPr>
              <a:xfrm>
                <a:off x="-2206074" y="3362400"/>
                <a:ext cx="3257475" cy="981000"/>
                <a:chOff x="-2209800" y="819150"/>
                <a:chExt cx="3257475" cy="981000"/>
              </a:xfrm>
            </p:grpSpPr>
            <p:sp>
              <p:nvSpPr>
                <p:cNvPr id="681" name="Google Shape;681;p44"/>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44"/>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683" name="Google Shape;683;p44"/>
          <p:cNvSpPr txBox="1">
            <a:spLocks noGrp="1"/>
          </p:cNvSpPr>
          <p:nvPr>
            <p:ph type="title"/>
          </p:nvPr>
        </p:nvSpPr>
        <p:spPr>
          <a:xfrm>
            <a:off x="720000" y="540000"/>
            <a:ext cx="7704000" cy="457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200"/>
              <a:buNone/>
              <a:defRPr>
                <a:solidFill>
                  <a:srgbClr val="FFFFFF"/>
                </a:solidFill>
              </a:defRPr>
            </a:lvl1pPr>
            <a:lvl2pPr lvl="1" rtl="0">
              <a:spcBef>
                <a:spcPts val="0"/>
              </a:spcBef>
              <a:spcAft>
                <a:spcPts val="0"/>
              </a:spcAft>
              <a:buClr>
                <a:srgbClr val="FFFFFF"/>
              </a:buClr>
              <a:buSzPts val="3200"/>
              <a:buNone/>
              <a:defRPr>
                <a:solidFill>
                  <a:srgbClr val="FFFFFF"/>
                </a:solidFill>
              </a:defRPr>
            </a:lvl2pPr>
            <a:lvl3pPr lvl="2" rtl="0">
              <a:spcBef>
                <a:spcPts val="0"/>
              </a:spcBef>
              <a:spcAft>
                <a:spcPts val="0"/>
              </a:spcAft>
              <a:buClr>
                <a:srgbClr val="FFFFFF"/>
              </a:buClr>
              <a:buSzPts val="3200"/>
              <a:buNone/>
              <a:defRPr>
                <a:solidFill>
                  <a:srgbClr val="FFFFFF"/>
                </a:solidFill>
              </a:defRPr>
            </a:lvl3pPr>
            <a:lvl4pPr lvl="3" rtl="0">
              <a:spcBef>
                <a:spcPts val="0"/>
              </a:spcBef>
              <a:spcAft>
                <a:spcPts val="0"/>
              </a:spcAft>
              <a:buClr>
                <a:srgbClr val="FFFFFF"/>
              </a:buClr>
              <a:buSzPts val="3200"/>
              <a:buNone/>
              <a:defRPr>
                <a:solidFill>
                  <a:srgbClr val="FFFFFF"/>
                </a:solidFill>
              </a:defRPr>
            </a:lvl4pPr>
            <a:lvl5pPr lvl="4" rtl="0">
              <a:spcBef>
                <a:spcPts val="0"/>
              </a:spcBef>
              <a:spcAft>
                <a:spcPts val="0"/>
              </a:spcAft>
              <a:buClr>
                <a:srgbClr val="FFFFFF"/>
              </a:buClr>
              <a:buSzPts val="3200"/>
              <a:buNone/>
              <a:defRPr>
                <a:solidFill>
                  <a:srgbClr val="FFFFFF"/>
                </a:solidFill>
              </a:defRPr>
            </a:lvl5pPr>
            <a:lvl6pPr lvl="5" rtl="0">
              <a:spcBef>
                <a:spcPts val="0"/>
              </a:spcBef>
              <a:spcAft>
                <a:spcPts val="0"/>
              </a:spcAft>
              <a:buClr>
                <a:srgbClr val="FFFFFF"/>
              </a:buClr>
              <a:buSzPts val="3200"/>
              <a:buNone/>
              <a:defRPr>
                <a:solidFill>
                  <a:srgbClr val="FFFFFF"/>
                </a:solidFill>
              </a:defRPr>
            </a:lvl6pPr>
            <a:lvl7pPr lvl="6" rtl="0">
              <a:spcBef>
                <a:spcPts val="0"/>
              </a:spcBef>
              <a:spcAft>
                <a:spcPts val="0"/>
              </a:spcAft>
              <a:buClr>
                <a:srgbClr val="FFFFFF"/>
              </a:buClr>
              <a:buSzPts val="3200"/>
              <a:buNone/>
              <a:defRPr>
                <a:solidFill>
                  <a:srgbClr val="FFFFFF"/>
                </a:solidFill>
              </a:defRPr>
            </a:lvl7pPr>
            <a:lvl8pPr lvl="7" rtl="0">
              <a:spcBef>
                <a:spcPts val="0"/>
              </a:spcBef>
              <a:spcAft>
                <a:spcPts val="0"/>
              </a:spcAft>
              <a:buClr>
                <a:srgbClr val="FFFFFF"/>
              </a:buClr>
              <a:buSzPts val="3200"/>
              <a:buNone/>
              <a:defRPr>
                <a:solidFill>
                  <a:srgbClr val="FFFFFF"/>
                </a:solidFill>
              </a:defRPr>
            </a:lvl8pPr>
            <a:lvl9pPr lvl="8" rtl="0">
              <a:spcBef>
                <a:spcPts val="0"/>
              </a:spcBef>
              <a:spcAft>
                <a:spcPts val="0"/>
              </a:spcAft>
              <a:buClr>
                <a:srgbClr val="FFFFFF"/>
              </a:buClr>
              <a:buSzPts val="3200"/>
              <a:buNone/>
              <a:defRPr>
                <a:solidFill>
                  <a:srgbClr val="FFFFFF"/>
                </a:solidFill>
              </a:defRPr>
            </a:lvl9pPr>
          </a:lstStyle>
          <a:p>
            <a:endParaRPr/>
          </a:p>
        </p:txBody>
      </p:sp>
      <p:sp>
        <p:nvSpPr>
          <p:cNvPr id="684" name="Google Shape;684;p44"/>
          <p:cNvSpPr txBox="1">
            <a:spLocks noGrp="1"/>
          </p:cNvSpPr>
          <p:nvPr>
            <p:ph type="subTitle" idx="1"/>
          </p:nvPr>
        </p:nvSpPr>
        <p:spPr>
          <a:xfrm>
            <a:off x="1405825" y="2779600"/>
            <a:ext cx="2236200" cy="1040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DA00"/>
              </a:buClr>
              <a:buSzPts val="2800"/>
              <a:buFont typeface="Lilita One"/>
              <a:buNone/>
              <a:defRPr sz="2800">
                <a:solidFill>
                  <a:schemeClr val="accent2"/>
                </a:solidFill>
                <a:latin typeface="Lilita One"/>
                <a:ea typeface="Lilita One"/>
                <a:cs typeface="Lilita One"/>
                <a:sym typeface="Lilita One"/>
              </a:defRPr>
            </a:lvl1pPr>
            <a:lvl2pPr lvl="1"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9pPr>
          </a:lstStyle>
          <a:p>
            <a:endParaRPr/>
          </a:p>
        </p:txBody>
      </p:sp>
      <p:sp>
        <p:nvSpPr>
          <p:cNvPr id="685" name="Google Shape;685;p44"/>
          <p:cNvSpPr txBox="1">
            <a:spLocks noGrp="1"/>
          </p:cNvSpPr>
          <p:nvPr>
            <p:ph type="subTitle" idx="2"/>
          </p:nvPr>
        </p:nvSpPr>
        <p:spPr>
          <a:xfrm>
            <a:off x="1405825" y="3829025"/>
            <a:ext cx="2236200" cy="774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chemeClr val="accent1"/>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686" name="Google Shape;686;p44"/>
          <p:cNvSpPr txBox="1">
            <a:spLocks noGrp="1"/>
          </p:cNvSpPr>
          <p:nvPr>
            <p:ph type="subTitle" idx="3"/>
          </p:nvPr>
        </p:nvSpPr>
        <p:spPr>
          <a:xfrm>
            <a:off x="5502000" y="2779600"/>
            <a:ext cx="2236200" cy="1040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DA00"/>
              </a:buClr>
              <a:buSzPts val="2800"/>
              <a:buFont typeface="Lilita One"/>
              <a:buNone/>
              <a:defRPr sz="2800">
                <a:solidFill>
                  <a:schemeClr val="accent2"/>
                </a:solidFill>
                <a:latin typeface="Lilita One"/>
                <a:ea typeface="Lilita One"/>
                <a:cs typeface="Lilita One"/>
                <a:sym typeface="Lilita One"/>
              </a:defRPr>
            </a:lvl1pPr>
            <a:lvl2pPr lvl="1"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9pPr>
          </a:lstStyle>
          <a:p>
            <a:endParaRPr/>
          </a:p>
        </p:txBody>
      </p:sp>
      <p:sp>
        <p:nvSpPr>
          <p:cNvPr id="687" name="Google Shape;687;p44"/>
          <p:cNvSpPr txBox="1">
            <a:spLocks noGrp="1"/>
          </p:cNvSpPr>
          <p:nvPr>
            <p:ph type="subTitle" idx="4"/>
          </p:nvPr>
        </p:nvSpPr>
        <p:spPr>
          <a:xfrm>
            <a:off x="5502000" y="3829025"/>
            <a:ext cx="2236200" cy="774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chemeClr val="accent1"/>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 six columns">
  <p:cSld name="CUSTOM_2_1">
    <p:bg>
      <p:bgPr>
        <a:solidFill>
          <a:schemeClr val="dk2"/>
        </a:solidFill>
        <a:effectLst/>
      </p:bgPr>
    </p:bg>
    <p:spTree>
      <p:nvGrpSpPr>
        <p:cNvPr id="1" name="Shape 688"/>
        <p:cNvGrpSpPr/>
        <p:nvPr/>
      </p:nvGrpSpPr>
      <p:grpSpPr>
        <a:xfrm>
          <a:off x="0" y="0"/>
          <a:ext cx="0" cy="0"/>
          <a:chOff x="0" y="0"/>
          <a:chExt cx="0" cy="0"/>
        </a:xfrm>
      </p:grpSpPr>
      <p:grpSp>
        <p:nvGrpSpPr>
          <p:cNvPr id="689" name="Google Shape;689;p45"/>
          <p:cNvGrpSpPr/>
          <p:nvPr/>
        </p:nvGrpSpPr>
        <p:grpSpPr>
          <a:xfrm rot="899857">
            <a:off x="7222308" y="190062"/>
            <a:ext cx="1711973" cy="1846180"/>
            <a:chOff x="-3361711" y="308336"/>
            <a:chExt cx="3987600" cy="4300200"/>
          </a:xfrm>
        </p:grpSpPr>
        <p:grpSp>
          <p:nvGrpSpPr>
            <p:cNvPr id="690" name="Google Shape;690;p45"/>
            <p:cNvGrpSpPr/>
            <p:nvPr/>
          </p:nvGrpSpPr>
          <p:grpSpPr>
            <a:xfrm>
              <a:off x="-3361711" y="308336"/>
              <a:ext cx="3987600" cy="4300200"/>
              <a:chOff x="-2571136" y="421611"/>
              <a:chExt cx="3987600" cy="4300200"/>
            </a:xfrm>
          </p:grpSpPr>
          <p:sp>
            <p:nvSpPr>
              <p:cNvPr id="691" name="Google Shape;691;p45"/>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2" name="Google Shape;692;p45"/>
              <p:cNvGrpSpPr/>
              <p:nvPr/>
            </p:nvGrpSpPr>
            <p:grpSpPr>
              <a:xfrm>
                <a:off x="-2206074" y="809586"/>
                <a:ext cx="3257475" cy="3524250"/>
                <a:chOff x="-2206074" y="819150"/>
                <a:chExt cx="3257475" cy="3524250"/>
              </a:xfrm>
            </p:grpSpPr>
            <p:grpSp>
              <p:nvGrpSpPr>
                <p:cNvPr id="693" name="Google Shape;693;p45"/>
                <p:cNvGrpSpPr/>
                <p:nvPr/>
              </p:nvGrpSpPr>
              <p:grpSpPr>
                <a:xfrm>
                  <a:off x="-2206074" y="819150"/>
                  <a:ext cx="3257475" cy="981000"/>
                  <a:chOff x="-2209800" y="819150"/>
                  <a:chExt cx="3257475" cy="981000"/>
                </a:xfrm>
              </p:grpSpPr>
              <p:sp>
                <p:nvSpPr>
                  <p:cNvPr id="694" name="Google Shape;694;p45"/>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45"/>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6" name="Google Shape;696;p45"/>
                <p:cNvGrpSpPr/>
                <p:nvPr/>
              </p:nvGrpSpPr>
              <p:grpSpPr>
                <a:xfrm>
                  <a:off x="-2206074" y="3362400"/>
                  <a:ext cx="3257475" cy="981000"/>
                  <a:chOff x="-2209800" y="819150"/>
                  <a:chExt cx="3257475" cy="981000"/>
                </a:xfrm>
              </p:grpSpPr>
              <p:sp>
                <p:nvSpPr>
                  <p:cNvPr id="697" name="Google Shape;697;p45"/>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45"/>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699" name="Google Shape;699;p45"/>
            <p:cNvSpPr/>
            <p:nvPr/>
          </p:nvSpPr>
          <p:spPr>
            <a:xfrm>
              <a:off x="-1858399" y="1967936"/>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0" name="Google Shape;700;p45"/>
          <p:cNvGrpSpPr/>
          <p:nvPr/>
        </p:nvGrpSpPr>
        <p:grpSpPr>
          <a:xfrm rot="-899857" flipH="1">
            <a:off x="209708" y="190062"/>
            <a:ext cx="1711973" cy="1846180"/>
            <a:chOff x="-2571136" y="421611"/>
            <a:chExt cx="3987600" cy="4300200"/>
          </a:xfrm>
        </p:grpSpPr>
        <p:sp>
          <p:nvSpPr>
            <p:cNvPr id="701" name="Google Shape;701;p45"/>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2" name="Google Shape;702;p45"/>
            <p:cNvGrpSpPr/>
            <p:nvPr/>
          </p:nvGrpSpPr>
          <p:grpSpPr>
            <a:xfrm>
              <a:off x="-2206074" y="809586"/>
              <a:ext cx="3257475" cy="3524250"/>
              <a:chOff x="-2206074" y="819150"/>
              <a:chExt cx="3257475" cy="3524250"/>
            </a:xfrm>
          </p:grpSpPr>
          <p:grpSp>
            <p:nvGrpSpPr>
              <p:cNvPr id="703" name="Google Shape;703;p45"/>
              <p:cNvGrpSpPr/>
              <p:nvPr/>
            </p:nvGrpSpPr>
            <p:grpSpPr>
              <a:xfrm>
                <a:off x="-2206074" y="819150"/>
                <a:ext cx="3257475" cy="981000"/>
                <a:chOff x="-2209800" y="819150"/>
                <a:chExt cx="3257475" cy="981000"/>
              </a:xfrm>
            </p:grpSpPr>
            <p:sp>
              <p:nvSpPr>
                <p:cNvPr id="704" name="Google Shape;704;p45"/>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45"/>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6" name="Google Shape;706;p45"/>
              <p:cNvGrpSpPr/>
              <p:nvPr/>
            </p:nvGrpSpPr>
            <p:grpSpPr>
              <a:xfrm>
                <a:off x="-2206074" y="3362400"/>
                <a:ext cx="3257475" cy="981000"/>
                <a:chOff x="-2209800" y="819150"/>
                <a:chExt cx="3257475" cy="981000"/>
              </a:xfrm>
            </p:grpSpPr>
            <p:sp>
              <p:nvSpPr>
                <p:cNvPr id="707" name="Google Shape;707;p45"/>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45"/>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709" name="Google Shape;709;p45"/>
          <p:cNvSpPr txBox="1">
            <a:spLocks noGrp="1"/>
          </p:cNvSpPr>
          <p:nvPr>
            <p:ph type="title"/>
          </p:nvPr>
        </p:nvSpPr>
        <p:spPr>
          <a:xfrm>
            <a:off x="720000" y="540000"/>
            <a:ext cx="7704000" cy="457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200"/>
              <a:buNone/>
              <a:defRPr>
                <a:solidFill>
                  <a:srgbClr val="FFFFFF"/>
                </a:solidFill>
              </a:defRPr>
            </a:lvl1pPr>
            <a:lvl2pPr lvl="1" rtl="0">
              <a:spcBef>
                <a:spcPts val="0"/>
              </a:spcBef>
              <a:spcAft>
                <a:spcPts val="0"/>
              </a:spcAft>
              <a:buClr>
                <a:srgbClr val="FFFFFF"/>
              </a:buClr>
              <a:buSzPts val="3200"/>
              <a:buNone/>
              <a:defRPr>
                <a:solidFill>
                  <a:srgbClr val="FFFFFF"/>
                </a:solidFill>
              </a:defRPr>
            </a:lvl2pPr>
            <a:lvl3pPr lvl="2" rtl="0">
              <a:spcBef>
                <a:spcPts val="0"/>
              </a:spcBef>
              <a:spcAft>
                <a:spcPts val="0"/>
              </a:spcAft>
              <a:buClr>
                <a:srgbClr val="FFFFFF"/>
              </a:buClr>
              <a:buSzPts val="3200"/>
              <a:buNone/>
              <a:defRPr>
                <a:solidFill>
                  <a:srgbClr val="FFFFFF"/>
                </a:solidFill>
              </a:defRPr>
            </a:lvl3pPr>
            <a:lvl4pPr lvl="3" rtl="0">
              <a:spcBef>
                <a:spcPts val="0"/>
              </a:spcBef>
              <a:spcAft>
                <a:spcPts val="0"/>
              </a:spcAft>
              <a:buClr>
                <a:srgbClr val="FFFFFF"/>
              </a:buClr>
              <a:buSzPts val="3200"/>
              <a:buNone/>
              <a:defRPr>
                <a:solidFill>
                  <a:srgbClr val="FFFFFF"/>
                </a:solidFill>
              </a:defRPr>
            </a:lvl4pPr>
            <a:lvl5pPr lvl="4" rtl="0">
              <a:spcBef>
                <a:spcPts val="0"/>
              </a:spcBef>
              <a:spcAft>
                <a:spcPts val="0"/>
              </a:spcAft>
              <a:buClr>
                <a:srgbClr val="FFFFFF"/>
              </a:buClr>
              <a:buSzPts val="3200"/>
              <a:buNone/>
              <a:defRPr>
                <a:solidFill>
                  <a:srgbClr val="FFFFFF"/>
                </a:solidFill>
              </a:defRPr>
            </a:lvl5pPr>
            <a:lvl6pPr lvl="5" rtl="0">
              <a:spcBef>
                <a:spcPts val="0"/>
              </a:spcBef>
              <a:spcAft>
                <a:spcPts val="0"/>
              </a:spcAft>
              <a:buClr>
                <a:srgbClr val="FFFFFF"/>
              </a:buClr>
              <a:buSzPts val="3200"/>
              <a:buNone/>
              <a:defRPr>
                <a:solidFill>
                  <a:srgbClr val="FFFFFF"/>
                </a:solidFill>
              </a:defRPr>
            </a:lvl6pPr>
            <a:lvl7pPr lvl="6" rtl="0">
              <a:spcBef>
                <a:spcPts val="0"/>
              </a:spcBef>
              <a:spcAft>
                <a:spcPts val="0"/>
              </a:spcAft>
              <a:buClr>
                <a:srgbClr val="FFFFFF"/>
              </a:buClr>
              <a:buSzPts val="3200"/>
              <a:buNone/>
              <a:defRPr>
                <a:solidFill>
                  <a:srgbClr val="FFFFFF"/>
                </a:solidFill>
              </a:defRPr>
            </a:lvl7pPr>
            <a:lvl8pPr lvl="7" rtl="0">
              <a:spcBef>
                <a:spcPts val="0"/>
              </a:spcBef>
              <a:spcAft>
                <a:spcPts val="0"/>
              </a:spcAft>
              <a:buClr>
                <a:srgbClr val="FFFFFF"/>
              </a:buClr>
              <a:buSzPts val="3200"/>
              <a:buNone/>
              <a:defRPr>
                <a:solidFill>
                  <a:srgbClr val="FFFFFF"/>
                </a:solidFill>
              </a:defRPr>
            </a:lvl8pPr>
            <a:lvl9pPr lvl="8" rtl="0">
              <a:spcBef>
                <a:spcPts val="0"/>
              </a:spcBef>
              <a:spcAft>
                <a:spcPts val="0"/>
              </a:spcAft>
              <a:buClr>
                <a:srgbClr val="FFFFFF"/>
              </a:buClr>
              <a:buSzPts val="3200"/>
              <a:buNone/>
              <a:defRPr>
                <a:solidFill>
                  <a:srgbClr val="FFFFFF"/>
                </a:solidFill>
              </a:defRPr>
            </a:lvl9pPr>
          </a:lstStyle>
          <a:p>
            <a:endParaRPr/>
          </a:p>
        </p:txBody>
      </p:sp>
      <p:sp>
        <p:nvSpPr>
          <p:cNvPr id="710" name="Google Shape;710;p45"/>
          <p:cNvSpPr txBox="1">
            <a:spLocks noGrp="1"/>
          </p:cNvSpPr>
          <p:nvPr>
            <p:ph type="subTitle" idx="1"/>
          </p:nvPr>
        </p:nvSpPr>
        <p:spPr>
          <a:xfrm>
            <a:off x="720000" y="3627200"/>
            <a:ext cx="2345100" cy="5163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FDA00"/>
              </a:buClr>
              <a:buSzPts val="2100"/>
              <a:buFont typeface="Lilita One"/>
              <a:buNone/>
              <a:defRPr sz="2100">
                <a:solidFill>
                  <a:schemeClr val="accent2"/>
                </a:solidFill>
                <a:latin typeface="Lilita One"/>
                <a:ea typeface="Lilita One"/>
                <a:cs typeface="Lilita One"/>
                <a:sym typeface="Lilita One"/>
              </a:defRPr>
            </a:lvl1pPr>
            <a:lvl2pPr lvl="1"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9pPr>
          </a:lstStyle>
          <a:p>
            <a:endParaRPr/>
          </a:p>
        </p:txBody>
      </p:sp>
      <p:sp>
        <p:nvSpPr>
          <p:cNvPr id="711" name="Google Shape;711;p45"/>
          <p:cNvSpPr txBox="1">
            <a:spLocks noGrp="1"/>
          </p:cNvSpPr>
          <p:nvPr>
            <p:ph type="subTitle" idx="2"/>
          </p:nvPr>
        </p:nvSpPr>
        <p:spPr>
          <a:xfrm>
            <a:off x="720000" y="4078425"/>
            <a:ext cx="23451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rgbClr val="FFFFFF"/>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712" name="Google Shape;712;p45"/>
          <p:cNvSpPr txBox="1">
            <a:spLocks noGrp="1"/>
          </p:cNvSpPr>
          <p:nvPr>
            <p:ph type="subTitle" idx="3"/>
          </p:nvPr>
        </p:nvSpPr>
        <p:spPr>
          <a:xfrm>
            <a:off x="3399450" y="3627200"/>
            <a:ext cx="2345100" cy="5163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FDA00"/>
              </a:buClr>
              <a:buSzPts val="2100"/>
              <a:buFont typeface="Lilita One"/>
              <a:buNone/>
              <a:defRPr sz="2100">
                <a:solidFill>
                  <a:schemeClr val="accent2"/>
                </a:solidFill>
                <a:latin typeface="Lilita One"/>
                <a:ea typeface="Lilita One"/>
                <a:cs typeface="Lilita One"/>
                <a:sym typeface="Lilita One"/>
              </a:defRPr>
            </a:lvl1pPr>
            <a:lvl2pPr lvl="1"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9pPr>
          </a:lstStyle>
          <a:p>
            <a:endParaRPr/>
          </a:p>
        </p:txBody>
      </p:sp>
      <p:sp>
        <p:nvSpPr>
          <p:cNvPr id="713" name="Google Shape;713;p45"/>
          <p:cNvSpPr txBox="1">
            <a:spLocks noGrp="1"/>
          </p:cNvSpPr>
          <p:nvPr>
            <p:ph type="subTitle" idx="4"/>
          </p:nvPr>
        </p:nvSpPr>
        <p:spPr>
          <a:xfrm>
            <a:off x="3399450" y="4078425"/>
            <a:ext cx="23451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rgbClr val="FFFFFF"/>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714" name="Google Shape;714;p45"/>
          <p:cNvSpPr txBox="1">
            <a:spLocks noGrp="1"/>
          </p:cNvSpPr>
          <p:nvPr>
            <p:ph type="subTitle" idx="5"/>
          </p:nvPr>
        </p:nvSpPr>
        <p:spPr>
          <a:xfrm>
            <a:off x="6078900" y="3627200"/>
            <a:ext cx="2345100" cy="5163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FDA00"/>
              </a:buClr>
              <a:buSzPts val="2100"/>
              <a:buFont typeface="Lilita One"/>
              <a:buNone/>
              <a:defRPr sz="2100">
                <a:solidFill>
                  <a:schemeClr val="accent2"/>
                </a:solidFill>
                <a:latin typeface="Lilita One"/>
                <a:ea typeface="Lilita One"/>
                <a:cs typeface="Lilita One"/>
                <a:sym typeface="Lilita One"/>
              </a:defRPr>
            </a:lvl1pPr>
            <a:lvl2pPr lvl="1"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9pPr>
          </a:lstStyle>
          <a:p>
            <a:endParaRPr/>
          </a:p>
        </p:txBody>
      </p:sp>
      <p:sp>
        <p:nvSpPr>
          <p:cNvPr id="715" name="Google Shape;715;p45"/>
          <p:cNvSpPr txBox="1">
            <a:spLocks noGrp="1"/>
          </p:cNvSpPr>
          <p:nvPr>
            <p:ph type="subTitle" idx="6"/>
          </p:nvPr>
        </p:nvSpPr>
        <p:spPr>
          <a:xfrm>
            <a:off x="6078900" y="4078425"/>
            <a:ext cx="23451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rgbClr val="FFFFFF"/>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716" name="Google Shape;716;p45"/>
          <p:cNvSpPr txBox="1">
            <a:spLocks noGrp="1"/>
          </p:cNvSpPr>
          <p:nvPr>
            <p:ph type="subTitle" idx="7"/>
          </p:nvPr>
        </p:nvSpPr>
        <p:spPr>
          <a:xfrm>
            <a:off x="720000" y="1872446"/>
            <a:ext cx="2345100" cy="5163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FDA00"/>
              </a:buClr>
              <a:buSzPts val="2100"/>
              <a:buFont typeface="Lilita One"/>
              <a:buNone/>
              <a:defRPr sz="2100">
                <a:solidFill>
                  <a:schemeClr val="accent2"/>
                </a:solidFill>
                <a:latin typeface="Lilita One"/>
                <a:ea typeface="Lilita One"/>
                <a:cs typeface="Lilita One"/>
                <a:sym typeface="Lilita One"/>
              </a:defRPr>
            </a:lvl1pPr>
            <a:lvl2pPr lvl="1"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9pPr>
          </a:lstStyle>
          <a:p>
            <a:endParaRPr/>
          </a:p>
        </p:txBody>
      </p:sp>
      <p:sp>
        <p:nvSpPr>
          <p:cNvPr id="717" name="Google Shape;717;p45"/>
          <p:cNvSpPr txBox="1">
            <a:spLocks noGrp="1"/>
          </p:cNvSpPr>
          <p:nvPr>
            <p:ph type="subTitle" idx="8"/>
          </p:nvPr>
        </p:nvSpPr>
        <p:spPr>
          <a:xfrm>
            <a:off x="720000" y="2323681"/>
            <a:ext cx="23451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rgbClr val="FFFFFF"/>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718" name="Google Shape;718;p45"/>
          <p:cNvSpPr txBox="1">
            <a:spLocks noGrp="1"/>
          </p:cNvSpPr>
          <p:nvPr>
            <p:ph type="subTitle" idx="9"/>
          </p:nvPr>
        </p:nvSpPr>
        <p:spPr>
          <a:xfrm>
            <a:off x="3399450" y="1872446"/>
            <a:ext cx="2345100" cy="5163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FDA00"/>
              </a:buClr>
              <a:buSzPts val="2100"/>
              <a:buFont typeface="Lilita One"/>
              <a:buNone/>
              <a:defRPr sz="2100">
                <a:solidFill>
                  <a:schemeClr val="accent2"/>
                </a:solidFill>
                <a:latin typeface="Lilita One"/>
                <a:ea typeface="Lilita One"/>
                <a:cs typeface="Lilita One"/>
                <a:sym typeface="Lilita One"/>
              </a:defRPr>
            </a:lvl1pPr>
            <a:lvl2pPr lvl="1"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9pPr>
          </a:lstStyle>
          <a:p>
            <a:endParaRPr/>
          </a:p>
        </p:txBody>
      </p:sp>
      <p:sp>
        <p:nvSpPr>
          <p:cNvPr id="719" name="Google Shape;719;p45"/>
          <p:cNvSpPr txBox="1">
            <a:spLocks noGrp="1"/>
          </p:cNvSpPr>
          <p:nvPr>
            <p:ph type="subTitle" idx="13"/>
          </p:nvPr>
        </p:nvSpPr>
        <p:spPr>
          <a:xfrm>
            <a:off x="3399450" y="2323681"/>
            <a:ext cx="23451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rgbClr val="FFFFFF"/>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720" name="Google Shape;720;p45"/>
          <p:cNvSpPr txBox="1">
            <a:spLocks noGrp="1"/>
          </p:cNvSpPr>
          <p:nvPr>
            <p:ph type="subTitle" idx="14"/>
          </p:nvPr>
        </p:nvSpPr>
        <p:spPr>
          <a:xfrm>
            <a:off x="6078900" y="1872446"/>
            <a:ext cx="2345100" cy="5163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FDA00"/>
              </a:buClr>
              <a:buSzPts val="2100"/>
              <a:buFont typeface="Lilita One"/>
              <a:buNone/>
              <a:defRPr sz="2100">
                <a:solidFill>
                  <a:schemeClr val="accent2"/>
                </a:solidFill>
                <a:latin typeface="Lilita One"/>
                <a:ea typeface="Lilita One"/>
                <a:cs typeface="Lilita One"/>
                <a:sym typeface="Lilita One"/>
              </a:defRPr>
            </a:lvl1pPr>
            <a:lvl2pPr lvl="1"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9pPr>
          </a:lstStyle>
          <a:p>
            <a:endParaRPr/>
          </a:p>
        </p:txBody>
      </p:sp>
      <p:sp>
        <p:nvSpPr>
          <p:cNvPr id="721" name="Google Shape;721;p45"/>
          <p:cNvSpPr txBox="1">
            <a:spLocks noGrp="1"/>
          </p:cNvSpPr>
          <p:nvPr>
            <p:ph type="subTitle" idx="15"/>
          </p:nvPr>
        </p:nvSpPr>
        <p:spPr>
          <a:xfrm>
            <a:off x="6078900" y="2323681"/>
            <a:ext cx="23451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rgbClr val="FFFFFF"/>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hanks">
  <p:cSld name="CUSTOM_5">
    <p:bg>
      <p:bgPr>
        <a:solidFill>
          <a:schemeClr val="dk2"/>
        </a:solidFill>
        <a:effectLst/>
      </p:bgPr>
    </p:bg>
    <p:spTree>
      <p:nvGrpSpPr>
        <p:cNvPr id="1" name="Shape 722"/>
        <p:cNvGrpSpPr/>
        <p:nvPr/>
      </p:nvGrpSpPr>
      <p:grpSpPr>
        <a:xfrm>
          <a:off x="0" y="0"/>
          <a:ext cx="0" cy="0"/>
          <a:chOff x="0" y="0"/>
          <a:chExt cx="0" cy="0"/>
        </a:xfrm>
      </p:grpSpPr>
      <p:grpSp>
        <p:nvGrpSpPr>
          <p:cNvPr id="723" name="Google Shape;723;p46"/>
          <p:cNvGrpSpPr/>
          <p:nvPr/>
        </p:nvGrpSpPr>
        <p:grpSpPr>
          <a:xfrm flipH="1">
            <a:off x="4179311" y="-21003"/>
            <a:ext cx="4964700" cy="5185500"/>
            <a:chOff x="4227036" y="7547"/>
            <a:chExt cx="4964700" cy="5185500"/>
          </a:xfrm>
        </p:grpSpPr>
        <p:sp>
          <p:nvSpPr>
            <p:cNvPr id="724" name="Google Shape;724;p46"/>
            <p:cNvSpPr/>
            <p:nvPr/>
          </p:nvSpPr>
          <p:spPr>
            <a:xfrm rot="-899950" flipH="1">
              <a:off x="4715607" y="450278"/>
              <a:ext cx="3987558" cy="4300039"/>
            </a:xfrm>
            <a:prstGeom prst="roundRect">
              <a:avLst>
                <a:gd name="adj" fmla="val 5368"/>
              </a:avLst>
            </a:prstGeom>
            <a:solidFill>
              <a:srgbClr val="DA7280"/>
            </a:solidFill>
            <a:ln w="9525" cap="flat" cmpd="sng">
              <a:solidFill>
                <a:srgbClr val="DA728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5" name="Google Shape;725;p46"/>
            <p:cNvGrpSpPr/>
            <p:nvPr/>
          </p:nvGrpSpPr>
          <p:grpSpPr>
            <a:xfrm rot="-899960" flipH="1">
              <a:off x="5080682" y="838252"/>
              <a:ext cx="3257378" cy="3524145"/>
              <a:chOff x="-2206074" y="819150"/>
              <a:chExt cx="3257475" cy="3524250"/>
            </a:xfrm>
          </p:grpSpPr>
          <p:grpSp>
            <p:nvGrpSpPr>
              <p:cNvPr id="726" name="Google Shape;726;p46"/>
              <p:cNvGrpSpPr/>
              <p:nvPr/>
            </p:nvGrpSpPr>
            <p:grpSpPr>
              <a:xfrm>
                <a:off x="-2206074" y="819150"/>
                <a:ext cx="3257475" cy="981000"/>
                <a:chOff x="-2209800" y="819150"/>
                <a:chExt cx="3257475" cy="981000"/>
              </a:xfrm>
            </p:grpSpPr>
            <p:sp>
              <p:nvSpPr>
                <p:cNvPr id="727" name="Google Shape;727;p46"/>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46"/>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9" name="Google Shape;729;p46"/>
              <p:cNvGrpSpPr/>
              <p:nvPr/>
            </p:nvGrpSpPr>
            <p:grpSpPr>
              <a:xfrm>
                <a:off x="-2206074" y="3362400"/>
                <a:ext cx="3257475" cy="981000"/>
                <a:chOff x="-2209800" y="819150"/>
                <a:chExt cx="3257475" cy="981000"/>
              </a:xfrm>
            </p:grpSpPr>
            <p:sp>
              <p:nvSpPr>
                <p:cNvPr id="730" name="Google Shape;730;p46"/>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6"/>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732" name="Google Shape;732;p46"/>
          <p:cNvSpPr txBox="1">
            <a:spLocks noGrp="1"/>
          </p:cNvSpPr>
          <p:nvPr>
            <p:ph type="ctrTitle"/>
          </p:nvPr>
        </p:nvSpPr>
        <p:spPr>
          <a:xfrm flipH="1">
            <a:off x="720000" y="540000"/>
            <a:ext cx="2623200" cy="612600"/>
          </a:xfrm>
          <a:prstGeom prst="rect">
            <a:avLst/>
          </a:prstGeom>
        </p:spPr>
        <p:txBody>
          <a:bodyPr spcFirstLastPara="1" wrap="square" lIns="91425" tIns="91425" rIns="91425" bIns="91425" anchor="ctr" anchorCtr="0">
            <a:noAutofit/>
          </a:bodyPr>
          <a:lstStyle>
            <a:lvl1pPr lvl="0" algn="l" rtl="0">
              <a:spcBef>
                <a:spcPts val="0"/>
              </a:spcBef>
              <a:spcAft>
                <a:spcPts val="0"/>
              </a:spcAft>
              <a:buClr>
                <a:srgbClr val="FFFFFF"/>
              </a:buClr>
              <a:buSzPts val="6000"/>
              <a:buNone/>
              <a:defRPr sz="6200">
                <a:latin typeface="Lilita One"/>
                <a:ea typeface="Lilita One"/>
                <a:cs typeface="Lilita One"/>
                <a:sym typeface="Lilita One"/>
              </a:defRPr>
            </a:lvl1pPr>
            <a:lvl2pPr lvl="1" algn="l" rtl="0">
              <a:spcBef>
                <a:spcPts val="0"/>
              </a:spcBef>
              <a:spcAft>
                <a:spcPts val="0"/>
              </a:spcAft>
              <a:buClr>
                <a:srgbClr val="FFFFFF"/>
              </a:buClr>
              <a:buSzPts val="5200"/>
              <a:buNone/>
              <a:defRPr sz="5200">
                <a:solidFill>
                  <a:srgbClr val="FFFFFF"/>
                </a:solidFill>
                <a:highlight>
                  <a:srgbClr val="291F4D"/>
                </a:highlight>
              </a:defRPr>
            </a:lvl2pPr>
            <a:lvl3pPr lvl="2" algn="l" rtl="0">
              <a:spcBef>
                <a:spcPts val="0"/>
              </a:spcBef>
              <a:spcAft>
                <a:spcPts val="0"/>
              </a:spcAft>
              <a:buClr>
                <a:srgbClr val="FFFFFF"/>
              </a:buClr>
              <a:buSzPts val="5200"/>
              <a:buNone/>
              <a:defRPr sz="5200">
                <a:solidFill>
                  <a:srgbClr val="FFFFFF"/>
                </a:solidFill>
                <a:highlight>
                  <a:srgbClr val="291F4D"/>
                </a:highlight>
              </a:defRPr>
            </a:lvl3pPr>
            <a:lvl4pPr lvl="3" algn="l" rtl="0">
              <a:spcBef>
                <a:spcPts val="0"/>
              </a:spcBef>
              <a:spcAft>
                <a:spcPts val="0"/>
              </a:spcAft>
              <a:buClr>
                <a:srgbClr val="FFFFFF"/>
              </a:buClr>
              <a:buSzPts val="5200"/>
              <a:buNone/>
              <a:defRPr sz="5200">
                <a:solidFill>
                  <a:srgbClr val="FFFFFF"/>
                </a:solidFill>
                <a:highlight>
                  <a:srgbClr val="291F4D"/>
                </a:highlight>
              </a:defRPr>
            </a:lvl4pPr>
            <a:lvl5pPr lvl="4" algn="l" rtl="0">
              <a:spcBef>
                <a:spcPts val="0"/>
              </a:spcBef>
              <a:spcAft>
                <a:spcPts val="0"/>
              </a:spcAft>
              <a:buClr>
                <a:srgbClr val="FFFFFF"/>
              </a:buClr>
              <a:buSzPts val="5200"/>
              <a:buNone/>
              <a:defRPr sz="5200">
                <a:solidFill>
                  <a:srgbClr val="FFFFFF"/>
                </a:solidFill>
                <a:highlight>
                  <a:srgbClr val="291F4D"/>
                </a:highlight>
              </a:defRPr>
            </a:lvl5pPr>
            <a:lvl6pPr lvl="5" algn="l" rtl="0">
              <a:spcBef>
                <a:spcPts val="0"/>
              </a:spcBef>
              <a:spcAft>
                <a:spcPts val="0"/>
              </a:spcAft>
              <a:buClr>
                <a:srgbClr val="FFFFFF"/>
              </a:buClr>
              <a:buSzPts val="5200"/>
              <a:buNone/>
              <a:defRPr sz="5200">
                <a:solidFill>
                  <a:srgbClr val="FFFFFF"/>
                </a:solidFill>
                <a:highlight>
                  <a:srgbClr val="291F4D"/>
                </a:highlight>
              </a:defRPr>
            </a:lvl6pPr>
            <a:lvl7pPr lvl="6" algn="l" rtl="0">
              <a:spcBef>
                <a:spcPts val="0"/>
              </a:spcBef>
              <a:spcAft>
                <a:spcPts val="0"/>
              </a:spcAft>
              <a:buClr>
                <a:srgbClr val="FFFFFF"/>
              </a:buClr>
              <a:buSzPts val="5200"/>
              <a:buNone/>
              <a:defRPr sz="5200">
                <a:solidFill>
                  <a:srgbClr val="FFFFFF"/>
                </a:solidFill>
                <a:highlight>
                  <a:srgbClr val="291F4D"/>
                </a:highlight>
              </a:defRPr>
            </a:lvl7pPr>
            <a:lvl8pPr lvl="7" algn="l" rtl="0">
              <a:spcBef>
                <a:spcPts val="0"/>
              </a:spcBef>
              <a:spcAft>
                <a:spcPts val="0"/>
              </a:spcAft>
              <a:buClr>
                <a:srgbClr val="FFFFFF"/>
              </a:buClr>
              <a:buSzPts val="5200"/>
              <a:buNone/>
              <a:defRPr sz="5200">
                <a:solidFill>
                  <a:srgbClr val="FFFFFF"/>
                </a:solidFill>
                <a:highlight>
                  <a:srgbClr val="291F4D"/>
                </a:highlight>
              </a:defRPr>
            </a:lvl8pPr>
            <a:lvl9pPr lvl="8" algn="l" rtl="0">
              <a:spcBef>
                <a:spcPts val="0"/>
              </a:spcBef>
              <a:spcAft>
                <a:spcPts val="0"/>
              </a:spcAft>
              <a:buClr>
                <a:srgbClr val="FFFFFF"/>
              </a:buClr>
              <a:buSzPts val="5200"/>
              <a:buNone/>
              <a:defRPr sz="5200">
                <a:solidFill>
                  <a:srgbClr val="FFFFFF"/>
                </a:solidFill>
                <a:highlight>
                  <a:srgbClr val="291F4D"/>
                </a:highlight>
              </a:defRPr>
            </a:lvl9pPr>
          </a:lstStyle>
          <a:p>
            <a:endParaRPr/>
          </a:p>
        </p:txBody>
      </p:sp>
      <p:sp>
        <p:nvSpPr>
          <p:cNvPr id="733" name="Google Shape;733;p46"/>
          <p:cNvSpPr txBox="1">
            <a:spLocks noGrp="1"/>
          </p:cNvSpPr>
          <p:nvPr>
            <p:ph type="subTitle" idx="1"/>
          </p:nvPr>
        </p:nvSpPr>
        <p:spPr>
          <a:xfrm flipH="1">
            <a:off x="720000" y="2057400"/>
            <a:ext cx="4052100" cy="355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DA00"/>
              </a:buClr>
              <a:buSzPts val="2100"/>
              <a:buFont typeface="Lilita One"/>
              <a:buNone/>
              <a:defRPr sz="2100">
                <a:latin typeface="Lilita One"/>
                <a:ea typeface="Lilita One"/>
                <a:cs typeface="Lilita One"/>
                <a:sym typeface="Lilita One"/>
              </a:defRPr>
            </a:lvl1pPr>
            <a:lvl2pPr lvl="1" rtl="0">
              <a:lnSpc>
                <a:spcPct val="100000"/>
              </a:lnSpc>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2pPr>
            <a:lvl3pPr lvl="2" rtl="0">
              <a:lnSpc>
                <a:spcPct val="100000"/>
              </a:lnSpc>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3pPr>
            <a:lvl4pPr lvl="3" rtl="0">
              <a:lnSpc>
                <a:spcPct val="100000"/>
              </a:lnSpc>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4pPr>
            <a:lvl5pPr lvl="4" rtl="0">
              <a:lnSpc>
                <a:spcPct val="100000"/>
              </a:lnSpc>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5pPr>
            <a:lvl6pPr lvl="5" rtl="0">
              <a:lnSpc>
                <a:spcPct val="100000"/>
              </a:lnSpc>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6pPr>
            <a:lvl7pPr lvl="6" rtl="0">
              <a:lnSpc>
                <a:spcPct val="100000"/>
              </a:lnSpc>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7pPr>
            <a:lvl8pPr lvl="7" rtl="0">
              <a:lnSpc>
                <a:spcPct val="100000"/>
              </a:lnSpc>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8pPr>
            <a:lvl9pPr lvl="8" rtl="0">
              <a:lnSpc>
                <a:spcPct val="100000"/>
              </a:lnSpc>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9pPr>
          </a:lstStyle>
          <a:p>
            <a:endParaRPr/>
          </a:p>
        </p:txBody>
      </p:sp>
      <p:sp>
        <p:nvSpPr>
          <p:cNvPr id="734" name="Google Shape;734;p46"/>
          <p:cNvSpPr txBox="1">
            <a:spLocks noGrp="1"/>
          </p:cNvSpPr>
          <p:nvPr>
            <p:ph type="subTitle" idx="2"/>
          </p:nvPr>
        </p:nvSpPr>
        <p:spPr>
          <a:xfrm flipH="1">
            <a:off x="720000" y="2490150"/>
            <a:ext cx="4052100" cy="815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600"/>
              <a:buNone/>
              <a:defRPr>
                <a:solidFill>
                  <a:srgbClr val="FFFFFF"/>
                </a:solidFill>
              </a:defRPr>
            </a:lvl1pPr>
            <a:lvl2pPr lvl="1" rtl="0">
              <a:lnSpc>
                <a:spcPct val="100000"/>
              </a:lnSpc>
              <a:spcBef>
                <a:spcPts val="0"/>
              </a:spcBef>
              <a:spcAft>
                <a:spcPts val="0"/>
              </a:spcAft>
              <a:buClr>
                <a:srgbClr val="FFFFFF"/>
              </a:buClr>
              <a:buSzPts val="1600"/>
              <a:buNone/>
              <a:defRPr>
                <a:solidFill>
                  <a:srgbClr val="FFFFFF"/>
                </a:solidFill>
              </a:defRPr>
            </a:lvl2pPr>
            <a:lvl3pPr lvl="2" rtl="0">
              <a:lnSpc>
                <a:spcPct val="100000"/>
              </a:lnSpc>
              <a:spcBef>
                <a:spcPts val="0"/>
              </a:spcBef>
              <a:spcAft>
                <a:spcPts val="0"/>
              </a:spcAft>
              <a:buClr>
                <a:srgbClr val="FFFFFF"/>
              </a:buClr>
              <a:buSzPts val="1600"/>
              <a:buNone/>
              <a:defRPr>
                <a:solidFill>
                  <a:srgbClr val="FFFFFF"/>
                </a:solidFill>
              </a:defRPr>
            </a:lvl3pPr>
            <a:lvl4pPr lvl="3" rtl="0">
              <a:lnSpc>
                <a:spcPct val="100000"/>
              </a:lnSpc>
              <a:spcBef>
                <a:spcPts val="0"/>
              </a:spcBef>
              <a:spcAft>
                <a:spcPts val="0"/>
              </a:spcAft>
              <a:buClr>
                <a:srgbClr val="FFFFFF"/>
              </a:buClr>
              <a:buSzPts val="1600"/>
              <a:buNone/>
              <a:defRPr>
                <a:solidFill>
                  <a:srgbClr val="FFFFFF"/>
                </a:solidFill>
              </a:defRPr>
            </a:lvl4pPr>
            <a:lvl5pPr lvl="4" rtl="0">
              <a:lnSpc>
                <a:spcPct val="100000"/>
              </a:lnSpc>
              <a:spcBef>
                <a:spcPts val="0"/>
              </a:spcBef>
              <a:spcAft>
                <a:spcPts val="0"/>
              </a:spcAft>
              <a:buClr>
                <a:srgbClr val="FFFFFF"/>
              </a:buClr>
              <a:buSzPts val="1600"/>
              <a:buNone/>
              <a:defRPr>
                <a:solidFill>
                  <a:srgbClr val="FFFFFF"/>
                </a:solidFill>
              </a:defRPr>
            </a:lvl5pPr>
            <a:lvl6pPr lvl="5" rtl="0">
              <a:lnSpc>
                <a:spcPct val="100000"/>
              </a:lnSpc>
              <a:spcBef>
                <a:spcPts val="0"/>
              </a:spcBef>
              <a:spcAft>
                <a:spcPts val="0"/>
              </a:spcAft>
              <a:buClr>
                <a:srgbClr val="FFFFFF"/>
              </a:buClr>
              <a:buSzPts val="1600"/>
              <a:buNone/>
              <a:defRPr>
                <a:solidFill>
                  <a:srgbClr val="FFFFFF"/>
                </a:solidFill>
              </a:defRPr>
            </a:lvl6pPr>
            <a:lvl7pPr lvl="6" rtl="0">
              <a:lnSpc>
                <a:spcPct val="100000"/>
              </a:lnSpc>
              <a:spcBef>
                <a:spcPts val="0"/>
              </a:spcBef>
              <a:spcAft>
                <a:spcPts val="0"/>
              </a:spcAft>
              <a:buClr>
                <a:srgbClr val="FFFFFF"/>
              </a:buClr>
              <a:buSzPts val="1600"/>
              <a:buNone/>
              <a:defRPr>
                <a:solidFill>
                  <a:srgbClr val="FFFFFF"/>
                </a:solidFill>
              </a:defRPr>
            </a:lvl7pPr>
            <a:lvl8pPr lvl="7" rtl="0">
              <a:lnSpc>
                <a:spcPct val="100000"/>
              </a:lnSpc>
              <a:spcBef>
                <a:spcPts val="0"/>
              </a:spcBef>
              <a:spcAft>
                <a:spcPts val="0"/>
              </a:spcAft>
              <a:buClr>
                <a:srgbClr val="FFFFFF"/>
              </a:buClr>
              <a:buSzPts val="1600"/>
              <a:buNone/>
              <a:defRPr>
                <a:solidFill>
                  <a:srgbClr val="FFFFFF"/>
                </a:solidFill>
              </a:defRPr>
            </a:lvl8pPr>
            <a:lvl9pPr lvl="8" rtl="0">
              <a:lnSpc>
                <a:spcPct val="100000"/>
              </a:lnSpc>
              <a:spcBef>
                <a:spcPts val="0"/>
              </a:spcBef>
              <a:spcAft>
                <a:spcPts val="0"/>
              </a:spcAft>
              <a:buClr>
                <a:srgbClr val="FFFFFF"/>
              </a:buClr>
              <a:buSzPts val="1600"/>
              <a:buNone/>
              <a:defRPr>
                <a:solidFill>
                  <a:srgbClr val="FFFFFF"/>
                </a:solidFill>
              </a:defRPr>
            </a:lvl9pPr>
          </a:lstStyle>
          <a:p>
            <a:endParaRPr/>
          </a:p>
        </p:txBody>
      </p:sp>
      <p:sp>
        <p:nvSpPr>
          <p:cNvPr id="735" name="Google Shape;735;p46"/>
          <p:cNvSpPr txBox="1"/>
          <p:nvPr/>
        </p:nvSpPr>
        <p:spPr>
          <a:xfrm>
            <a:off x="720000" y="3446025"/>
            <a:ext cx="4149600" cy="716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300"/>
              </a:spcBef>
              <a:spcAft>
                <a:spcPts val="0"/>
              </a:spcAft>
              <a:buNone/>
            </a:pPr>
            <a:r>
              <a:rPr lang="en" b="1">
                <a:solidFill>
                  <a:schemeClr val="accent2"/>
                </a:solidFill>
                <a:latin typeface="Roboto"/>
                <a:ea typeface="Roboto"/>
                <a:cs typeface="Roboto"/>
                <a:sym typeface="Roboto"/>
              </a:rPr>
              <a:t>CREDITS:</a:t>
            </a:r>
            <a:r>
              <a:rPr lang="en">
                <a:solidFill>
                  <a:schemeClr val="accent1"/>
                </a:solidFill>
                <a:latin typeface="Roboto"/>
                <a:ea typeface="Roboto"/>
                <a:cs typeface="Roboto"/>
                <a:sym typeface="Roboto"/>
              </a:rPr>
              <a:t> This presentation template was created by </a:t>
            </a:r>
            <a:r>
              <a:rPr lang="en" b="1">
                <a:solidFill>
                  <a:schemeClr val="accent2"/>
                </a:solidFill>
                <a:uFill>
                  <a:noFill/>
                </a:uFill>
                <a:latin typeface="Roboto"/>
                <a:ea typeface="Roboto"/>
                <a:cs typeface="Roboto"/>
                <a:sym typeface="Roboto"/>
                <a:hlinkClick r:id="rId2">
                  <a:extLst>
                    <a:ext uri="{A12FA001-AC4F-418D-AE19-62706E023703}">
                      <ahyp:hlinkClr xmlns:ahyp="http://schemas.microsoft.com/office/drawing/2018/hyperlinkcolor" val="tx"/>
                    </a:ext>
                  </a:extLst>
                </a:hlinkClick>
              </a:rPr>
              <a:t>Slidesgo</a:t>
            </a:r>
            <a:r>
              <a:rPr lang="en">
                <a:solidFill>
                  <a:schemeClr val="accent2"/>
                </a:solidFill>
                <a:latin typeface="Roboto"/>
                <a:ea typeface="Roboto"/>
                <a:cs typeface="Roboto"/>
                <a:sym typeface="Roboto"/>
              </a:rPr>
              <a:t>,</a:t>
            </a:r>
            <a:r>
              <a:rPr lang="en">
                <a:solidFill>
                  <a:schemeClr val="accent1"/>
                </a:solidFill>
                <a:latin typeface="Roboto"/>
                <a:ea typeface="Roboto"/>
                <a:cs typeface="Roboto"/>
                <a:sym typeface="Roboto"/>
              </a:rPr>
              <a:t> including icons by </a:t>
            </a:r>
            <a:r>
              <a:rPr lang="en" b="1">
                <a:solidFill>
                  <a:schemeClr val="accent2"/>
                </a:solidFill>
                <a:uFill>
                  <a:noFill/>
                </a:uFill>
                <a:latin typeface="Roboto"/>
                <a:ea typeface="Roboto"/>
                <a:cs typeface="Roboto"/>
                <a:sym typeface="Roboto"/>
                <a:hlinkClick r:id="rId3">
                  <a:extLst>
                    <a:ext uri="{A12FA001-AC4F-418D-AE19-62706E023703}">
                      <ahyp:hlinkClr xmlns:ahyp="http://schemas.microsoft.com/office/drawing/2018/hyperlinkcolor" val="tx"/>
                    </a:ext>
                  </a:extLst>
                </a:hlinkClick>
              </a:rPr>
              <a:t>Flaticon</a:t>
            </a:r>
            <a:r>
              <a:rPr lang="en">
                <a:solidFill>
                  <a:schemeClr val="accent1"/>
                </a:solidFill>
                <a:latin typeface="Roboto"/>
                <a:ea typeface="Roboto"/>
                <a:cs typeface="Roboto"/>
                <a:sym typeface="Roboto"/>
              </a:rPr>
              <a:t>, and infographics &amp; images by </a:t>
            </a:r>
            <a:r>
              <a:rPr lang="en" b="1">
                <a:solidFill>
                  <a:schemeClr val="accent2"/>
                </a:solidFill>
                <a:uFill>
                  <a:noFill/>
                </a:uFill>
                <a:latin typeface="Roboto"/>
                <a:ea typeface="Roboto"/>
                <a:cs typeface="Roboto"/>
                <a:sym typeface="Roboto"/>
                <a:hlinkClick r:id="rId4">
                  <a:extLst>
                    <a:ext uri="{A12FA001-AC4F-418D-AE19-62706E023703}">
                      <ahyp:hlinkClr xmlns:ahyp="http://schemas.microsoft.com/office/drawing/2018/hyperlinkcolor" val="tx"/>
                    </a:ext>
                  </a:extLst>
                </a:hlinkClick>
              </a:rPr>
              <a:t>Freepik</a:t>
            </a:r>
            <a:endParaRPr sz="1600" b="1">
              <a:solidFill>
                <a:schemeClr val="accent2"/>
              </a:solidFill>
              <a:latin typeface="Roboto"/>
              <a:ea typeface="Roboto"/>
              <a:cs typeface="Roboto"/>
              <a:sym typeface="Roboto"/>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 body 03">
  <p:cSld name="TITLE_ONLY_1_1">
    <p:bg>
      <p:bgPr>
        <a:solidFill>
          <a:schemeClr val="dk2"/>
        </a:solidFill>
        <a:effectLst/>
      </p:bgPr>
    </p:bg>
    <p:spTree>
      <p:nvGrpSpPr>
        <p:cNvPr id="1" name="Shape 736"/>
        <p:cNvGrpSpPr/>
        <p:nvPr/>
      </p:nvGrpSpPr>
      <p:grpSpPr>
        <a:xfrm>
          <a:off x="0" y="0"/>
          <a:ext cx="0" cy="0"/>
          <a:chOff x="0" y="0"/>
          <a:chExt cx="0" cy="0"/>
        </a:xfrm>
      </p:grpSpPr>
      <p:sp>
        <p:nvSpPr>
          <p:cNvPr id="737" name="Google Shape;737;p47"/>
          <p:cNvSpPr txBox="1">
            <a:spLocks noGrp="1"/>
          </p:cNvSpPr>
          <p:nvPr>
            <p:ph type="title"/>
          </p:nvPr>
        </p:nvSpPr>
        <p:spPr>
          <a:xfrm>
            <a:off x="720000" y="540000"/>
            <a:ext cx="7704000" cy="457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200"/>
              <a:buNone/>
              <a:defRPr>
                <a:solidFill>
                  <a:schemeClr val="accent1"/>
                </a:solidFill>
              </a:defRPr>
            </a:lvl1pPr>
            <a:lvl2pPr lvl="1" rtl="0">
              <a:spcBef>
                <a:spcPts val="0"/>
              </a:spcBef>
              <a:spcAft>
                <a:spcPts val="0"/>
              </a:spcAft>
              <a:buClr>
                <a:srgbClr val="FFFFFF"/>
              </a:buClr>
              <a:buSzPts val="3200"/>
              <a:buNone/>
              <a:defRPr>
                <a:solidFill>
                  <a:srgbClr val="FFFFFF"/>
                </a:solidFill>
              </a:defRPr>
            </a:lvl2pPr>
            <a:lvl3pPr lvl="2" rtl="0">
              <a:spcBef>
                <a:spcPts val="0"/>
              </a:spcBef>
              <a:spcAft>
                <a:spcPts val="0"/>
              </a:spcAft>
              <a:buClr>
                <a:srgbClr val="FFFFFF"/>
              </a:buClr>
              <a:buSzPts val="3200"/>
              <a:buNone/>
              <a:defRPr>
                <a:solidFill>
                  <a:srgbClr val="FFFFFF"/>
                </a:solidFill>
              </a:defRPr>
            </a:lvl3pPr>
            <a:lvl4pPr lvl="3" rtl="0">
              <a:spcBef>
                <a:spcPts val="0"/>
              </a:spcBef>
              <a:spcAft>
                <a:spcPts val="0"/>
              </a:spcAft>
              <a:buClr>
                <a:srgbClr val="FFFFFF"/>
              </a:buClr>
              <a:buSzPts val="3200"/>
              <a:buNone/>
              <a:defRPr>
                <a:solidFill>
                  <a:srgbClr val="FFFFFF"/>
                </a:solidFill>
              </a:defRPr>
            </a:lvl4pPr>
            <a:lvl5pPr lvl="4" rtl="0">
              <a:spcBef>
                <a:spcPts val="0"/>
              </a:spcBef>
              <a:spcAft>
                <a:spcPts val="0"/>
              </a:spcAft>
              <a:buClr>
                <a:srgbClr val="FFFFFF"/>
              </a:buClr>
              <a:buSzPts val="3200"/>
              <a:buNone/>
              <a:defRPr>
                <a:solidFill>
                  <a:srgbClr val="FFFFFF"/>
                </a:solidFill>
              </a:defRPr>
            </a:lvl5pPr>
            <a:lvl6pPr lvl="5" rtl="0">
              <a:spcBef>
                <a:spcPts val="0"/>
              </a:spcBef>
              <a:spcAft>
                <a:spcPts val="0"/>
              </a:spcAft>
              <a:buClr>
                <a:srgbClr val="FFFFFF"/>
              </a:buClr>
              <a:buSzPts val="3200"/>
              <a:buNone/>
              <a:defRPr>
                <a:solidFill>
                  <a:srgbClr val="FFFFFF"/>
                </a:solidFill>
              </a:defRPr>
            </a:lvl6pPr>
            <a:lvl7pPr lvl="6" rtl="0">
              <a:spcBef>
                <a:spcPts val="0"/>
              </a:spcBef>
              <a:spcAft>
                <a:spcPts val="0"/>
              </a:spcAft>
              <a:buClr>
                <a:srgbClr val="FFFFFF"/>
              </a:buClr>
              <a:buSzPts val="3200"/>
              <a:buNone/>
              <a:defRPr>
                <a:solidFill>
                  <a:srgbClr val="FFFFFF"/>
                </a:solidFill>
              </a:defRPr>
            </a:lvl7pPr>
            <a:lvl8pPr lvl="7" rtl="0">
              <a:spcBef>
                <a:spcPts val="0"/>
              </a:spcBef>
              <a:spcAft>
                <a:spcPts val="0"/>
              </a:spcAft>
              <a:buClr>
                <a:srgbClr val="FFFFFF"/>
              </a:buClr>
              <a:buSzPts val="3200"/>
              <a:buNone/>
              <a:defRPr>
                <a:solidFill>
                  <a:srgbClr val="FFFFFF"/>
                </a:solidFill>
              </a:defRPr>
            </a:lvl8pPr>
            <a:lvl9pPr lvl="8" rtl="0">
              <a:spcBef>
                <a:spcPts val="0"/>
              </a:spcBef>
              <a:spcAft>
                <a:spcPts val="0"/>
              </a:spcAft>
              <a:buClr>
                <a:srgbClr val="FFFFFF"/>
              </a:buClr>
              <a:buSzPts val="3200"/>
              <a:buNone/>
              <a:defRPr>
                <a:solidFill>
                  <a:srgbClr val="FFFFFF"/>
                </a:solidFill>
              </a:defRPr>
            </a:lvl9pPr>
          </a:lstStyle>
          <a:p>
            <a:endParaRPr/>
          </a:p>
        </p:txBody>
      </p:sp>
      <p:sp>
        <p:nvSpPr>
          <p:cNvPr id="738" name="Google Shape;738;p47"/>
          <p:cNvSpPr txBox="1">
            <a:spLocks noGrp="1"/>
          </p:cNvSpPr>
          <p:nvPr>
            <p:ph type="subTitle" idx="1"/>
          </p:nvPr>
        </p:nvSpPr>
        <p:spPr>
          <a:xfrm>
            <a:off x="745900" y="1644550"/>
            <a:ext cx="3710400" cy="29589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42279D"/>
              </a:buClr>
              <a:buSzPts val="1600"/>
              <a:buNone/>
              <a:defRPr>
                <a:solidFill>
                  <a:srgbClr val="42279D"/>
                </a:solidFill>
              </a:defRPr>
            </a:lvl1pPr>
            <a:lvl2pPr lvl="1" rtl="0">
              <a:spcBef>
                <a:spcPts val="0"/>
              </a:spcBef>
              <a:spcAft>
                <a:spcPts val="0"/>
              </a:spcAft>
              <a:buClr>
                <a:srgbClr val="42279D"/>
              </a:buClr>
              <a:buSzPts val="1600"/>
              <a:buNone/>
              <a:defRPr>
                <a:solidFill>
                  <a:srgbClr val="42279D"/>
                </a:solidFill>
              </a:defRPr>
            </a:lvl2pPr>
            <a:lvl3pPr lvl="2" rtl="0">
              <a:spcBef>
                <a:spcPts val="0"/>
              </a:spcBef>
              <a:spcAft>
                <a:spcPts val="0"/>
              </a:spcAft>
              <a:buClr>
                <a:srgbClr val="42279D"/>
              </a:buClr>
              <a:buSzPts val="1600"/>
              <a:buNone/>
              <a:defRPr>
                <a:solidFill>
                  <a:srgbClr val="42279D"/>
                </a:solidFill>
              </a:defRPr>
            </a:lvl3pPr>
            <a:lvl4pPr lvl="3" rtl="0">
              <a:spcBef>
                <a:spcPts val="0"/>
              </a:spcBef>
              <a:spcAft>
                <a:spcPts val="0"/>
              </a:spcAft>
              <a:buClr>
                <a:srgbClr val="42279D"/>
              </a:buClr>
              <a:buSzPts val="1600"/>
              <a:buNone/>
              <a:defRPr>
                <a:solidFill>
                  <a:srgbClr val="42279D"/>
                </a:solidFill>
              </a:defRPr>
            </a:lvl4pPr>
            <a:lvl5pPr lvl="4" rtl="0">
              <a:spcBef>
                <a:spcPts val="0"/>
              </a:spcBef>
              <a:spcAft>
                <a:spcPts val="0"/>
              </a:spcAft>
              <a:buClr>
                <a:srgbClr val="42279D"/>
              </a:buClr>
              <a:buSzPts val="1600"/>
              <a:buNone/>
              <a:defRPr>
                <a:solidFill>
                  <a:srgbClr val="42279D"/>
                </a:solidFill>
              </a:defRPr>
            </a:lvl5pPr>
            <a:lvl6pPr lvl="5" rtl="0">
              <a:spcBef>
                <a:spcPts val="0"/>
              </a:spcBef>
              <a:spcAft>
                <a:spcPts val="0"/>
              </a:spcAft>
              <a:buClr>
                <a:srgbClr val="42279D"/>
              </a:buClr>
              <a:buSzPts val="1600"/>
              <a:buNone/>
              <a:defRPr>
                <a:solidFill>
                  <a:srgbClr val="42279D"/>
                </a:solidFill>
              </a:defRPr>
            </a:lvl6pPr>
            <a:lvl7pPr lvl="6" rtl="0">
              <a:spcBef>
                <a:spcPts val="0"/>
              </a:spcBef>
              <a:spcAft>
                <a:spcPts val="0"/>
              </a:spcAft>
              <a:buClr>
                <a:srgbClr val="42279D"/>
              </a:buClr>
              <a:buSzPts val="1600"/>
              <a:buNone/>
              <a:defRPr>
                <a:solidFill>
                  <a:srgbClr val="42279D"/>
                </a:solidFill>
              </a:defRPr>
            </a:lvl7pPr>
            <a:lvl8pPr lvl="7" rtl="0">
              <a:spcBef>
                <a:spcPts val="0"/>
              </a:spcBef>
              <a:spcAft>
                <a:spcPts val="0"/>
              </a:spcAft>
              <a:buClr>
                <a:srgbClr val="42279D"/>
              </a:buClr>
              <a:buSzPts val="1600"/>
              <a:buNone/>
              <a:defRPr>
                <a:solidFill>
                  <a:srgbClr val="42279D"/>
                </a:solidFill>
              </a:defRPr>
            </a:lvl8pPr>
            <a:lvl9pPr lvl="8" rtl="0">
              <a:spcBef>
                <a:spcPts val="0"/>
              </a:spcBef>
              <a:spcAft>
                <a:spcPts val="0"/>
              </a:spcAft>
              <a:buClr>
                <a:srgbClr val="42279D"/>
              </a:buClr>
              <a:buSzPts val="1600"/>
              <a:buNone/>
              <a:defRPr>
                <a:solidFill>
                  <a:srgbClr val="42279D"/>
                </a:solidFill>
              </a:defRPr>
            </a:lvl9pPr>
          </a:lstStyle>
          <a:p>
            <a:endParaRPr/>
          </a:p>
        </p:txBody>
      </p:sp>
      <p:sp>
        <p:nvSpPr>
          <p:cNvPr id="739" name="Google Shape;739;p47"/>
          <p:cNvSpPr txBox="1">
            <a:spLocks noGrp="1"/>
          </p:cNvSpPr>
          <p:nvPr>
            <p:ph type="subTitle" idx="2"/>
          </p:nvPr>
        </p:nvSpPr>
        <p:spPr>
          <a:xfrm>
            <a:off x="4713925" y="1644550"/>
            <a:ext cx="3710400" cy="1167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42279D"/>
              </a:buClr>
              <a:buSzPts val="1600"/>
              <a:buNone/>
              <a:defRPr>
                <a:solidFill>
                  <a:srgbClr val="42279D"/>
                </a:solidFill>
              </a:defRPr>
            </a:lvl1pPr>
            <a:lvl2pPr lvl="1" rtl="0">
              <a:spcBef>
                <a:spcPts val="0"/>
              </a:spcBef>
              <a:spcAft>
                <a:spcPts val="0"/>
              </a:spcAft>
              <a:buClr>
                <a:srgbClr val="42279D"/>
              </a:buClr>
              <a:buSzPts val="1600"/>
              <a:buNone/>
              <a:defRPr>
                <a:solidFill>
                  <a:srgbClr val="42279D"/>
                </a:solidFill>
              </a:defRPr>
            </a:lvl2pPr>
            <a:lvl3pPr lvl="2" rtl="0">
              <a:spcBef>
                <a:spcPts val="0"/>
              </a:spcBef>
              <a:spcAft>
                <a:spcPts val="0"/>
              </a:spcAft>
              <a:buClr>
                <a:srgbClr val="42279D"/>
              </a:buClr>
              <a:buSzPts val="1600"/>
              <a:buNone/>
              <a:defRPr>
                <a:solidFill>
                  <a:srgbClr val="42279D"/>
                </a:solidFill>
              </a:defRPr>
            </a:lvl3pPr>
            <a:lvl4pPr lvl="3" rtl="0">
              <a:spcBef>
                <a:spcPts val="0"/>
              </a:spcBef>
              <a:spcAft>
                <a:spcPts val="0"/>
              </a:spcAft>
              <a:buClr>
                <a:srgbClr val="42279D"/>
              </a:buClr>
              <a:buSzPts val="1600"/>
              <a:buNone/>
              <a:defRPr>
                <a:solidFill>
                  <a:srgbClr val="42279D"/>
                </a:solidFill>
              </a:defRPr>
            </a:lvl4pPr>
            <a:lvl5pPr lvl="4" rtl="0">
              <a:spcBef>
                <a:spcPts val="0"/>
              </a:spcBef>
              <a:spcAft>
                <a:spcPts val="0"/>
              </a:spcAft>
              <a:buClr>
                <a:srgbClr val="42279D"/>
              </a:buClr>
              <a:buSzPts val="1600"/>
              <a:buNone/>
              <a:defRPr>
                <a:solidFill>
                  <a:srgbClr val="42279D"/>
                </a:solidFill>
              </a:defRPr>
            </a:lvl5pPr>
            <a:lvl6pPr lvl="5" rtl="0">
              <a:spcBef>
                <a:spcPts val="0"/>
              </a:spcBef>
              <a:spcAft>
                <a:spcPts val="0"/>
              </a:spcAft>
              <a:buClr>
                <a:srgbClr val="42279D"/>
              </a:buClr>
              <a:buSzPts val="1600"/>
              <a:buNone/>
              <a:defRPr>
                <a:solidFill>
                  <a:srgbClr val="42279D"/>
                </a:solidFill>
              </a:defRPr>
            </a:lvl6pPr>
            <a:lvl7pPr lvl="6" rtl="0">
              <a:spcBef>
                <a:spcPts val="0"/>
              </a:spcBef>
              <a:spcAft>
                <a:spcPts val="0"/>
              </a:spcAft>
              <a:buClr>
                <a:srgbClr val="42279D"/>
              </a:buClr>
              <a:buSzPts val="1600"/>
              <a:buNone/>
              <a:defRPr>
                <a:solidFill>
                  <a:srgbClr val="42279D"/>
                </a:solidFill>
              </a:defRPr>
            </a:lvl7pPr>
            <a:lvl8pPr lvl="7" rtl="0">
              <a:spcBef>
                <a:spcPts val="0"/>
              </a:spcBef>
              <a:spcAft>
                <a:spcPts val="0"/>
              </a:spcAft>
              <a:buClr>
                <a:srgbClr val="42279D"/>
              </a:buClr>
              <a:buSzPts val="1600"/>
              <a:buNone/>
              <a:defRPr>
                <a:solidFill>
                  <a:srgbClr val="42279D"/>
                </a:solidFill>
              </a:defRPr>
            </a:lvl8pPr>
            <a:lvl9pPr lvl="8" rtl="0">
              <a:spcBef>
                <a:spcPts val="0"/>
              </a:spcBef>
              <a:spcAft>
                <a:spcPts val="0"/>
              </a:spcAft>
              <a:buClr>
                <a:srgbClr val="42279D"/>
              </a:buClr>
              <a:buSzPts val="1600"/>
              <a:buNone/>
              <a:defRPr>
                <a:solidFill>
                  <a:srgbClr val="42279D"/>
                </a:solidFill>
              </a:defRPr>
            </a:lvl9pPr>
          </a:lstStyle>
          <a:p>
            <a:endParaRPr/>
          </a:p>
        </p:txBody>
      </p:sp>
      <p:grpSp>
        <p:nvGrpSpPr>
          <p:cNvPr id="740" name="Google Shape;740;p47"/>
          <p:cNvGrpSpPr/>
          <p:nvPr/>
        </p:nvGrpSpPr>
        <p:grpSpPr>
          <a:xfrm rot="899857">
            <a:off x="7222308" y="3107262"/>
            <a:ext cx="1711973" cy="1846180"/>
            <a:chOff x="-3361711" y="308336"/>
            <a:chExt cx="3987600" cy="4300200"/>
          </a:xfrm>
        </p:grpSpPr>
        <p:grpSp>
          <p:nvGrpSpPr>
            <p:cNvPr id="741" name="Google Shape;741;p47"/>
            <p:cNvGrpSpPr/>
            <p:nvPr/>
          </p:nvGrpSpPr>
          <p:grpSpPr>
            <a:xfrm>
              <a:off x="-3361711" y="308336"/>
              <a:ext cx="3987600" cy="4300200"/>
              <a:chOff x="-2571136" y="421611"/>
              <a:chExt cx="3987600" cy="4300200"/>
            </a:xfrm>
          </p:grpSpPr>
          <p:sp>
            <p:nvSpPr>
              <p:cNvPr id="742" name="Google Shape;742;p47"/>
              <p:cNvSpPr/>
              <p:nvPr/>
            </p:nvSpPr>
            <p:spPr>
              <a:xfrm>
                <a:off x="-2571136" y="421611"/>
                <a:ext cx="3987600" cy="4300200"/>
              </a:xfrm>
              <a:prstGeom prst="roundRect">
                <a:avLst>
                  <a:gd name="adj" fmla="val 5368"/>
                </a:avLst>
              </a:prstGeom>
              <a:solidFill>
                <a:srgbClr val="EA73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3" name="Google Shape;743;p47"/>
              <p:cNvGrpSpPr/>
              <p:nvPr/>
            </p:nvGrpSpPr>
            <p:grpSpPr>
              <a:xfrm>
                <a:off x="-2206074" y="809586"/>
                <a:ext cx="3257475" cy="3524250"/>
                <a:chOff x="-2206074" y="819150"/>
                <a:chExt cx="3257475" cy="3524250"/>
              </a:xfrm>
            </p:grpSpPr>
            <p:grpSp>
              <p:nvGrpSpPr>
                <p:cNvPr id="744" name="Google Shape;744;p47"/>
                <p:cNvGrpSpPr/>
                <p:nvPr/>
              </p:nvGrpSpPr>
              <p:grpSpPr>
                <a:xfrm>
                  <a:off x="-2206074" y="819150"/>
                  <a:ext cx="3257475" cy="981000"/>
                  <a:chOff x="-2209800" y="819150"/>
                  <a:chExt cx="3257475" cy="981000"/>
                </a:xfrm>
              </p:grpSpPr>
              <p:sp>
                <p:nvSpPr>
                  <p:cNvPr id="745" name="Google Shape;745;p47"/>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47"/>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 name="Google Shape;747;p47"/>
                <p:cNvGrpSpPr/>
                <p:nvPr/>
              </p:nvGrpSpPr>
              <p:grpSpPr>
                <a:xfrm>
                  <a:off x="-2206074" y="3362400"/>
                  <a:ext cx="3257475" cy="981000"/>
                  <a:chOff x="-2209800" y="819150"/>
                  <a:chExt cx="3257475" cy="981000"/>
                </a:xfrm>
              </p:grpSpPr>
              <p:sp>
                <p:nvSpPr>
                  <p:cNvPr id="748" name="Google Shape;748;p47"/>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47"/>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750" name="Google Shape;750;p47"/>
            <p:cNvSpPr/>
            <p:nvPr/>
          </p:nvSpPr>
          <p:spPr>
            <a:xfrm>
              <a:off x="-1858399" y="1967936"/>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1" name="Google Shape;751;p47"/>
          <p:cNvGrpSpPr/>
          <p:nvPr/>
        </p:nvGrpSpPr>
        <p:grpSpPr>
          <a:xfrm rot="-899857" flipH="1">
            <a:off x="209708" y="190062"/>
            <a:ext cx="1711973" cy="1846180"/>
            <a:chOff x="-2571136" y="421611"/>
            <a:chExt cx="3987600" cy="4300200"/>
          </a:xfrm>
        </p:grpSpPr>
        <p:sp>
          <p:nvSpPr>
            <p:cNvPr id="752" name="Google Shape;752;p47"/>
            <p:cNvSpPr/>
            <p:nvPr/>
          </p:nvSpPr>
          <p:spPr>
            <a:xfrm>
              <a:off x="-2571136" y="421611"/>
              <a:ext cx="3987600" cy="4300200"/>
            </a:xfrm>
            <a:prstGeom prst="roundRect">
              <a:avLst>
                <a:gd name="adj" fmla="val 5368"/>
              </a:avLst>
            </a:prstGeom>
            <a:solidFill>
              <a:srgbClr val="EA73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3" name="Google Shape;753;p47"/>
            <p:cNvGrpSpPr/>
            <p:nvPr/>
          </p:nvGrpSpPr>
          <p:grpSpPr>
            <a:xfrm>
              <a:off x="-2206074" y="809586"/>
              <a:ext cx="3257475" cy="3524250"/>
              <a:chOff x="-2206074" y="819150"/>
              <a:chExt cx="3257475" cy="3524250"/>
            </a:xfrm>
          </p:grpSpPr>
          <p:grpSp>
            <p:nvGrpSpPr>
              <p:cNvPr id="754" name="Google Shape;754;p47"/>
              <p:cNvGrpSpPr/>
              <p:nvPr/>
            </p:nvGrpSpPr>
            <p:grpSpPr>
              <a:xfrm>
                <a:off x="-2206074" y="819150"/>
                <a:ext cx="3257475" cy="981000"/>
                <a:chOff x="-2209800" y="819150"/>
                <a:chExt cx="3257475" cy="981000"/>
              </a:xfrm>
            </p:grpSpPr>
            <p:sp>
              <p:nvSpPr>
                <p:cNvPr id="755" name="Google Shape;755;p47"/>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47"/>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7" name="Google Shape;757;p47"/>
              <p:cNvGrpSpPr/>
              <p:nvPr/>
            </p:nvGrpSpPr>
            <p:grpSpPr>
              <a:xfrm>
                <a:off x="-2206074" y="3362400"/>
                <a:ext cx="3257475" cy="981000"/>
                <a:chOff x="-2209800" y="819150"/>
                <a:chExt cx="3257475" cy="981000"/>
              </a:xfrm>
            </p:grpSpPr>
            <p:sp>
              <p:nvSpPr>
                <p:cNvPr id="758" name="Google Shape;758;p47"/>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47"/>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 Title and three columns 01">
  <p:cSld name="TITLE_AND_TWO_COLUMNS_2">
    <p:bg>
      <p:bgPr>
        <a:solidFill>
          <a:schemeClr val="lt1"/>
        </a:solidFill>
        <a:effectLst/>
      </p:bgPr>
    </p:bg>
    <p:spTree>
      <p:nvGrpSpPr>
        <p:cNvPr id="1" name="Shape 760"/>
        <p:cNvGrpSpPr/>
        <p:nvPr/>
      </p:nvGrpSpPr>
      <p:grpSpPr>
        <a:xfrm>
          <a:off x="0" y="0"/>
          <a:ext cx="0" cy="0"/>
          <a:chOff x="0" y="0"/>
          <a:chExt cx="0" cy="0"/>
        </a:xfrm>
      </p:grpSpPr>
      <p:grpSp>
        <p:nvGrpSpPr>
          <p:cNvPr id="761" name="Google Shape;761;p48"/>
          <p:cNvGrpSpPr/>
          <p:nvPr/>
        </p:nvGrpSpPr>
        <p:grpSpPr>
          <a:xfrm rot="10800000" flipH="1">
            <a:off x="7012447" y="10"/>
            <a:ext cx="2131500" cy="2226300"/>
            <a:chOff x="7012442" y="2917195"/>
            <a:chExt cx="2131500" cy="2226300"/>
          </a:xfrm>
        </p:grpSpPr>
        <p:sp>
          <p:nvSpPr>
            <p:cNvPr id="762" name="Google Shape;762;p48"/>
            <p:cNvSpPr/>
            <p:nvPr/>
          </p:nvSpPr>
          <p:spPr>
            <a:xfrm rot="900037">
              <a:off x="7222223" y="3107281"/>
              <a:ext cx="1711938" cy="1846129"/>
            </a:xfrm>
            <a:prstGeom prst="roundRect">
              <a:avLst>
                <a:gd name="adj" fmla="val 5368"/>
              </a:avLst>
            </a:prstGeom>
            <a:solidFill>
              <a:srgbClr val="6696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48"/>
            <p:cNvSpPr/>
            <p:nvPr/>
          </p:nvSpPr>
          <p:spPr>
            <a:xfrm rot="899198">
              <a:off x="7867772" y="3819737"/>
              <a:ext cx="421124" cy="421124"/>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4" name="Google Shape;764;p48"/>
          <p:cNvGrpSpPr/>
          <p:nvPr/>
        </p:nvGrpSpPr>
        <p:grpSpPr>
          <a:xfrm rot="10800000">
            <a:off x="7012442" y="2917210"/>
            <a:ext cx="2131500" cy="2226300"/>
            <a:chOff x="47" y="-5"/>
            <a:chExt cx="2131500" cy="2226300"/>
          </a:xfrm>
        </p:grpSpPr>
        <p:sp>
          <p:nvSpPr>
            <p:cNvPr id="765" name="Google Shape;765;p48"/>
            <p:cNvSpPr/>
            <p:nvPr/>
          </p:nvSpPr>
          <p:spPr>
            <a:xfrm rot="-900037" flipH="1">
              <a:off x="209828" y="190081"/>
              <a:ext cx="1711938" cy="1846129"/>
            </a:xfrm>
            <a:prstGeom prst="roundRect">
              <a:avLst>
                <a:gd name="adj" fmla="val 5368"/>
              </a:avLst>
            </a:prstGeom>
            <a:solidFill>
              <a:srgbClr val="6696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6" name="Google Shape;766;p48"/>
            <p:cNvGrpSpPr/>
            <p:nvPr/>
          </p:nvGrpSpPr>
          <p:grpSpPr>
            <a:xfrm rot="-899857" flipH="1">
              <a:off x="366438" y="356630"/>
              <a:ext cx="1398513" cy="1513046"/>
              <a:chOff x="-2206074" y="819150"/>
              <a:chExt cx="3257475" cy="3524250"/>
            </a:xfrm>
          </p:grpSpPr>
          <p:sp>
            <p:nvSpPr>
              <p:cNvPr id="767" name="Google Shape;767;p48"/>
              <p:cNvSpPr/>
              <p:nvPr/>
            </p:nvSpPr>
            <p:spPr>
              <a:xfrm>
                <a:off x="-2206074"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48"/>
              <p:cNvSpPr/>
              <p:nvPr/>
            </p:nvSpPr>
            <p:spPr>
              <a:xfrm>
                <a:off x="70401" y="336240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9" name="Google Shape;769;p48"/>
            <p:cNvSpPr/>
            <p:nvPr/>
          </p:nvSpPr>
          <p:spPr>
            <a:xfrm rot="-899198" flipH="1">
              <a:off x="855093" y="902537"/>
              <a:ext cx="421124" cy="421124"/>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0" name="Google Shape;770;p48"/>
          <p:cNvSpPr txBox="1">
            <a:spLocks noGrp="1"/>
          </p:cNvSpPr>
          <p:nvPr>
            <p:ph type="title"/>
          </p:nvPr>
        </p:nvSpPr>
        <p:spPr>
          <a:xfrm>
            <a:off x="720000" y="540000"/>
            <a:ext cx="7704000" cy="457200"/>
          </a:xfrm>
          <a:prstGeom prst="rect">
            <a:avLst/>
          </a:prstGeom>
        </p:spPr>
        <p:txBody>
          <a:bodyPr spcFirstLastPara="1" wrap="square" lIns="91425" tIns="91425" rIns="91425" bIns="91425" anchor="t" anchorCtr="0">
            <a:noAutofit/>
          </a:bodyPr>
          <a:lstStyle>
            <a:lvl1pPr lvl="0" algn="l" rtl="0">
              <a:spcBef>
                <a:spcPts val="0"/>
              </a:spcBef>
              <a:spcAft>
                <a:spcPts val="0"/>
              </a:spcAft>
              <a:buClr>
                <a:srgbClr val="FFFFFF"/>
              </a:buClr>
              <a:buSzPts val="3200"/>
              <a:buNone/>
              <a:defRPr/>
            </a:lvl1pPr>
            <a:lvl2pPr lvl="1" rtl="0">
              <a:spcBef>
                <a:spcPts val="0"/>
              </a:spcBef>
              <a:spcAft>
                <a:spcPts val="0"/>
              </a:spcAft>
              <a:buClr>
                <a:srgbClr val="FFFFFF"/>
              </a:buClr>
              <a:buSzPts val="3200"/>
              <a:buNone/>
              <a:defRPr>
                <a:solidFill>
                  <a:srgbClr val="FFFFFF"/>
                </a:solidFill>
              </a:defRPr>
            </a:lvl2pPr>
            <a:lvl3pPr lvl="2" rtl="0">
              <a:spcBef>
                <a:spcPts val="0"/>
              </a:spcBef>
              <a:spcAft>
                <a:spcPts val="0"/>
              </a:spcAft>
              <a:buClr>
                <a:srgbClr val="FFFFFF"/>
              </a:buClr>
              <a:buSzPts val="3200"/>
              <a:buNone/>
              <a:defRPr>
                <a:solidFill>
                  <a:srgbClr val="FFFFFF"/>
                </a:solidFill>
              </a:defRPr>
            </a:lvl3pPr>
            <a:lvl4pPr lvl="3" rtl="0">
              <a:spcBef>
                <a:spcPts val="0"/>
              </a:spcBef>
              <a:spcAft>
                <a:spcPts val="0"/>
              </a:spcAft>
              <a:buClr>
                <a:srgbClr val="FFFFFF"/>
              </a:buClr>
              <a:buSzPts val="3200"/>
              <a:buNone/>
              <a:defRPr>
                <a:solidFill>
                  <a:srgbClr val="FFFFFF"/>
                </a:solidFill>
              </a:defRPr>
            </a:lvl4pPr>
            <a:lvl5pPr lvl="4" rtl="0">
              <a:spcBef>
                <a:spcPts val="0"/>
              </a:spcBef>
              <a:spcAft>
                <a:spcPts val="0"/>
              </a:spcAft>
              <a:buClr>
                <a:srgbClr val="FFFFFF"/>
              </a:buClr>
              <a:buSzPts val="3200"/>
              <a:buNone/>
              <a:defRPr>
                <a:solidFill>
                  <a:srgbClr val="FFFFFF"/>
                </a:solidFill>
              </a:defRPr>
            </a:lvl5pPr>
            <a:lvl6pPr lvl="5" rtl="0">
              <a:spcBef>
                <a:spcPts val="0"/>
              </a:spcBef>
              <a:spcAft>
                <a:spcPts val="0"/>
              </a:spcAft>
              <a:buClr>
                <a:srgbClr val="FFFFFF"/>
              </a:buClr>
              <a:buSzPts val="3200"/>
              <a:buNone/>
              <a:defRPr>
                <a:solidFill>
                  <a:srgbClr val="FFFFFF"/>
                </a:solidFill>
              </a:defRPr>
            </a:lvl6pPr>
            <a:lvl7pPr lvl="6" rtl="0">
              <a:spcBef>
                <a:spcPts val="0"/>
              </a:spcBef>
              <a:spcAft>
                <a:spcPts val="0"/>
              </a:spcAft>
              <a:buClr>
                <a:srgbClr val="FFFFFF"/>
              </a:buClr>
              <a:buSzPts val="3200"/>
              <a:buNone/>
              <a:defRPr>
                <a:solidFill>
                  <a:srgbClr val="FFFFFF"/>
                </a:solidFill>
              </a:defRPr>
            </a:lvl7pPr>
            <a:lvl8pPr lvl="7" rtl="0">
              <a:spcBef>
                <a:spcPts val="0"/>
              </a:spcBef>
              <a:spcAft>
                <a:spcPts val="0"/>
              </a:spcAft>
              <a:buClr>
                <a:srgbClr val="FFFFFF"/>
              </a:buClr>
              <a:buSzPts val="3200"/>
              <a:buNone/>
              <a:defRPr>
                <a:solidFill>
                  <a:srgbClr val="FFFFFF"/>
                </a:solidFill>
              </a:defRPr>
            </a:lvl8pPr>
            <a:lvl9pPr lvl="8" rtl="0">
              <a:spcBef>
                <a:spcPts val="0"/>
              </a:spcBef>
              <a:spcAft>
                <a:spcPts val="0"/>
              </a:spcAft>
              <a:buClr>
                <a:srgbClr val="FFFFFF"/>
              </a:buClr>
              <a:buSzPts val="3200"/>
              <a:buNone/>
              <a:defRPr>
                <a:solidFill>
                  <a:srgbClr val="FFFFFF"/>
                </a:solidFill>
              </a:defRPr>
            </a:lvl9pPr>
          </a:lstStyle>
          <a:p>
            <a:endParaRPr/>
          </a:p>
        </p:txBody>
      </p:sp>
      <p:sp>
        <p:nvSpPr>
          <p:cNvPr id="771" name="Google Shape;771;p48"/>
          <p:cNvSpPr txBox="1">
            <a:spLocks noGrp="1"/>
          </p:cNvSpPr>
          <p:nvPr>
            <p:ph type="subTitle" idx="1"/>
          </p:nvPr>
        </p:nvSpPr>
        <p:spPr>
          <a:xfrm>
            <a:off x="713225" y="2244200"/>
            <a:ext cx="2483400" cy="516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DA00"/>
              </a:buClr>
              <a:buSzPts val="2100"/>
              <a:buFont typeface="Lilita One"/>
              <a:buNone/>
              <a:defRPr sz="2100">
                <a:solidFill>
                  <a:schemeClr val="dk1"/>
                </a:solidFill>
                <a:latin typeface="Lilita One"/>
                <a:ea typeface="Lilita One"/>
                <a:cs typeface="Lilita One"/>
                <a:sym typeface="Lilita One"/>
              </a:defRPr>
            </a:lvl1pPr>
            <a:lvl2pPr lvl="1"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9pPr>
          </a:lstStyle>
          <a:p>
            <a:endParaRPr/>
          </a:p>
        </p:txBody>
      </p:sp>
      <p:sp>
        <p:nvSpPr>
          <p:cNvPr id="772" name="Google Shape;772;p48"/>
          <p:cNvSpPr txBox="1">
            <a:spLocks noGrp="1"/>
          </p:cNvSpPr>
          <p:nvPr>
            <p:ph type="subTitle" idx="2"/>
          </p:nvPr>
        </p:nvSpPr>
        <p:spPr>
          <a:xfrm>
            <a:off x="713225" y="2781150"/>
            <a:ext cx="3363600" cy="774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1600"/>
              <a:buNone/>
              <a:defRPr>
                <a:solidFill>
                  <a:schemeClr val="accent1"/>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773" name="Google Shape;773;p48"/>
          <p:cNvSpPr txBox="1">
            <a:spLocks noGrp="1"/>
          </p:cNvSpPr>
          <p:nvPr>
            <p:ph type="subTitle" idx="3"/>
          </p:nvPr>
        </p:nvSpPr>
        <p:spPr>
          <a:xfrm>
            <a:off x="713225" y="3555725"/>
            <a:ext cx="2483400" cy="516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DA00"/>
              </a:buClr>
              <a:buSzPts val="2100"/>
              <a:buFont typeface="Lilita One"/>
              <a:buNone/>
              <a:defRPr sz="2100">
                <a:solidFill>
                  <a:schemeClr val="dk1"/>
                </a:solidFill>
                <a:latin typeface="Lilita One"/>
                <a:ea typeface="Lilita One"/>
                <a:cs typeface="Lilita One"/>
                <a:sym typeface="Lilita One"/>
              </a:defRPr>
            </a:lvl1pPr>
            <a:lvl2pPr lvl="1"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9pPr>
          </a:lstStyle>
          <a:p>
            <a:endParaRPr/>
          </a:p>
        </p:txBody>
      </p:sp>
      <p:sp>
        <p:nvSpPr>
          <p:cNvPr id="774" name="Google Shape;774;p48"/>
          <p:cNvSpPr txBox="1">
            <a:spLocks noGrp="1"/>
          </p:cNvSpPr>
          <p:nvPr>
            <p:ph type="subTitle" idx="4"/>
          </p:nvPr>
        </p:nvSpPr>
        <p:spPr>
          <a:xfrm>
            <a:off x="713225" y="4016475"/>
            <a:ext cx="3363600" cy="774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1600"/>
              <a:buNone/>
              <a:defRPr>
                <a:solidFill>
                  <a:schemeClr val="accent1"/>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775" name="Google Shape;775;p48"/>
          <p:cNvSpPr txBox="1">
            <a:spLocks noGrp="1"/>
          </p:cNvSpPr>
          <p:nvPr>
            <p:ph type="subTitle" idx="5"/>
          </p:nvPr>
        </p:nvSpPr>
        <p:spPr>
          <a:xfrm>
            <a:off x="713225" y="1005950"/>
            <a:ext cx="2483400" cy="516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DA00"/>
              </a:buClr>
              <a:buSzPts val="2100"/>
              <a:buFont typeface="Lilita One"/>
              <a:buNone/>
              <a:defRPr sz="2100">
                <a:solidFill>
                  <a:schemeClr val="dk1"/>
                </a:solidFill>
                <a:latin typeface="Lilita One"/>
                <a:ea typeface="Lilita One"/>
                <a:cs typeface="Lilita One"/>
                <a:sym typeface="Lilita One"/>
              </a:defRPr>
            </a:lvl1pPr>
            <a:lvl2pPr lvl="1"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9pPr>
          </a:lstStyle>
          <a:p>
            <a:endParaRPr/>
          </a:p>
        </p:txBody>
      </p:sp>
      <p:sp>
        <p:nvSpPr>
          <p:cNvPr id="776" name="Google Shape;776;p48"/>
          <p:cNvSpPr txBox="1">
            <a:spLocks noGrp="1"/>
          </p:cNvSpPr>
          <p:nvPr>
            <p:ph type="subTitle" idx="6"/>
          </p:nvPr>
        </p:nvSpPr>
        <p:spPr>
          <a:xfrm>
            <a:off x="713225" y="1542900"/>
            <a:ext cx="3363600" cy="774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1600"/>
              <a:buNone/>
              <a:defRPr>
                <a:solidFill>
                  <a:schemeClr val="accent1"/>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780"/>
        <p:cNvGrpSpPr/>
        <p:nvPr/>
      </p:nvGrpSpPr>
      <p:grpSpPr>
        <a:xfrm>
          <a:off x="0" y="0"/>
          <a:ext cx="0" cy="0"/>
          <a:chOff x="0" y="0"/>
          <a:chExt cx="0" cy="0"/>
        </a:xfrm>
      </p:grpSpPr>
      <p:sp>
        <p:nvSpPr>
          <p:cNvPr id="781" name="Google Shape;781;p50"/>
          <p:cNvSpPr txBox="1">
            <a:spLocks noGrp="1"/>
          </p:cNvSpPr>
          <p:nvPr>
            <p:ph type="ctrTitle"/>
          </p:nvPr>
        </p:nvSpPr>
        <p:spPr>
          <a:xfrm>
            <a:off x="716625" y="874625"/>
            <a:ext cx="3760200" cy="2825400"/>
          </a:xfrm>
          <a:prstGeom prst="rect">
            <a:avLst/>
          </a:prstGeom>
        </p:spPr>
        <p:txBody>
          <a:bodyPr spcFirstLastPara="1" wrap="square" lIns="91425" tIns="91425" rIns="91425" bIns="91425" anchor="ctr" anchorCtr="0">
            <a:noAutofit/>
          </a:bodyPr>
          <a:lstStyle>
            <a:lvl1pPr lvl="0" algn="l" rtl="0">
              <a:lnSpc>
                <a:spcPct val="80000"/>
              </a:lnSpc>
              <a:spcBef>
                <a:spcPts val="0"/>
              </a:spcBef>
              <a:spcAft>
                <a:spcPts val="0"/>
              </a:spcAft>
              <a:buClr>
                <a:srgbClr val="FFFFFF"/>
              </a:buClr>
              <a:buSzPts val="6000"/>
              <a:buNone/>
              <a:defRPr sz="7200">
                <a:solidFill>
                  <a:schemeClr val="accent1"/>
                </a:solidFill>
                <a:latin typeface="Lilita One"/>
                <a:ea typeface="Lilita One"/>
                <a:cs typeface="Lilita One"/>
                <a:sym typeface="Lilita One"/>
              </a:defRPr>
            </a:lvl1pPr>
            <a:lvl2pPr lvl="1" algn="l" rtl="0">
              <a:spcBef>
                <a:spcPts val="0"/>
              </a:spcBef>
              <a:spcAft>
                <a:spcPts val="0"/>
              </a:spcAft>
              <a:buClr>
                <a:srgbClr val="FFFFFF"/>
              </a:buClr>
              <a:buSzPts val="5200"/>
              <a:buNone/>
              <a:defRPr sz="5200">
                <a:solidFill>
                  <a:srgbClr val="FFFFFF"/>
                </a:solidFill>
                <a:highlight>
                  <a:srgbClr val="291F4D"/>
                </a:highlight>
              </a:defRPr>
            </a:lvl2pPr>
            <a:lvl3pPr lvl="2" algn="l" rtl="0">
              <a:spcBef>
                <a:spcPts val="0"/>
              </a:spcBef>
              <a:spcAft>
                <a:spcPts val="0"/>
              </a:spcAft>
              <a:buClr>
                <a:srgbClr val="FFFFFF"/>
              </a:buClr>
              <a:buSzPts val="5200"/>
              <a:buNone/>
              <a:defRPr sz="5200">
                <a:solidFill>
                  <a:srgbClr val="FFFFFF"/>
                </a:solidFill>
                <a:highlight>
                  <a:srgbClr val="291F4D"/>
                </a:highlight>
              </a:defRPr>
            </a:lvl3pPr>
            <a:lvl4pPr lvl="3" algn="l" rtl="0">
              <a:spcBef>
                <a:spcPts val="0"/>
              </a:spcBef>
              <a:spcAft>
                <a:spcPts val="0"/>
              </a:spcAft>
              <a:buClr>
                <a:srgbClr val="FFFFFF"/>
              </a:buClr>
              <a:buSzPts val="5200"/>
              <a:buNone/>
              <a:defRPr sz="5200">
                <a:solidFill>
                  <a:srgbClr val="FFFFFF"/>
                </a:solidFill>
                <a:highlight>
                  <a:srgbClr val="291F4D"/>
                </a:highlight>
              </a:defRPr>
            </a:lvl4pPr>
            <a:lvl5pPr lvl="4" algn="l" rtl="0">
              <a:spcBef>
                <a:spcPts val="0"/>
              </a:spcBef>
              <a:spcAft>
                <a:spcPts val="0"/>
              </a:spcAft>
              <a:buClr>
                <a:srgbClr val="FFFFFF"/>
              </a:buClr>
              <a:buSzPts val="5200"/>
              <a:buNone/>
              <a:defRPr sz="5200">
                <a:solidFill>
                  <a:srgbClr val="FFFFFF"/>
                </a:solidFill>
                <a:highlight>
                  <a:srgbClr val="291F4D"/>
                </a:highlight>
              </a:defRPr>
            </a:lvl5pPr>
            <a:lvl6pPr lvl="5" algn="l" rtl="0">
              <a:spcBef>
                <a:spcPts val="0"/>
              </a:spcBef>
              <a:spcAft>
                <a:spcPts val="0"/>
              </a:spcAft>
              <a:buClr>
                <a:srgbClr val="FFFFFF"/>
              </a:buClr>
              <a:buSzPts val="5200"/>
              <a:buNone/>
              <a:defRPr sz="5200">
                <a:solidFill>
                  <a:srgbClr val="FFFFFF"/>
                </a:solidFill>
                <a:highlight>
                  <a:srgbClr val="291F4D"/>
                </a:highlight>
              </a:defRPr>
            </a:lvl6pPr>
            <a:lvl7pPr lvl="6" algn="l" rtl="0">
              <a:spcBef>
                <a:spcPts val="0"/>
              </a:spcBef>
              <a:spcAft>
                <a:spcPts val="0"/>
              </a:spcAft>
              <a:buClr>
                <a:srgbClr val="FFFFFF"/>
              </a:buClr>
              <a:buSzPts val="5200"/>
              <a:buNone/>
              <a:defRPr sz="5200">
                <a:solidFill>
                  <a:srgbClr val="FFFFFF"/>
                </a:solidFill>
                <a:highlight>
                  <a:srgbClr val="291F4D"/>
                </a:highlight>
              </a:defRPr>
            </a:lvl7pPr>
            <a:lvl8pPr lvl="7" algn="l" rtl="0">
              <a:spcBef>
                <a:spcPts val="0"/>
              </a:spcBef>
              <a:spcAft>
                <a:spcPts val="0"/>
              </a:spcAft>
              <a:buClr>
                <a:srgbClr val="FFFFFF"/>
              </a:buClr>
              <a:buSzPts val="5200"/>
              <a:buNone/>
              <a:defRPr sz="5200">
                <a:solidFill>
                  <a:srgbClr val="FFFFFF"/>
                </a:solidFill>
                <a:highlight>
                  <a:srgbClr val="291F4D"/>
                </a:highlight>
              </a:defRPr>
            </a:lvl8pPr>
            <a:lvl9pPr lvl="8" algn="l" rtl="0">
              <a:spcBef>
                <a:spcPts val="0"/>
              </a:spcBef>
              <a:spcAft>
                <a:spcPts val="0"/>
              </a:spcAft>
              <a:buClr>
                <a:srgbClr val="FFFFFF"/>
              </a:buClr>
              <a:buSzPts val="5200"/>
              <a:buNone/>
              <a:defRPr sz="5200">
                <a:solidFill>
                  <a:srgbClr val="FFFFFF"/>
                </a:solidFill>
                <a:highlight>
                  <a:srgbClr val="291F4D"/>
                </a:highlight>
              </a:defRPr>
            </a:lvl9pPr>
          </a:lstStyle>
          <a:p>
            <a:endParaRPr/>
          </a:p>
        </p:txBody>
      </p:sp>
      <p:sp>
        <p:nvSpPr>
          <p:cNvPr id="782" name="Google Shape;782;p50"/>
          <p:cNvSpPr txBox="1">
            <a:spLocks noGrp="1"/>
          </p:cNvSpPr>
          <p:nvPr>
            <p:ph type="subTitle" idx="1"/>
          </p:nvPr>
        </p:nvSpPr>
        <p:spPr>
          <a:xfrm>
            <a:off x="716625" y="3724988"/>
            <a:ext cx="2426700" cy="696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291F4D"/>
              </a:buClr>
              <a:buSzPts val="1600"/>
              <a:buFont typeface="Source Sans Pro"/>
              <a:buNone/>
              <a:defRPr sz="1800">
                <a:solidFill>
                  <a:schemeClr val="accent1"/>
                </a:solidFill>
              </a:defRPr>
            </a:lvl1pPr>
            <a:lvl2pPr lvl="1" rtl="0">
              <a:lnSpc>
                <a:spcPct val="100000"/>
              </a:lnSpc>
              <a:spcBef>
                <a:spcPts val="0"/>
              </a:spcBef>
              <a:spcAft>
                <a:spcPts val="0"/>
              </a:spcAft>
              <a:buClr>
                <a:srgbClr val="291F4D"/>
              </a:buClr>
              <a:buSzPts val="1800"/>
              <a:buFont typeface="Source Sans Pro"/>
              <a:buNone/>
              <a:defRPr sz="1800">
                <a:solidFill>
                  <a:srgbClr val="291F4D"/>
                </a:solidFill>
                <a:latin typeface="Source Sans Pro"/>
                <a:ea typeface="Source Sans Pro"/>
                <a:cs typeface="Source Sans Pro"/>
                <a:sym typeface="Source Sans Pro"/>
              </a:defRPr>
            </a:lvl2pPr>
            <a:lvl3pPr lvl="2" rtl="0">
              <a:lnSpc>
                <a:spcPct val="100000"/>
              </a:lnSpc>
              <a:spcBef>
                <a:spcPts val="0"/>
              </a:spcBef>
              <a:spcAft>
                <a:spcPts val="0"/>
              </a:spcAft>
              <a:buClr>
                <a:srgbClr val="291F4D"/>
              </a:buClr>
              <a:buSzPts val="1800"/>
              <a:buFont typeface="Source Sans Pro"/>
              <a:buNone/>
              <a:defRPr sz="1800">
                <a:solidFill>
                  <a:srgbClr val="291F4D"/>
                </a:solidFill>
                <a:latin typeface="Source Sans Pro"/>
                <a:ea typeface="Source Sans Pro"/>
                <a:cs typeface="Source Sans Pro"/>
                <a:sym typeface="Source Sans Pro"/>
              </a:defRPr>
            </a:lvl3pPr>
            <a:lvl4pPr lvl="3" rtl="0">
              <a:lnSpc>
                <a:spcPct val="100000"/>
              </a:lnSpc>
              <a:spcBef>
                <a:spcPts val="0"/>
              </a:spcBef>
              <a:spcAft>
                <a:spcPts val="0"/>
              </a:spcAft>
              <a:buClr>
                <a:srgbClr val="291F4D"/>
              </a:buClr>
              <a:buSzPts val="1800"/>
              <a:buFont typeface="Source Sans Pro"/>
              <a:buNone/>
              <a:defRPr sz="1800">
                <a:solidFill>
                  <a:srgbClr val="291F4D"/>
                </a:solidFill>
                <a:latin typeface="Source Sans Pro"/>
                <a:ea typeface="Source Sans Pro"/>
                <a:cs typeface="Source Sans Pro"/>
                <a:sym typeface="Source Sans Pro"/>
              </a:defRPr>
            </a:lvl4pPr>
            <a:lvl5pPr lvl="4" rtl="0">
              <a:lnSpc>
                <a:spcPct val="100000"/>
              </a:lnSpc>
              <a:spcBef>
                <a:spcPts val="0"/>
              </a:spcBef>
              <a:spcAft>
                <a:spcPts val="0"/>
              </a:spcAft>
              <a:buClr>
                <a:srgbClr val="291F4D"/>
              </a:buClr>
              <a:buSzPts val="1800"/>
              <a:buFont typeface="Source Sans Pro"/>
              <a:buNone/>
              <a:defRPr sz="1800">
                <a:solidFill>
                  <a:srgbClr val="291F4D"/>
                </a:solidFill>
                <a:latin typeface="Source Sans Pro"/>
                <a:ea typeface="Source Sans Pro"/>
                <a:cs typeface="Source Sans Pro"/>
                <a:sym typeface="Source Sans Pro"/>
              </a:defRPr>
            </a:lvl5pPr>
            <a:lvl6pPr lvl="5" rtl="0">
              <a:lnSpc>
                <a:spcPct val="100000"/>
              </a:lnSpc>
              <a:spcBef>
                <a:spcPts val="0"/>
              </a:spcBef>
              <a:spcAft>
                <a:spcPts val="0"/>
              </a:spcAft>
              <a:buClr>
                <a:srgbClr val="291F4D"/>
              </a:buClr>
              <a:buSzPts val="1800"/>
              <a:buFont typeface="Source Sans Pro"/>
              <a:buNone/>
              <a:defRPr sz="1800">
                <a:solidFill>
                  <a:srgbClr val="291F4D"/>
                </a:solidFill>
                <a:latin typeface="Source Sans Pro"/>
                <a:ea typeface="Source Sans Pro"/>
                <a:cs typeface="Source Sans Pro"/>
                <a:sym typeface="Source Sans Pro"/>
              </a:defRPr>
            </a:lvl6pPr>
            <a:lvl7pPr lvl="6" rtl="0">
              <a:lnSpc>
                <a:spcPct val="100000"/>
              </a:lnSpc>
              <a:spcBef>
                <a:spcPts val="0"/>
              </a:spcBef>
              <a:spcAft>
                <a:spcPts val="0"/>
              </a:spcAft>
              <a:buClr>
                <a:srgbClr val="291F4D"/>
              </a:buClr>
              <a:buSzPts val="1800"/>
              <a:buFont typeface="Source Sans Pro"/>
              <a:buNone/>
              <a:defRPr sz="1800">
                <a:solidFill>
                  <a:srgbClr val="291F4D"/>
                </a:solidFill>
                <a:latin typeface="Source Sans Pro"/>
                <a:ea typeface="Source Sans Pro"/>
                <a:cs typeface="Source Sans Pro"/>
                <a:sym typeface="Source Sans Pro"/>
              </a:defRPr>
            </a:lvl7pPr>
            <a:lvl8pPr lvl="7" rtl="0">
              <a:lnSpc>
                <a:spcPct val="100000"/>
              </a:lnSpc>
              <a:spcBef>
                <a:spcPts val="0"/>
              </a:spcBef>
              <a:spcAft>
                <a:spcPts val="0"/>
              </a:spcAft>
              <a:buClr>
                <a:srgbClr val="291F4D"/>
              </a:buClr>
              <a:buSzPts val="1800"/>
              <a:buFont typeface="Source Sans Pro"/>
              <a:buNone/>
              <a:defRPr sz="1800">
                <a:solidFill>
                  <a:srgbClr val="291F4D"/>
                </a:solidFill>
                <a:latin typeface="Source Sans Pro"/>
                <a:ea typeface="Source Sans Pro"/>
                <a:cs typeface="Source Sans Pro"/>
                <a:sym typeface="Source Sans Pro"/>
              </a:defRPr>
            </a:lvl8pPr>
            <a:lvl9pPr lvl="8" rtl="0">
              <a:lnSpc>
                <a:spcPct val="100000"/>
              </a:lnSpc>
              <a:spcBef>
                <a:spcPts val="0"/>
              </a:spcBef>
              <a:spcAft>
                <a:spcPts val="0"/>
              </a:spcAft>
              <a:buClr>
                <a:srgbClr val="291F4D"/>
              </a:buClr>
              <a:buSzPts val="1800"/>
              <a:buFont typeface="Source Sans Pro"/>
              <a:buNone/>
              <a:defRPr sz="1800">
                <a:solidFill>
                  <a:srgbClr val="291F4D"/>
                </a:solidFill>
                <a:latin typeface="Source Sans Pro"/>
                <a:ea typeface="Source Sans Pro"/>
                <a:cs typeface="Source Sans Pro"/>
                <a:sym typeface="Source Sans Pro"/>
              </a:defRPr>
            </a:lvl9pPr>
          </a:lstStyle>
          <a:p>
            <a:endParaRPr/>
          </a:p>
        </p:txBody>
      </p:sp>
      <p:sp>
        <p:nvSpPr>
          <p:cNvPr id="783" name="Google Shape;783;p50"/>
          <p:cNvSpPr txBox="1"/>
          <p:nvPr/>
        </p:nvSpPr>
        <p:spPr>
          <a:xfrm rot="-1717625" flipH="1">
            <a:off x="6429626" y="1205513"/>
            <a:ext cx="2639912" cy="4087673"/>
          </a:xfrm>
          <a:prstGeom prst="rect">
            <a:avLst/>
          </a:prstGeom>
          <a:noFill/>
          <a:ln>
            <a:noFill/>
          </a:ln>
        </p:spPr>
        <p:txBody>
          <a:bodyPr spcFirstLastPara="1" wrap="square" lIns="91425" tIns="91425" rIns="91425" bIns="91425" anchor="ctr" anchorCtr="0">
            <a:noAutofit/>
          </a:bodyPr>
          <a:lstStyle/>
          <a:p>
            <a:pPr marL="0" lvl="0" indent="0" algn="l" rtl="0">
              <a:lnSpc>
                <a:spcPct val="80000"/>
              </a:lnSpc>
              <a:spcBef>
                <a:spcPts val="0"/>
              </a:spcBef>
              <a:spcAft>
                <a:spcPts val="0"/>
              </a:spcAft>
              <a:buNone/>
            </a:pPr>
            <a:r>
              <a:rPr lang="en" sz="30000">
                <a:solidFill>
                  <a:schemeClr val="accent4"/>
                </a:solidFill>
                <a:latin typeface="Lilita One"/>
                <a:ea typeface="Lilita One"/>
                <a:cs typeface="Lilita One"/>
                <a:sym typeface="Lilita One"/>
              </a:rPr>
              <a:t>¿</a:t>
            </a:r>
            <a:endParaRPr sz="30000">
              <a:solidFill>
                <a:schemeClr val="accent4"/>
              </a:solidFill>
              <a:latin typeface="Lilita One"/>
              <a:ea typeface="Lilita One"/>
              <a:cs typeface="Lilita One"/>
              <a:sym typeface="Lilita One"/>
            </a:endParaRPr>
          </a:p>
        </p:txBody>
      </p:sp>
      <p:sp>
        <p:nvSpPr>
          <p:cNvPr id="784" name="Google Shape;784;p50"/>
          <p:cNvSpPr txBox="1"/>
          <p:nvPr/>
        </p:nvSpPr>
        <p:spPr>
          <a:xfrm rot="-9898604" flipH="1">
            <a:off x="3762592" y="-185164"/>
            <a:ext cx="2639931" cy="4087720"/>
          </a:xfrm>
          <a:prstGeom prst="rect">
            <a:avLst/>
          </a:prstGeom>
          <a:noFill/>
          <a:ln>
            <a:noFill/>
          </a:ln>
        </p:spPr>
        <p:txBody>
          <a:bodyPr spcFirstLastPara="1" wrap="square" lIns="91425" tIns="91425" rIns="91425" bIns="91425" anchor="ctr" anchorCtr="0">
            <a:noAutofit/>
          </a:bodyPr>
          <a:lstStyle/>
          <a:p>
            <a:pPr marL="0" lvl="0" indent="0" algn="l" rtl="0">
              <a:lnSpc>
                <a:spcPct val="80000"/>
              </a:lnSpc>
              <a:spcBef>
                <a:spcPts val="0"/>
              </a:spcBef>
              <a:spcAft>
                <a:spcPts val="0"/>
              </a:spcAft>
              <a:buNone/>
            </a:pPr>
            <a:r>
              <a:rPr lang="en" sz="30000">
                <a:solidFill>
                  <a:schemeClr val="accent4"/>
                </a:solidFill>
                <a:latin typeface="Lilita One"/>
                <a:ea typeface="Lilita One"/>
                <a:cs typeface="Lilita One"/>
                <a:sym typeface="Lilita One"/>
              </a:rPr>
              <a:t>¿</a:t>
            </a:r>
            <a:endParaRPr sz="30000">
              <a:solidFill>
                <a:schemeClr val="accent4"/>
              </a:solidFill>
              <a:latin typeface="Lilita One"/>
              <a:ea typeface="Lilita One"/>
              <a:cs typeface="Lilita One"/>
              <a:sym typeface="Lilita One"/>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2"/>
        </a:solidFill>
        <a:effectLst/>
      </p:bgPr>
    </p:bg>
    <p:spTree>
      <p:nvGrpSpPr>
        <p:cNvPr id="1" name="Shape 785"/>
        <p:cNvGrpSpPr/>
        <p:nvPr/>
      </p:nvGrpSpPr>
      <p:grpSpPr>
        <a:xfrm>
          <a:off x="0" y="0"/>
          <a:ext cx="0" cy="0"/>
          <a:chOff x="0" y="0"/>
          <a:chExt cx="0" cy="0"/>
        </a:xfrm>
      </p:grpSpPr>
      <p:grpSp>
        <p:nvGrpSpPr>
          <p:cNvPr id="786" name="Google Shape;786;p51"/>
          <p:cNvGrpSpPr/>
          <p:nvPr/>
        </p:nvGrpSpPr>
        <p:grpSpPr>
          <a:xfrm flipH="1">
            <a:off x="5790061" y="970647"/>
            <a:ext cx="4964700" cy="5185500"/>
            <a:chOff x="4227036" y="7547"/>
            <a:chExt cx="4964700" cy="5185500"/>
          </a:xfrm>
        </p:grpSpPr>
        <p:sp>
          <p:nvSpPr>
            <p:cNvPr id="787" name="Google Shape;787;p51"/>
            <p:cNvSpPr/>
            <p:nvPr/>
          </p:nvSpPr>
          <p:spPr>
            <a:xfrm rot="-899950" flipH="1">
              <a:off x="4715607" y="450278"/>
              <a:ext cx="3987558" cy="4300039"/>
            </a:xfrm>
            <a:prstGeom prst="roundRect">
              <a:avLst>
                <a:gd name="adj" fmla="val 5368"/>
              </a:avLst>
            </a:prstGeom>
            <a:solidFill>
              <a:srgbClr val="DA7280"/>
            </a:solidFill>
            <a:ln w="9525" cap="flat" cmpd="sng">
              <a:solidFill>
                <a:srgbClr val="DA728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51"/>
            <p:cNvSpPr/>
            <p:nvPr/>
          </p:nvSpPr>
          <p:spPr>
            <a:xfrm rot="-899814" flipH="1">
              <a:off x="6210673" y="2184844"/>
              <a:ext cx="980806" cy="980806"/>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9" name="Google Shape;789;p51"/>
          <p:cNvSpPr txBox="1">
            <a:spLocks noGrp="1"/>
          </p:cNvSpPr>
          <p:nvPr>
            <p:ph type="title"/>
          </p:nvPr>
        </p:nvSpPr>
        <p:spPr>
          <a:xfrm>
            <a:off x="6038480" y="1914463"/>
            <a:ext cx="2385600" cy="5451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600"/>
              <a:buNone/>
              <a:defRPr sz="3600">
                <a:solidFill>
                  <a:schemeClr val="accent2"/>
                </a:solidFill>
              </a:defRPr>
            </a:lvl1pPr>
            <a:lvl2pPr lvl="1" algn="l" rtl="0">
              <a:spcBef>
                <a:spcPts val="0"/>
              </a:spcBef>
              <a:spcAft>
                <a:spcPts val="0"/>
              </a:spcAft>
              <a:buSzPts val="3600"/>
              <a:buNone/>
              <a:defRPr sz="3600"/>
            </a:lvl2pPr>
            <a:lvl3pPr lvl="2" algn="l" rtl="0">
              <a:spcBef>
                <a:spcPts val="0"/>
              </a:spcBef>
              <a:spcAft>
                <a:spcPts val="0"/>
              </a:spcAft>
              <a:buSzPts val="3600"/>
              <a:buNone/>
              <a:defRPr sz="3600"/>
            </a:lvl3pPr>
            <a:lvl4pPr lvl="3" algn="l" rtl="0">
              <a:spcBef>
                <a:spcPts val="0"/>
              </a:spcBef>
              <a:spcAft>
                <a:spcPts val="0"/>
              </a:spcAft>
              <a:buSzPts val="3600"/>
              <a:buNone/>
              <a:defRPr sz="3600"/>
            </a:lvl4pPr>
            <a:lvl5pPr lvl="4" algn="l" rtl="0">
              <a:spcBef>
                <a:spcPts val="0"/>
              </a:spcBef>
              <a:spcAft>
                <a:spcPts val="0"/>
              </a:spcAft>
              <a:buSzPts val="3600"/>
              <a:buNone/>
              <a:defRPr sz="3600"/>
            </a:lvl5pPr>
            <a:lvl6pPr lvl="5" algn="l" rtl="0">
              <a:spcBef>
                <a:spcPts val="0"/>
              </a:spcBef>
              <a:spcAft>
                <a:spcPts val="0"/>
              </a:spcAft>
              <a:buSzPts val="3600"/>
              <a:buNone/>
              <a:defRPr sz="3600"/>
            </a:lvl6pPr>
            <a:lvl7pPr lvl="6" algn="l" rtl="0">
              <a:spcBef>
                <a:spcPts val="0"/>
              </a:spcBef>
              <a:spcAft>
                <a:spcPts val="0"/>
              </a:spcAft>
              <a:buSzPts val="3600"/>
              <a:buNone/>
              <a:defRPr sz="3600"/>
            </a:lvl7pPr>
            <a:lvl8pPr lvl="7" algn="l" rtl="0">
              <a:spcBef>
                <a:spcPts val="0"/>
              </a:spcBef>
              <a:spcAft>
                <a:spcPts val="0"/>
              </a:spcAft>
              <a:buSzPts val="3600"/>
              <a:buNone/>
              <a:defRPr sz="3600"/>
            </a:lvl8pPr>
            <a:lvl9pPr lvl="8" algn="l" rtl="0">
              <a:spcBef>
                <a:spcPts val="0"/>
              </a:spcBef>
              <a:spcAft>
                <a:spcPts val="0"/>
              </a:spcAft>
              <a:buSzPts val="3600"/>
              <a:buNone/>
              <a:defRPr sz="3600"/>
            </a:lvl9pPr>
          </a:lstStyle>
          <a:p>
            <a:endParaRPr/>
          </a:p>
        </p:txBody>
      </p:sp>
      <p:sp>
        <p:nvSpPr>
          <p:cNvPr id="790" name="Google Shape;790;p51"/>
          <p:cNvSpPr txBox="1">
            <a:spLocks noGrp="1"/>
          </p:cNvSpPr>
          <p:nvPr>
            <p:ph type="title" idx="2" hasCustomPrompt="1"/>
          </p:nvPr>
        </p:nvSpPr>
        <p:spPr>
          <a:xfrm>
            <a:off x="3721350" y="1878300"/>
            <a:ext cx="2024700" cy="1386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0"/>
              <a:buNone/>
              <a:defRPr sz="11700">
                <a:solidFill>
                  <a:schemeClr val="accen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791" name="Google Shape;791;p51"/>
          <p:cNvSpPr txBox="1">
            <a:spLocks noGrp="1"/>
          </p:cNvSpPr>
          <p:nvPr>
            <p:ph type="subTitle" idx="1"/>
          </p:nvPr>
        </p:nvSpPr>
        <p:spPr>
          <a:xfrm>
            <a:off x="6032400" y="2526438"/>
            <a:ext cx="2391300" cy="7026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None/>
              <a:defRPr>
                <a:solidFill>
                  <a:schemeClr val="accent1"/>
                </a:solidFill>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792"/>
        <p:cNvGrpSpPr/>
        <p:nvPr/>
      </p:nvGrpSpPr>
      <p:grpSpPr>
        <a:xfrm>
          <a:off x="0" y="0"/>
          <a:ext cx="0" cy="0"/>
          <a:chOff x="0" y="0"/>
          <a:chExt cx="0" cy="0"/>
        </a:xfrm>
      </p:grpSpPr>
      <p:grpSp>
        <p:nvGrpSpPr>
          <p:cNvPr id="793" name="Google Shape;793;p52"/>
          <p:cNvGrpSpPr/>
          <p:nvPr/>
        </p:nvGrpSpPr>
        <p:grpSpPr>
          <a:xfrm rot="899857">
            <a:off x="7222308" y="190062"/>
            <a:ext cx="1711973" cy="1846180"/>
            <a:chOff x="-3361711" y="308336"/>
            <a:chExt cx="3987600" cy="4300200"/>
          </a:xfrm>
        </p:grpSpPr>
        <p:grpSp>
          <p:nvGrpSpPr>
            <p:cNvPr id="794" name="Google Shape;794;p52"/>
            <p:cNvGrpSpPr/>
            <p:nvPr/>
          </p:nvGrpSpPr>
          <p:grpSpPr>
            <a:xfrm>
              <a:off x="-3361711" y="308336"/>
              <a:ext cx="3987600" cy="4300200"/>
              <a:chOff x="-2571136" y="421611"/>
              <a:chExt cx="3987600" cy="4300200"/>
            </a:xfrm>
          </p:grpSpPr>
          <p:sp>
            <p:nvSpPr>
              <p:cNvPr id="795" name="Google Shape;795;p52"/>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6" name="Google Shape;796;p52"/>
              <p:cNvGrpSpPr/>
              <p:nvPr/>
            </p:nvGrpSpPr>
            <p:grpSpPr>
              <a:xfrm>
                <a:off x="-2206074" y="809586"/>
                <a:ext cx="3257475" cy="3524250"/>
                <a:chOff x="-2206074" y="819150"/>
                <a:chExt cx="3257475" cy="3524250"/>
              </a:xfrm>
            </p:grpSpPr>
            <p:grpSp>
              <p:nvGrpSpPr>
                <p:cNvPr id="797" name="Google Shape;797;p52"/>
                <p:cNvGrpSpPr/>
                <p:nvPr/>
              </p:nvGrpSpPr>
              <p:grpSpPr>
                <a:xfrm>
                  <a:off x="-2206074" y="819150"/>
                  <a:ext cx="3257475" cy="981000"/>
                  <a:chOff x="-2209800" y="819150"/>
                  <a:chExt cx="3257475" cy="981000"/>
                </a:xfrm>
              </p:grpSpPr>
              <p:sp>
                <p:nvSpPr>
                  <p:cNvPr id="798" name="Google Shape;798;p52"/>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52"/>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0" name="Google Shape;800;p52"/>
                <p:cNvGrpSpPr/>
                <p:nvPr/>
              </p:nvGrpSpPr>
              <p:grpSpPr>
                <a:xfrm>
                  <a:off x="-2206074" y="3362400"/>
                  <a:ext cx="3257475" cy="981000"/>
                  <a:chOff x="-2209800" y="819150"/>
                  <a:chExt cx="3257475" cy="981000"/>
                </a:xfrm>
              </p:grpSpPr>
              <p:sp>
                <p:nvSpPr>
                  <p:cNvPr id="801" name="Google Shape;801;p52"/>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52"/>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803" name="Google Shape;803;p52"/>
            <p:cNvSpPr/>
            <p:nvPr/>
          </p:nvSpPr>
          <p:spPr>
            <a:xfrm>
              <a:off x="-1858399" y="1967936"/>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 name="Google Shape;804;p52"/>
          <p:cNvGrpSpPr/>
          <p:nvPr/>
        </p:nvGrpSpPr>
        <p:grpSpPr>
          <a:xfrm rot="-899857" flipH="1">
            <a:off x="209708" y="3107262"/>
            <a:ext cx="1711973" cy="1846180"/>
            <a:chOff x="-2571136" y="421611"/>
            <a:chExt cx="3987600" cy="4300200"/>
          </a:xfrm>
        </p:grpSpPr>
        <p:sp>
          <p:nvSpPr>
            <p:cNvPr id="805" name="Google Shape;805;p52"/>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6" name="Google Shape;806;p52"/>
            <p:cNvGrpSpPr/>
            <p:nvPr/>
          </p:nvGrpSpPr>
          <p:grpSpPr>
            <a:xfrm>
              <a:off x="-2206074" y="809586"/>
              <a:ext cx="3257475" cy="3524250"/>
              <a:chOff x="-2206074" y="819150"/>
              <a:chExt cx="3257475" cy="3524250"/>
            </a:xfrm>
          </p:grpSpPr>
          <p:grpSp>
            <p:nvGrpSpPr>
              <p:cNvPr id="807" name="Google Shape;807;p52"/>
              <p:cNvGrpSpPr/>
              <p:nvPr/>
            </p:nvGrpSpPr>
            <p:grpSpPr>
              <a:xfrm>
                <a:off x="-2206074" y="819150"/>
                <a:ext cx="3257475" cy="981000"/>
                <a:chOff x="-2209800" y="819150"/>
                <a:chExt cx="3257475" cy="981000"/>
              </a:xfrm>
            </p:grpSpPr>
            <p:sp>
              <p:nvSpPr>
                <p:cNvPr id="808" name="Google Shape;808;p52"/>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52"/>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0" name="Google Shape;810;p52"/>
              <p:cNvGrpSpPr/>
              <p:nvPr/>
            </p:nvGrpSpPr>
            <p:grpSpPr>
              <a:xfrm>
                <a:off x="-2206074" y="3362400"/>
                <a:ext cx="3257475" cy="981000"/>
                <a:chOff x="-2209800" y="819150"/>
                <a:chExt cx="3257475" cy="981000"/>
              </a:xfrm>
            </p:grpSpPr>
            <p:sp>
              <p:nvSpPr>
                <p:cNvPr id="811" name="Google Shape;811;p52"/>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52"/>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813" name="Google Shape;813;p52"/>
          <p:cNvSpPr txBox="1">
            <a:spLocks noGrp="1"/>
          </p:cNvSpPr>
          <p:nvPr>
            <p:ph type="subTitle" idx="1"/>
          </p:nvPr>
        </p:nvSpPr>
        <p:spPr>
          <a:xfrm>
            <a:off x="713225" y="1190700"/>
            <a:ext cx="7710900" cy="31527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434343"/>
              </a:buClr>
              <a:buSzPts val="1200"/>
              <a:buFont typeface="Roboto Condensed"/>
              <a:buAutoNum type="arabicPeriod"/>
              <a:defRPr sz="1200"/>
            </a:lvl1pPr>
            <a:lvl2pPr lvl="1" rtl="0">
              <a:spcBef>
                <a:spcPts val="0"/>
              </a:spcBef>
              <a:spcAft>
                <a:spcPts val="0"/>
              </a:spcAft>
              <a:buClr>
                <a:srgbClr val="434343"/>
              </a:buClr>
              <a:buSzPts val="1200"/>
              <a:buFont typeface="Roboto Condensed Light"/>
              <a:buAutoNum type="alphaLcPeriod"/>
              <a:defRPr sz="1000"/>
            </a:lvl2pPr>
            <a:lvl3pPr lvl="2" rtl="0">
              <a:spcBef>
                <a:spcPts val="0"/>
              </a:spcBef>
              <a:spcAft>
                <a:spcPts val="0"/>
              </a:spcAft>
              <a:buClr>
                <a:srgbClr val="434343"/>
              </a:buClr>
              <a:buSzPts val="1200"/>
              <a:buFont typeface="Roboto Condensed Light"/>
              <a:buAutoNum type="romanLcPeriod"/>
              <a:defRPr sz="1000"/>
            </a:lvl3pPr>
            <a:lvl4pPr lvl="3" rtl="0">
              <a:spcBef>
                <a:spcPts val="0"/>
              </a:spcBef>
              <a:spcAft>
                <a:spcPts val="0"/>
              </a:spcAft>
              <a:buClr>
                <a:srgbClr val="434343"/>
              </a:buClr>
              <a:buSzPts val="1200"/>
              <a:buFont typeface="Roboto Condensed Light"/>
              <a:buAutoNum type="arabicPeriod"/>
              <a:defRPr sz="1000"/>
            </a:lvl4pPr>
            <a:lvl5pPr lvl="4" rtl="0">
              <a:spcBef>
                <a:spcPts val="0"/>
              </a:spcBef>
              <a:spcAft>
                <a:spcPts val="0"/>
              </a:spcAft>
              <a:buClr>
                <a:srgbClr val="434343"/>
              </a:buClr>
              <a:buSzPts val="1200"/>
              <a:buFont typeface="Roboto Condensed Light"/>
              <a:buAutoNum type="alphaLcPeriod"/>
              <a:defRPr sz="1000"/>
            </a:lvl5pPr>
            <a:lvl6pPr lvl="5" rtl="0">
              <a:spcBef>
                <a:spcPts val="0"/>
              </a:spcBef>
              <a:spcAft>
                <a:spcPts val="0"/>
              </a:spcAft>
              <a:buClr>
                <a:srgbClr val="434343"/>
              </a:buClr>
              <a:buSzPts val="1200"/>
              <a:buFont typeface="Roboto Condensed Light"/>
              <a:buAutoNum type="romanLcPeriod"/>
              <a:defRPr sz="1000"/>
            </a:lvl6pPr>
            <a:lvl7pPr lvl="6" rtl="0">
              <a:spcBef>
                <a:spcPts val="0"/>
              </a:spcBef>
              <a:spcAft>
                <a:spcPts val="0"/>
              </a:spcAft>
              <a:buClr>
                <a:srgbClr val="434343"/>
              </a:buClr>
              <a:buSzPts val="1200"/>
              <a:buFont typeface="Roboto Condensed Light"/>
              <a:buAutoNum type="arabicPeriod"/>
              <a:defRPr sz="1000"/>
            </a:lvl7pPr>
            <a:lvl8pPr lvl="7" rtl="0">
              <a:spcBef>
                <a:spcPts val="0"/>
              </a:spcBef>
              <a:spcAft>
                <a:spcPts val="0"/>
              </a:spcAft>
              <a:buClr>
                <a:srgbClr val="434343"/>
              </a:buClr>
              <a:buSzPts val="1200"/>
              <a:buFont typeface="Roboto Condensed Light"/>
              <a:buAutoNum type="alphaLcPeriod"/>
              <a:defRPr sz="1000"/>
            </a:lvl8pPr>
            <a:lvl9pPr lvl="8" rtl="0">
              <a:spcBef>
                <a:spcPts val="0"/>
              </a:spcBef>
              <a:spcAft>
                <a:spcPts val="0"/>
              </a:spcAft>
              <a:buClr>
                <a:srgbClr val="434343"/>
              </a:buClr>
              <a:buSzPts val="1200"/>
              <a:buFont typeface="Roboto Condensed Light"/>
              <a:buAutoNum type="romanLcPeriod"/>
              <a:defRPr sz="1000"/>
            </a:lvl9pPr>
          </a:lstStyle>
          <a:p>
            <a:endParaRPr/>
          </a:p>
        </p:txBody>
      </p:sp>
      <p:sp>
        <p:nvSpPr>
          <p:cNvPr id="814" name="Google Shape;814;p52"/>
          <p:cNvSpPr txBox="1">
            <a:spLocks noGrp="1"/>
          </p:cNvSpPr>
          <p:nvPr>
            <p:ph type="title"/>
          </p:nvPr>
        </p:nvSpPr>
        <p:spPr>
          <a:xfrm>
            <a:off x="720000" y="540000"/>
            <a:ext cx="7704000" cy="460200"/>
          </a:xfrm>
          <a:prstGeom prst="rect">
            <a:avLst/>
          </a:prstGeom>
        </p:spPr>
        <p:txBody>
          <a:bodyPr spcFirstLastPara="1" wrap="square" lIns="91425" tIns="91425" rIns="91425" bIns="91425" anchor="t" anchorCtr="0">
            <a:noAutofit/>
          </a:bodyPr>
          <a:lstStyle>
            <a:lvl1pPr lvl="0" algn="l" rtl="0">
              <a:spcBef>
                <a:spcPts val="0"/>
              </a:spcBef>
              <a:spcAft>
                <a:spcPts val="0"/>
              </a:spcAft>
              <a:buClr>
                <a:srgbClr val="FFFFFF"/>
              </a:buClr>
              <a:buSzPts val="3200"/>
              <a:buNone/>
              <a:defRPr>
                <a:solidFill>
                  <a:schemeClr val="accent1"/>
                </a:solidFill>
              </a:defRPr>
            </a:lvl1pPr>
            <a:lvl2pPr lvl="1" rtl="0">
              <a:spcBef>
                <a:spcPts val="0"/>
              </a:spcBef>
              <a:spcAft>
                <a:spcPts val="0"/>
              </a:spcAft>
              <a:buClr>
                <a:srgbClr val="FFFFFF"/>
              </a:buClr>
              <a:buSzPts val="3200"/>
              <a:buNone/>
              <a:defRPr>
                <a:solidFill>
                  <a:srgbClr val="FFFFFF"/>
                </a:solidFill>
              </a:defRPr>
            </a:lvl2pPr>
            <a:lvl3pPr lvl="2" rtl="0">
              <a:spcBef>
                <a:spcPts val="0"/>
              </a:spcBef>
              <a:spcAft>
                <a:spcPts val="0"/>
              </a:spcAft>
              <a:buClr>
                <a:srgbClr val="FFFFFF"/>
              </a:buClr>
              <a:buSzPts val="3200"/>
              <a:buNone/>
              <a:defRPr>
                <a:solidFill>
                  <a:srgbClr val="FFFFFF"/>
                </a:solidFill>
              </a:defRPr>
            </a:lvl3pPr>
            <a:lvl4pPr lvl="3" rtl="0">
              <a:spcBef>
                <a:spcPts val="0"/>
              </a:spcBef>
              <a:spcAft>
                <a:spcPts val="0"/>
              </a:spcAft>
              <a:buClr>
                <a:srgbClr val="FFFFFF"/>
              </a:buClr>
              <a:buSzPts val="3200"/>
              <a:buNone/>
              <a:defRPr>
                <a:solidFill>
                  <a:srgbClr val="FFFFFF"/>
                </a:solidFill>
              </a:defRPr>
            </a:lvl4pPr>
            <a:lvl5pPr lvl="4" rtl="0">
              <a:spcBef>
                <a:spcPts val="0"/>
              </a:spcBef>
              <a:spcAft>
                <a:spcPts val="0"/>
              </a:spcAft>
              <a:buClr>
                <a:srgbClr val="FFFFFF"/>
              </a:buClr>
              <a:buSzPts val="3200"/>
              <a:buNone/>
              <a:defRPr>
                <a:solidFill>
                  <a:srgbClr val="FFFFFF"/>
                </a:solidFill>
              </a:defRPr>
            </a:lvl5pPr>
            <a:lvl6pPr lvl="5" rtl="0">
              <a:spcBef>
                <a:spcPts val="0"/>
              </a:spcBef>
              <a:spcAft>
                <a:spcPts val="0"/>
              </a:spcAft>
              <a:buClr>
                <a:srgbClr val="FFFFFF"/>
              </a:buClr>
              <a:buSzPts val="3200"/>
              <a:buNone/>
              <a:defRPr>
                <a:solidFill>
                  <a:srgbClr val="FFFFFF"/>
                </a:solidFill>
              </a:defRPr>
            </a:lvl6pPr>
            <a:lvl7pPr lvl="6" rtl="0">
              <a:spcBef>
                <a:spcPts val="0"/>
              </a:spcBef>
              <a:spcAft>
                <a:spcPts val="0"/>
              </a:spcAft>
              <a:buClr>
                <a:srgbClr val="FFFFFF"/>
              </a:buClr>
              <a:buSzPts val="3200"/>
              <a:buNone/>
              <a:defRPr>
                <a:solidFill>
                  <a:srgbClr val="FFFFFF"/>
                </a:solidFill>
              </a:defRPr>
            </a:lvl7pPr>
            <a:lvl8pPr lvl="7" rtl="0">
              <a:spcBef>
                <a:spcPts val="0"/>
              </a:spcBef>
              <a:spcAft>
                <a:spcPts val="0"/>
              </a:spcAft>
              <a:buClr>
                <a:srgbClr val="FFFFFF"/>
              </a:buClr>
              <a:buSzPts val="3200"/>
              <a:buNone/>
              <a:defRPr>
                <a:solidFill>
                  <a:srgbClr val="FFFFFF"/>
                </a:solidFill>
              </a:defRPr>
            </a:lvl8pPr>
            <a:lvl9pPr lvl="8" rtl="0">
              <a:spcBef>
                <a:spcPts val="0"/>
              </a:spcBef>
              <a:spcAft>
                <a:spcPts val="0"/>
              </a:spcAft>
              <a:buClr>
                <a:srgbClr val="FFFFFF"/>
              </a:buClr>
              <a:buSzPts val="3200"/>
              <a:buNone/>
              <a:defRPr>
                <a:solidFill>
                  <a:srgbClr val="FFFFFF"/>
                </a:solidFill>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lt1"/>
        </a:solidFill>
        <a:effectLst/>
      </p:bgPr>
    </p:bg>
    <p:spTree>
      <p:nvGrpSpPr>
        <p:cNvPr id="1" name="Shape 815"/>
        <p:cNvGrpSpPr/>
        <p:nvPr/>
      </p:nvGrpSpPr>
      <p:grpSpPr>
        <a:xfrm>
          <a:off x="0" y="0"/>
          <a:ext cx="0" cy="0"/>
          <a:chOff x="0" y="0"/>
          <a:chExt cx="0" cy="0"/>
        </a:xfrm>
      </p:grpSpPr>
      <p:grpSp>
        <p:nvGrpSpPr>
          <p:cNvPr id="816" name="Google Shape;816;p53"/>
          <p:cNvGrpSpPr/>
          <p:nvPr/>
        </p:nvGrpSpPr>
        <p:grpSpPr>
          <a:xfrm>
            <a:off x="7012442" y="2917210"/>
            <a:ext cx="2131500" cy="2226300"/>
            <a:chOff x="7012442" y="2917195"/>
            <a:chExt cx="2131500" cy="2226300"/>
          </a:xfrm>
        </p:grpSpPr>
        <p:sp>
          <p:nvSpPr>
            <p:cNvPr id="817" name="Google Shape;817;p53"/>
            <p:cNvSpPr/>
            <p:nvPr/>
          </p:nvSpPr>
          <p:spPr>
            <a:xfrm rot="900037">
              <a:off x="7222223" y="3107281"/>
              <a:ext cx="1711938" cy="1846129"/>
            </a:xfrm>
            <a:prstGeom prst="roundRect">
              <a:avLst>
                <a:gd name="adj" fmla="val 5368"/>
              </a:avLst>
            </a:prstGeom>
            <a:solidFill>
              <a:srgbClr val="5F8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53"/>
            <p:cNvSpPr/>
            <p:nvPr/>
          </p:nvSpPr>
          <p:spPr>
            <a:xfrm rot="899198">
              <a:off x="7867772" y="3819737"/>
              <a:ext cx="421124" cy="421124"/>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9" name="Google Shape;819;p53"/>
          <p:cNvGrpSpPr/>
          <p:nvPr/>
        </p:nvGrpSpPr>
        <p:grpSpPr>
          <a:xfrm>
            <a:off x="47" y="10"/>
            <a:ext cx="2131500" cy="2226300"/>
            <a:chOff x="47" y="-5"/>
            <a:chExt cx="2131500" cy="2226300"/>
          </a:xfrm>
        </p:grpSpPr>
        <p:sp>
          <p:nvSpPr>
            <p:cNvPr id="820" name="Google Shape;820;p53"/>
            <p:cNvSpPr/>
            <p:nvPr/>
          </p:nvSpPr>
          <p:spPr>
            <a:xfrm rot="-900037" flipH="1">
              <a:off x="209828" y="190081"/>
              <a:ext cx="1711938" cy="1846129"/>
            </a:xfrm>
            <a:prstGeom prst="roundRect">
              <a:avLst>
                <a:gd name="adj" fmla="val 5368"/>
              </a:avLst>
            </a:prstGeom>
            <a:solidFill>
              <a:srgbClr val="5F8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1" name="Google Shape;821;p53"/>
            <p:cNvGrpSpPr/>
            <p:nvPr/>
          </p:nvGrpSpPr>
          <p:grpSpPr>
            <a:xfrm rot="-899857" flipH="1">
              <a:off x="366438" y="356630"/>
              <a:ext cx="1398513" cy="1513046"/>
              <a:chOff x="-2206074" y="819150"/>
              <a:chExt cx="3257475" cy="3524250"/>
            </a:xfrm>
          </p:grpSpPr>
          <p:sp>
            <p:nvSpPr>
              <p:cNvPr id="822" name="Google Shape;822;p53"/>
              <p:cNvSpPr/>
              <p:nvPr/>
            </p:nvSpPr>
            <p:spPr>
              <a:xfrm>
                <a:off x="-2206074"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53"/>
              <p:cNvSpPr/>
              <p:nvPr/>
            </p:nvSpPr>
            <p:spPr>
              <a:xfrm>
                <a:off x="70401" y="336240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4" name="Google Shape;824;p53"/>
            <p:cNvSpPr/>
            <p:nvPr/>
          </p:nvSpPr>
          <p:spPr>
            <a:xfrm rot="-899198" flipH="1">
              <a:off x="855093" y="902537"/>
              <a:ext cx="421124" cy="421124"/>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5" name="Google Shape;825;p53"/>
          <p:cNvSpPr txBox="1">
            <a:spLocks noGrp="1"/>
          </p:cNvSpPr>
          <p:nvPr>
            <p:ph type="title"/>
          </p:nvPr>
        </p:nvSpPr>
        <p:spPr>
          <a:xfrm>
            <a:off x="720000" y="540000"/>
            <a:ext cx="7704000" cy="457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200"/>
              <a:buNone/>
              <a:defRPr>
                <a:solidFill>
                  <a:srgbClr val="FFFFFF"/>
                </a:solidFill>
              </a:defRPr>
            </a:lvl1pPr>
            <a:lvl2pPr lvl="1" rtl="0">
              <a:spcBef>
                <a:spcPts val="0"/>
              </a:spcBef>
              <a:spcAft>
                <a:spcPts val="0"/>
              </a:spcAft>
              <a:buClr>
                <a:srgbClr val="FFFFFF"/>
              </a:buClr>
              <a:buSzPts val="3200"/>
              <a:buNone/>
              <a:defRPr>
                <a:solidFill>
                  <a:srgbClr val="FFFFFF"/>
                </a:solidFill>
              </a:defRPr>
            </a:lvl2pPr>
            <a:lvl3pPr lvl="2" rtl="0">
              <a:spcBef>
                <a:spcPts val="0"/>
              </a:spcBef>
              <a:spcAft>
                <a:spcPts val="0"/>
              </a:spcAft>
              <a:buClr>
                <a:srgbClr val="FFFFFF"/>
              </a:buClr>
              <a:buSzPts val="3200"/>
              <a:buNone/>
              <a:defRPr>
                <a:solidFill>
                  <a:srgbClr val="FFFFFF"/>
                </a:solidFill>
              </a:defRPr>
            </a:lvl3pPr>
            <a:lvl4pPr lvl="3" rtl="0">
              <a:spcBef>
                <a:spcPts val="0"/>
              </a:spcBef>
              <a:spcAft>
                <a:spcPts val="0"/>
              </a:spcAft>
              <a:buClr>
                <a:srgbClr val="FFFFFF"/>
              </a:buClr>
              <a:buSzPts val="3200"/>
              <a:buNone/>
              <a:defRPr>
                <a:solidFill>
                  <a:srgbClr val="FFFFFF"/>
                </a:solidFill>
              </a:defRPr>
            </a:lvl4pPr>
            <a:lvl5pPr lvl="4" rtl="0">
              <a:spcBef>
                <a:spcPts val="0"/>
              </a:spcBef>
              <a:spcAft>
                <a:spcPts val="0"/>
              </a:spcAft>
              <a:buClr>
                <a:srgbClr val="FFFFFF"/>
              </a:buClr>
              <a:buSzPts val="3200"/>
              <a:buNone/>
              <a:defRPr>
                <a:solidFill>
                  <a:srgbClr val="FFFFFF"/>
                </a:solidFill>
              </a:defRPr>
            </a:lvl5pPr>
            <a:lvl6pPr lvl="5" rtl="0">
              <a:spcBef>
                <a:spcPts val="0"/>
              </a:spcBef>
              <a:spcAft>
                <a:spcPts val="0"/>
              </a:spcAft>
              <a:buClr>
                <a:srgbClr val="FFFFFF"/>
              </a:buClr>
              <a:buSzPts val="3200"/>
              <a:buNone/>
              <a:defRPr>
                <a:solidFill>
                  <a:srgbClr val="FFFFFF"/>
                </a:solidFill>
              </a:defRPr>
            </a:lvl6pPr>
            <a:lvl7pPr lvl="6" rtl="0">
              <a:spcBef>
                <a:spcPts val="0"/>
              </a:spcBef>
              <a:spcAft>
                <a:spcPts val="0"/>
              </a:spcAft>
              <a:buClr>
                <a:srgbClr val="FFFFFF"/>
              </a:buClr>
              <a:buSzPts val="3200"/>
              <a:buNone/>
              <a:defRPr>
                <a:solidFill>
                  <a:srgbClr val="FFFFFF"/>
                </a:solidFill>
              </a:defRPr>
            </a:lvl7pPr>
            <a:lvl8pPr lvl="7" rtl="0">
              <a:spcBef>
                <a:spcPts val="0"/>
              </a:spcBef>
              <a:spcAft>
                <a:spcPts val="0"/>
              </a:spcAft>
              <a:buClr>
                <a:srgbClr val="FFFFFF"/>
              </a:buClr>
              <a:buSzPts val="3200"/>
              <a:buNone/>
              <a:defRPr>
                <a:solidFill>
                  <a:srgbClr val="FFFFFF"/>
                </a:solidFill>
              </a:defRPr>
            </a:lvl8pPr>
            <a:lvl9pPr lvl="8" rtl="0">
              <a:spcBef>
                <a:spcPts val="0"/>
              </a:spcBef>
              <a:spcAft>
                <a:spcPts val="0"/>
              </a:spcAft>
              <a:buClr>
                <a:srgbClr val="FFFFFF"/>
              </a:buClr>
              <a:buSzPts val="3200"/>
              <a:buNone/>
              <a:defRPr>
                <a:solidFill>
                  <a:srgbClr val="FFFFFF"/>
                </a:solidFill>
              </a:defRPr>
            </a:lvl9pPr>
          </a:lstStyle>
          <a:p>
            <a:endParaRPr/>
          </a:p>
        </p:txBody>
      </p:sp>
      <p:sp>
        <p:nvSpPr>
          <p:cNvPr id="826" name="Google Shape;826;p53"/>
          <p:cNvSpPr txBox="1">
            <a:spLocks noGrp="1"/>
          </p:cNvSpPr>
          <p:nvPr>
            <p:ph type="subTitle" idx="1"/>
          </p:nvPr>
        </p:nvSpPr>
        <p:spPr>
          <a:xfrm>
            <a:off x="1382650" y="3063350"/>
            <a:ext cx="2483400" cy="5163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FDA00"/>
              </a:buClr>
              <a:buSzPts val="2100"/>
              <a:buFont typeface="Lilita One"/>
              <a:buNone/>
              <a:defRPr sz="2100">
                <a:solidFill>
                  <a:schemeClr val="dk1"/>
                </a:solidFill>
                <a:latin typeface="Lilita One"/>
                <a:ea typeface="Lilita One"/>
                <a:cs typeface="Lilita One"/>
                <a:sym typeface="Lilita One"/>
              </a:defRPr>
            </a:lvl1pPr>
            <a:lvl2pPr lvl="1"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9pPr>
          </a:lstStyle>
          <a:p>
            <a:endParaRPr/>
          </a:p>
        </p:txBody>
      </p:sp>
      <p:sp>
        <p:nvSpPr>
          <p:cNvPr id="827" name="Google Shape;827;p53"/>
          <p:cNvSpPr txBox="1">
            <a:spLocks noGrp="1"/>
          </p:cNvSpPr>
          <p:nvPr>
            <p:ph type="subTitle" idx="2"/>
          </p:nvPr>
        </p:nvSpPr>
        <p:spPr>
          <a:xfrm>
            <a:off x="1551700" y="3600300"/>
            <a:ext cx="2145300" cy="774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chemeClr val="accent1"/>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828" name="Google Shape;828;p53"/>
          <p:cNvSpPr txBox="1">
            <a:spLocks noGrp="1"/>
          </p:cNvSpPr>
          <p:nvPr>
            <p:ph type="subTitle" idx="3"/>
          </p:nvPr>
        </p:nvSpPr>
        <p:spPr>
          <a:xfrm>
            <a:off x="5277950" y="3063350"/>
            <a:ext cx="2483400" cy="5163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FDA00"/>
              </a:buClr>
              <a:buSzPts val="2100"/>
              <a:buFont typeface="Lilita One"/>
              <a:buNone/>
              <a:defRPr sz="2100">
                <a:solidFill>
                  <a:schemeClr val="dk1"/>
                </a:solidFill>
                <a:latin typeface="Lilita One"/>
                <a:ea typeface="Lilita One"/>
                <a:cs typeface="Lilita One"/>
                <a:sym typeface="Lilita One"/>
              </a:defRPr>
            </a:lvl1pPr>
            <a:lvl2pPr lvl="1"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9pPr>
          </a:lstStyle>
          <a:p>
            <a:endParaRPr/>
          </a:p>
        </p:txBody>
      </p:sp>
      <p:sp>
        <p:nvSpPr>
          <p:cNvPr id="829" name="Google Shape;829;p53"/>
          <p:cNvSpPr txBox="1">
            <a:spLocks noGrp="1"/>
          </p:cNvSpPr>
          <p:nvPr>
            <p:ph type="subTitle" idx="4"/>
          </p:nvPr>
        </p:nvSpPr>
        <p:spPr>
          <a:xfrm>
            <a:off x="5375300" y="3600300"/>
            <a:ext cx="2288700" cy="774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chemeClr val="accent1"/>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lt1"/>
        </a:solidFill>
        <a:effectLst/>
      </p:bgPr>
    </p:bg>
    <p:spTree>
      <p:nvGrpSpPr>
        <p:cNvPr id="1" name="Shape 841"/>
        <p:cNvGrpSpPr/>
        <p:nvPr/>
      </p:nvGrpSpPr>
      <p:grpSpPr>
        <a:xfrm>
          <a:off x="0" y="0"/>
          <a:ext cx="0" cy="0"/>
          <a:chOff x="0" y="0"/>
          <a:chExt cx="0" cy="0"/>
        </a:xfrm>
      </p:grpSpPr>
      <p:sp>
        <p:nvSpPr>
          <p:cNvPr id="842" name="Google Shape;842;p55">
            <a:hlinkClick r:id="" action="ppaction://noaction"/>
          </p:cNvPr>
          <p:cNvSpPr/>
          <p:nvPr/>
        </p:nvSpPr>
        <p:spPr>
          <a:xfrm>
            <a:off x="-28700" y="-25100"/>
            <a:ext cx="9221700" cy="5202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3" name="Google Shape;843;p55"/>
          <p:cNvGrpSpPr/>
          <p:nvPr/>
        </p:nvGrpSpPr>
        <p:grpSpPr>
          <a:xfrm rot="899960">
            <a:off x="4715630" y="450288"/>
            <a:ext cx="3987481" cy="4300072"/>
            <a:chOff x="-3361711" y="308336"/>
            <a:chExt cx="3987600" cy="4300200"/>
          </a:xfrm>
        </p:grpSpPr>
        <p:grpSp>
          <p:nvGrpSpPr>
            <p:cNvPr id="844" name="Google Shape;844;p55"/>
            <p:cNvGrpSpPr/>
            <p:nvPr/>
          </p:nvGrpSpPr>
          <p:grpSpPr>
            <a:xfrm>
              <a:off x="-3361711" y="308336"/>
              <a:ext cx="3987600" cy="4300200"/>
              <a:chOff x="-2571136" y="421611"/>
              <a:chExt cx="3987600" cy="4300200"/>
            </a:xfrm>
          </p:grpSpPr>
          <p:sp>
            <p:nvSpPr>
              <p:cNvPr id="845" name="Google Shape;845;p55"/>
              <p:cNvSpPr/>
              <p:nvPr/>
            </p:nvSpPr>
            <p:spPr>
              <a:xfrm>
                <a:off x="-2571136" y="421611"/>
                <a:ext cx="3987600" cy="4300200"/>
              </a:xfrm>
              <a:prstGeom prst="roundRect">
                <a:avLst>
                  <a:gd name="adj" fmla="val 5368"/>
                </a:avLst>
              </a:prstGeom>
              <a:solidFill>
                <a:srgbClr val="6696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6" name="Google Shape;846;p55"/>
              <p:cNvGrpSpPr/>
              <p:nvPr/>
            </p:nvGrpSpPr>
            <p:grpSpPr>
              <a:xfrm>
                <a:off x="-2206074" y="809586"/>
                <a:ext cx="3257475" cy="3524250"/>
                <a:chOff x="-2206074" y="819150"/>
                <a:chExt cx="3257475" cy="3524250"/>
              </a:xfrm>
            </p:grpSpPr>
            <p:grpSp>
              <p:nvGrpSpPr>
                <p:cNvPr id="847" name="Google Shape;847;p55"/>
                <p:cNvGrpSpPr/>
                <p:nvPr/>
              </p:nvGrpSpPr>
              <p:grpSpPr>
                <a:xfrm>
                  <a:off x="-2206074" y="819150"/>
                  <a:ext cx="3257475" cy="981000"/>
                  <a:chOff x="-2209800" y="819150"/>
                  <a:chExt cx="3257475" cy="981000"/>
                </a:xfrm>
              </p:grpSpPr>
              <p:sp>
                <p:nvSpPr>
                  <p:cNvPr id="848" name="Google Shape;848;p55"/>
                  <p:cNvSpPr/>
                  <p:nvPr/>
                </p:nvSpPr>
                <p:spPr>
                  <a:xfrm>
                    <a:off x="-2209800"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55"/>
                  <p:cNvSpPr/>
                  <p:nvPr/>
                </p:nvSpPr>
                <p:spPr>
                  <a:xfrm>
                    <a:off x="66675"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0" name="Google Shape;850;p55"/>
                <p:cNvGrpSpPr/>
                <p:nvPr/>
              </p:nvGrpSpPr>
              <p:grpSpPr>
                <a:xfrm>
                  <a:off x="-2206074" y="3362400"/>
                  <a:ext cx="3257475" cy="981000"/>
                  <a:chOff x="-2209800" y="819150"/>
                  <a:chExt cx="3257475" cy="981000"/>
                </a:xfrm>
              </p:grpSpPr>
              <p:sp>
                <p:nvSpPr>
                  <p:cNvPr id="851" name="Google Shape;851;p55"/>
                  <p:cNvSpPr/>
                  <p:nvPr/>
                </p:nvSpPr>
                <p:spPr>
                  <a:xfrm>
                    <a:off x="-2209800"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55"/>
                  <p:cNvSpPr/>
                  <p:nvPr/>
                </p:nvSpPr>
                <p:spPr>
                  <a:xfrm>
                    <a:off x="66675"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853" name="Google Shape;853;p55"/>
            <p:cNvSpPr/>
            <p:nvPr/>
          </p:nvSpPr>
          <p:spPr>
            <a:xfrm>
              <a:off x="-1858399" y="1967936"/>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4" name="Google Shape;854;p55"/>
          <p:cNvSpPr txBox="1">
            <a:spLocks noGrp="1"/>
          </p:cNvSpPr>
          <p:nvPr>
            <p:ph type="title"/>
          </p:nvPr>
        </p:nvSpPr>
        <p:spPr>
          <a:xfrm>
            <a:off x="720000" y="540000"/>
            <a:ext cx="7704000" cy="4572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200"/>
              <a:buNone/>
              <a:defRPr>
                <a:solidFill>
                  <a:schemeClr val="accent1"/>
                </a:solidFill>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855" name="Google Shape;855;p55"/>
          <p:cNvSpPr txBox="1">
            <a:spLocks noGrp="1"/>
          </p:cNvSpPr>
          <p:nvPr>
            <p:ph type="body" idx="1"/>
          </p:nvPr>
        </p:nvSpPr>
        <p:spPr>
          <a:xfrm>
            <a:off x="715725" y="1295400"/>
            <a:ext cx="3853800" cy="2560800"/>
          </a:xfrm>
          <a:prstGeom prst="rect">
            <a:avLst/>
          </a:prstGeom>
        </p:spPr>
        <p:txBody>
          <a:bodyPr spcFirstLastPara="1" wrap="square" lIns="91425" tIns="91425" rIns="91425" bIns="91425" anchor="ctr" anchorCtr="0">
            <a:noAutofit/>
          </a:bodyPr>
          <a:lstStyle>
            <a:lvl1pPr marL="457200" lvl="0" indent="-330200" rtl="0">
              <a:spcBef>
                <a:spcPts val="0"/>
              </a:spcBef>
              <a:spcAft>
                <a:spcPts val="0"/>
              </a:spcAft>
              <a:buClr>
                <a:schemeClr val="accent1"/>
              </a:buClr>
              <a:buSzPts val="1600"/>
              <a:buChar char="●"/>
              <a:defRPr>
                <a:solidFill>
                  <a:schemeClr val="accent1"/>
                </a:solidFill>
              </a:defRPr>
            </a:lvl1pPr>
            <a:lvl2pPr marL="914400" lvl="1" indent="-330200" rtl="0">
              <a:spcBef>
                <a:spcPts val="0"/>
              </a:spcBef>
              <a:spcAft>
                <a:spcPts val="0"/>
              </a:spcAft>
              <a:buClr>
                <a:schemeClr val="accent1"/>
              </a:buClr>
              <a:buSzPts val="1600"/>
              <a:buChar char="○"/>
              <a:defRPr>
                <a:solidFill>
                  <a:schemeClr val="accent1"/>
                </a:solidFill>
              </a:defRPr>
            </a:lvl2pPr>
            <a:lvl3pPr marL="1371600" lvl="2" indent="-330200" rtl="0">
              <a:spcBef>
                <a:spcPts val="0"/>
              </a:spcBef>
              <a:spcAft>
                <a:spcPts val="0"/>
              </a:spcAft>
              <a:buClr>
                <a:schemeClr val="accent1"/>
              </a:buClr>
              <a:buSzPts val="1600"/>
              <a:buChar char="■"/>
              <a:defRPr>
                <a:solidFill>
                  <a:schemeClr val="accent1"/>
                </a:solidFill>
              </a:defRPr>
            </a:lvl3pPr>
            <a:lvl4pPr marL="1828800" lvl="3" indent="-330200" rtl="0">
              <a:spcBef>
                <a:spcPts val="0"/>
              </a:spcBef>
              <a:spcAft>
                <a:spcPts val="0"/>
              </a:spcAft>
              <a:buClr>
                <a:schemeClr val="accent1"/>
              </a:buClr>
              <a:buSzPts val="1600"/>
              <a:buChar char="●"/>
              <a:defRPr>
                <a:solidFill>
                  <a:schemeClr val="accent1"/>
                </a:solidFill>
              </a:defRPr>
            </a:lvl4pPr>
            <a:lvl5pPr marL="2286000" lvl="4" indent="-330200" rtl="0">
              <a:spcBef>
                <a:spcPts val="0"/>
              </a:spcBef>
              <a:spcAft>
                <a:spcPts val="0"/>
              </a:spcAft>
              <a:buClr>
                <a:schemeClr val="accent1"/>
              </a:buClr>
              <a:buSzPts val="1600"/>
              <a:buChar char="○"/>
              <a:defRPr>
                <a:solidFill>
                  <a:schemeClr val="accent1"/>
                </a:solidFill>
              </a:defRPr>
            </a:lvl5pPr>
            <a:lvl6pPr marL="2743200" lvl="5" indent="-330200" rtl="0">
              <a:spcBef>
                <a:spcPts val="0"/>
              </a:spcBef>
              <a:spcAft>
                <a:spcPts val="0"/>
              </a:spcAft>
              <a:buClr>
                <a:schemeClr val="accent1"/>
              </a:buClr>
              <a:buSzPts val="1600"/>
              <a:buChar char="■"/>
              <a:defRPr>
                <a:solidFill>
                  <a:schemeClr val="accent1"/>
                </a:solidFill>
              </a:defRPr>
            </a:lvl6pPr>
            <a:lvl7pPr marL="3200400" lvl="6" indent="-330200" rtl="0">
              <a:spcBef>
                <a:spcPts val="0"/>
              </a:spcBef>
              <a:spcAft>
                <a:spcPts val="0"/>
              </a:spcAft>
              <a:buClr>
                <a:schemeClr val="accent1"/>
              </a:buClr>
              <a:buSzPts val="1600"/>
              <a:buChar char="●"/>
              <a:defRPr>
                <a:solidFill>
                  <a:schemeClr val="accent1"/>
                </a:solidFill>
              </a:defRPr>
            </a:lvl7pPr>
            <a:lvl8pPr marL="3657600" lvl="7" indent="-330200" rtl="0">
              <a:spcBef>
                <a:spcPts val="0"/>
              </a:spcBef>
              <a:spcAft>
                <a:spcPts val="0"/>
              </a:spcAft>
              <a:buClr>
                <a:schemeClr val="accent1"/>
              </a:buClr>
              <a:buSzPts val="1600"/>
              <a:buChar char="○"/>
              <a:defRPr>
                <a:solidFill>
                  <a:schemeClr val="accent1"/>
                </a:solidFill>
              </a:defRPr>
            </a:lvl8pPr>
            <a:lvl9pPr marL="4114800" lvl="8" indent="-330200" rtl="0">
              <a:spcBef>
                <a:spcPts val="0"/>
              </a:spcBef>
              <a:spcAft>
                <a:spcPts val="0"/>
              </a:spcAft>
              <a:buClr>
                <a:schemeClr val="accent1"/>
              </a:buClr>
              <a:buSzPts val="1600"/>
              <a:buChar char="■"/>
              <a:defRPr>
                <a:solidFill>
                  <a:schemeClr val="accent1"/>
                </a:solidFill>
              </a:defRPr>
            </a:lvl9pPr>
          </a:lstStyle>
          <a:p>
            <a:endParaRPr/>
          </a:p>
        </p:txBody>
      </p:sp>
      <p:sp>
        <p:nvSpPr>
          <p:cNvPr id="856" name="Google Shape;856;p55"/>
          <p:cNvSpPr txBox="1"/>
          <p:nvPr/>
        </p:nvSpPr>
        <p:spPr>
          <a:xfrm rot="-665646" flipH="1">
            <a:off x="6911595" y="357094"/>
            <a:ext cx="859054" cy="121177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0">
                <a:solidFill>
                  <a:schemeClr val="dk1"/>
                </a:solidFill>
                <a:latin typeface="Lilita One"/>
                <a:ea typeface="Lilita One"/>
                <a:cs typeface="Lilita One"/>
                <a:sym typeface="Lilita One"/>
              </a:rPr>
              <a:t>¿</a:t>
            </a:r>
            <a:endParaRPr sz="8000">
              <a:solidFill>
                <a:schemeClr val="dk1"/>
              </a:solidFill>
              <a:latin typeface="Lilita One"/>
              <a:ea typeface="Lilita One"/>
              <a:cs typeface="Lilita One"/>
              <a:sym typeface="Lilita One"/>
            </a:endParaRPr>
          </a:p>
        </p:txBody>
      </p:sp>
      <p:sp>
        <p:nvSpPr>
          <p:cNvPr id="857" name="Google Shape;857;p55"/>
          <p:cNvSpPr txBox="1"/>
          <p:nvPr/>
        </p:nvSpPr>
        <p:spPr>
          <a:xfrm rot="-9272901" flipH="1">
            <a:off x="7835846" y="2160468"/>
            <a:ext cx="821642" cy="108948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0">
                <a:solidFill>
                  <a:schemeClr val="dk1"/>
                </a:solidFill>
                <a:latin typeface="Lilita One"/>
                <a:ea typeface="Lilita One"/>
                <a:cs typeface="Lilita One"/>
                <a:sym typeface="Lilita One"/>
              </a:rPr>
              <a:t>¿</a:t>
            </a:r>
            <a:endParaRPr sz="8000">
              <a:solidFill>
                <a:schemeClr val="dk1"/>
              </a:solidFill>
              <a:latin typeface="Lilita One"/>
              <a:ea typeface="Lilita One"/>
              <a:cs typeface="Lilita One"/>
              <a:sym typeface="Lilita One"/>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2"/>
        </a:solidFill>
        <a:effectLst/>
      </p:bgPr>
    </p:bg>
    <p:spTree>
      <p:nvGrpSpPr>
        <p:cNvPr id="1" name="Shape 858"/>
        <p:cNvGrpSpPr/>
        <p:nvPr/>
      </p:nvGrpSpPr>
      <p:grpSpPr>
        <a:xfrm>
          <a:off x="0" y="0"/>
          <a:ext cx="0" cy="0"/>
          <a:chOff x="0" y="0"/>
          <a:chExt cx="0" cy="0"/>
        </a:xfrm>
      </p:grpSpPr>
      <p:sp>
        <p:nvSpPr>
          <p:cNvPr id="859" name="Google Shape;859;p56"/>
          <p:cNvSpPr txBox="1">
            <a:spLocks noGrp="1"/>
          </p:cNvSpPr>
          <p:nvPr>
            <p:ph type="title"/>
          </p:nvPr>
        </p:nvSpPr>
        <p:spPr>
          <a:xfrm>
            <a:off x="1273950" y="1183200"/>
            <a:ext cx="6596100" cy="27771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9600">
                <a:solidFill>
                  <a:schemeClr val="accent2"/>
                </a:solidFill>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grpSp>
        <p:nvGrpSpPr>
          <p:cNvPr id="860" name="Google Shape;860;p56"/>
          <p:cNvGrpSpPr/>
          <p:nvPr/>
        </p:nvGrpSpPr>
        <p:grpSpPr>
          <a:xfrm rot="-899857" flipH="1">
            <a:off x="209708" y="190062"/>
            <a:ext cx="1711973" cy="1846180"/>
            <a:chOff x="-3361711" y="308336"/>
            <a:chExt cx="3987600" cy="4300200"/>
          </a:xfrm>
        </p:grpSpPr>
        <p:grpSp>
          <p:nvGrpSpPr>
            <p:cNvPr id="861" name="Google Shape;861;p56"/>
            <p:cNvGrpSpPr/>
            <p:nvPr/>
          </p:nvGrpSpPr>
          <p:grpSpPr>
            <a:xfrm>
              <a:off x="-3361711" y="308336"/>
              <a:ext cx="3987600" cy="4300200"/>
              <a:chOff x="-2571136" y="421611"/>
              <a:chExt cx="3987600" cy="4300200"/>
            </a:xfrm>
          </p:grpSpPr>
          <p:sp>
            <p:nvSpPr>
              <p:cNvPr id="862" name="Google Shape;862;p56"/>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3" name="Google Shape;863;p56"/>
              <p:cNvGrpSpPr/>
              <p:nvPr/>
            </p:nvGrpSpPr>
            <p:grpSpPr>
              <a:xfrm>
                <a:off x="-2206074" y="809586"/>
                <a:ext cx="3257475" cy="3524250"/>
                <a:chOff x="-2206074" y="819150"/>
                <a:chExt cx="3257475" cy="3524250"/>
              </a:xfrm>
            </p:grpSpPr>
            <p:grpSp>
              <p:nvGrpSpPr>
                <p:cNvPr id="864" name="Google Shape;864;p56"/>
                <p:cNvGrpSpPr/>
                <p:nvPr/>
              </p:nvGrpSpPr>
              <p:grpSpPr>
                <a:xfrm>
                  <a:off x="-2206074" y="819150"/>
                  <a:ext cx="3257475" cy="981000"/>
                  <a:chOff x="-2209800" y="819150"/>
                  <a:chExt cx="3257475" cy="981000"/>
                </a:xfrm>
              </p:grpSpPr>
              <p:sp>
                <p:nvSpPr>
                  <p:cNvPr id="865" name="Google Shape;865;p56"/>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56"/>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7" name="Google Shape;867;p56"/>
                <p:cNvGrpSpPr/>
                <p:nvPr/>
              </p:nvGrpSpPr>
              <p:grpSpPr>
                <a:xfrm>
                  <a:off x="-2206074" y="3362400"/>
                  <a:ext cx="3257475" cy="981000"/>
                  <a:chOff x="-2209800" y="819150"/>
                  <a:chExt cx="3257475" cy="981000"/>
                </a:xfrm>
              </p:grpSpPr>
              <p:sp>
                <p:nvSpPr>
                  <p:cNvPr id="868" name="Google Shape;868;p56"/>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56"/>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870" name="Google Shape;870;p56"/>
            <p:cNvSpPr/>
            <p:nvPr/>
          </p:nvSpPr>
          <p:spPr>
            <a:xfrm>
              <a:off x="-1858399" y="1967936"/>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1" name="Google Shape;871;p56"/>
          <p:cNvGrpSpPr/>
          <p:nvPr/>
        </p:nvGrpSpPr>
        <p:grpSpPr>
          <a:xfrm rot="899857">
            <a:off x="7222308" y="3107262"/>
            <a:ext cx="1711973" cy="1846180"/>
            <a:chOff x="-2571136" y="421611"/>
            <a:chExt cx="3987600" cy="4300200"/>
          </a:xfrm>
        </p:grpSpPr>
        <p:sp>
          <p:nvSpPr>
            <p:cNvPr id="872" name="Google Shape;872;p56"/>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3" name="Google Shape;873;p56"/>
            <p:cNvGrpSpPr/>
            <p:nvPr/>
          </p:nvGrpSpPr>
          <p:grpSpPr>
            <a:xfrm>
              <a:off x="-2206074" y="809586"/>
              <a:ext cx="3257475" cy="3524250"/>
              <a:chOff x="-2206074" y="819150"/>
              <a:chExt cx="3257475" cy="3524250"/>
            </a:xfrm>
          </p:grpSpPr>
          <p:grpSp>
            <p:nvGrpSpPr>
              <p:cNvPr id="874" name="Google Shape;874;p56"/>
              <p:cNvGrpSpPr/>
              <p:nvPr/>
            </p:nvGrpSpPr>
            <p:grpSpPr>
              <a:xfrm>
                <a:off x="-2206074" y="819150"/>
                <a:ext cx="3257475" cy="981000"/>
                <a:chOff x="-2209800" y="819150"/>
                <a:chExt cx="3257475" cy="981000"/>
              </a:xfrm>
            </p:grpSpPr>
            <p:sp>
              <p:nvSpPr>
                <p:cNvPr id="875" name="Google Shape;875;p56"/>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56"/>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7" name="Google Shape;877;p56"/>
              <p:cNvGrpSpPr/>
              <p:nvPr/>
            </p:nvGrpSpPr>
            <p:grpSpPr>
              <a:xfrm>
                <a:off x="-2206074" y="3362400"/>
                <a:ext cx="3257475" cy="981000"/>
                <a:chOff x="-2209800" y="819150"/>
                <a:chExt cx="3257475" cy="981000"/>
              </a:xfrm>
            </p:grpSpPr>
            <p:sp>
              <p:nvSpPr>
                <p:cNvPr id="878" name="Google Shape;878;p56"/>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56"/>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880"/>
        <p:cNvGrpSpPr/>
        <p:nvPr/>
      </p:nvGrpSpPr>
      <p:grpSpPr>
        <a:xfrm>
          <a:off x="0" y="0"/>
          <a:ext cx="0" cy="0"/>
          <a:chOff x="0" y="0"/>
          <a:chExt cx="0" cy="0"/>
        </a:xfrm>
      </p:grpSpPr>
      <p:sp>
        <p:nvSpPr>
          <p:cNvPr id="881" name="Google Shape;881;p57"/>
          <p:cNvSpPr/>
          <p:nvPr/>
        </p:nvSpPr>
        <p:spPr>
          <a:xfrm>
            <a:off x="0" y="4662225"/>
            <a:ext cx="9143844" cy="499547"/>
          </a:xfrm>
          <a:custGeom>
            <a:avLst/>
            <a:gdLst/>
            <a:ahLst/>
            <a:cxnLst/>
            <a:rect l="l" t="t" r="r" b="b"/>
            <a:pathLst>
              <a:path w="269293" h="9441" extrusionOk="0">
                <a:moveTo>
                  <a:pt x="0" y="0"/>
                </a:moveTo>
                <a:lnTo>
                  <a:pt x="0" y="9441"/>
                </a:lnTo>
                <a:lnTo>
                  <a:pt x="269293" y="9441"/>
                </a:lnTo>
                <a:lnTo>
                  <a:pt x="269293" y="0"/>
                </a:lnTo>
                <a:close/>
              </a:path>
            </a:pathLst>
          </a:custGeom>
          <a:solidFill>
            <a:srgbClr val="AB44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57"/>
          <p:cNvSpPr txBox="1">
            <a:spLocks noGrp="1"/>
          </p:cNvSpPr>
          <p:nvPr>
            <p:ph type="title"/>
          </p:nvPr>
        </p:nvSpPr>
        <p:spPr>
          <a:xfrm>
            <a:off x="2785050" y="539500"/>
            <a:ext cx="3573900" cy="641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200"/>
              <a:buNone/>
              <a:defRPr sz="4200">
                <a:solidFill>
                  <a:schemeClr val="accent1"/>
                </a:solidFill>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883" name="Google Shape;883;p57"/>
          <p:cNvSpPr txBox="1">
            <a:spLocks noGrp="1"/>
          </p:cNvSpPr>
          <p:nvPr>
            <p:ph type="subTitle" idx="1"/>
          </p:nvPr>
        </p:nvSpPr>
        <p:spPr>
          <a:xfrm>
            <a:off x="2302650" y="1219200"/>
            <a:ext cx="4538700" cy="13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a:solidFill>
                  <a:schemeClr val="accent1"/>
                </a:solidFill>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grpSp>
        <p:nvGrpSpPr>
          <p:cNvPr id="884" name="Google Shape;884;p57"/>
          <p:cNvGrpSpPr/>
          <p:nvPr/>
        </p:nvGrpSpPr>
        <p:grpSpPr>
          <a:xfrm rot="-899857" flipH="1">
            <a:off x="209708" y="190062"/>
            <a:ext cx="1711973" cy="1846180"/>
            <a:chOff x="-3361711" y="308336"/>
            <a:chExt cx="3987600" cy="4300200"/>
          </a:xfrm>
        </p:grpSpPr>
        <p:grpSp>
          <p:nvGrpSpPr>
            <p:cNvPr id="885" name="Google Shape;885;p57"/>
            <p:cNvGrpSpPr/>
            <p:nvPr/>
          </p:nvGrpSpPr>
          <p:grpSpPr>
            <a:xfrm>
              <a:off x="-3361711" y="308336"/>
              <a:ext cx="3987600" cy="4300200"/>
              <a:chOff x="-2571136" y="421611"/>
              <a:chExt cx="3987600" cy="4300200"/>
            </a:xfrm>
          </p:grpSpPr>
          <p:sp>
            <p:nvSpPr>
              <p:cNvPr id="886" name="Google Shape;886;p57"/>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7" name="Google Shape;887;p57"/>
              <p:cNvGrpSpPr/>
              <p:nvPr/>
            </p:nvGrpSpPr>
            <p:grpSpPr>
              <a:xfrm>
                <a:off x="-2206074" y="809586"/>
                <a:ext cx="3257475" cy="3524250"/>
                <a:chOff x="-2206074" y="819150"/>
                <a:chExt cx="3257475" cy="3524250"/>
              </a:xfrm>
            </p:grpSpPr>
            <p:grpSp>
              <p:nvGrpSpPr>
                <p:cNvPr id="888" name="Google Shape;888;p57"/>
                <p:cNvGrpSpPr/>
                <p:nvPr/>
              </p:nvGrpSpPr>
              <p:grpSpPr>
                <a:xfrm>
                  <a:off x="-2206074" y="819150"/>
                  <a:ext cx="3257475" cy="981000"/>
                  <a:chOff x="-2209800" y="819150"/>
                  <a:chExt cx="3257475" cy="981000"/>
                </a:xfrm>
              </p:grpSpPr>
              <p:sp>
                <p:nvSpPr>
                  <p:cNvPr id="889" name="Google Shape;889;p57"/>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57"/>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1" name="Google Shape;891;p57"/>
                <p:cNvGrpSpPr/>
                <p:nvPr/>
              </p:nvGrpSpPr>
              <p:grpSpPr>
                <a:xfrm>
                  <a:off x="-2206074" y="3362400"/>
                  <a:ext cx="3257475" cy="981000"/>
                  <a:chOff x="-2209800" y="819150"/>
                  <a:chExt cx="3257475" cy="981000"/>
                </a:xfrm>
              </p:grpSpPr>
              <p:sp>
                <p:nvSpPr>
                  <p:cNvPr id="892" name="Google Shape;892;p57"/>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57"/>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894" name="Google Shape;894;p57"/>
            <p:cNvSpPr/>
            <p:nvPr/>
          </p:nvSpPr>
          <p:spPr>
            <a:xfrm>
              <a:off x="-1858399" y="1967936"/>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5" name="Google Shape;895;p57"/>
          <p:cNvGrpSpPr/>
          <p:nvPr/>
        </p:nvGrpSpPr>
        <p:grpSpPr>
          <a:xfrm rot="899857">
            <a:off x="7222308" y="3107262"/>
            <a:ext cx="1711973" cy="1846180"/>
            <a:chOff x="-2571136" y="421611"/>
            <a:chExt cx="3987600" cy="4300200"/>
          </a:xfrm>
        </p:grpSpPr>
        <p:sp>
          <p:nvSpPr>
            <p:cNvPr id="896" name="Google Shape;896;p57"/>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7" name="Google Shape;897;p57"/>
            <p:cNvGrpSpPr/>
            <p:nvPr/>
          </p:nvGrpSpPr>
          <p:grpSpPr>
            <a:xfrm>
              <a:off x="-2206074" y="809586"/>
              <a:ext cx="3257475" cy="3524250"/>
              <a:chOff x="-2206074" y="819150"/>
              <a:chExt cx="3257475" cy="3524250"/>
            </a:xfrm>
          </p:grpSpPr>
          <p:grpSp>
            <p:nvGrpSpPr>
              <p:cNvPr id="898" name="Google Shape;898;p57"/>
              <p:cNvGrpSpPr/>
              <p:nvPr/>
            </p:nvGrpSpPr>
            <p:grpSpPr>
              <a:xfrm>
                <a:off x="-2206074" y="819150"/>
                <a:ext cx="3257475" cy="981000"/>
                <a:chOff x="-2209800" y="819150"/>
                <a:chExt cx="3257475" cy="981000"/>
              </a:xfrm>
            </p:grpSpPr>
            <p:sp>
              <p:nvSpPr>
                <p:cNvPr id="899" name="Google Shape;899;p57"/>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57"/>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1" name="Google Shape;901;p57"/>
              <p:cNvGrpSpPr/>
              <p:nvPr/>
            </p:nvGrpSpPr>
            <p:grpSpPr>
              <a:xfrm>
                <a:off x="-2206074" y="3362400"/>
                <a:ext cx="3257475" cy="981000"/>
                <a:chOff x="-2209800" y="819150"/>
                <a:chExt cx="3257475" cy="981000"/>
              </a:xfrm>
            </p:grpSpPr>
            <p:sp>
              <p:nvSpPr>
                <p:cNvPr id="902" name="Google Shape;902;p57"/>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57"/>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5"/>
        </a:solidFill>
        <a:effectLst/>
      </p:bgPr>
    </p:bg>
    <p:spTree>
      <p:nvGrpSpPr>
        <p:cNvPr id="1" name="Shape 904"/>
        <p:cNvGrpSpPr/>
        <p:nvPr/>
      </p:nvGrpSpPr>
      <p:grpSpPr>
        <a:xfrm>
          <a:off x="0" y="0"/>
          <a:ext cx="0" cy="0"/>
          <a:chOff x="0" y="0"/>
          <a:chExt cx="0" cy="0"/>
        </a:xfrm>
      </p:grpSpPr>
      <p:sp>
        <p:nvSpPr>
          <p:cNvPr id="905" name="Google Shape;905;p58"/>
          <p:cNvSpPr txBox="1">
            <a:spLocks noGrp="1"/>
          </p:cNvSpPr>
          <p:nvPr>
            <p:ph type="title"/>
          </p:nvPr>
        </p:nvSpPr>
        <p:spPr>
          <a:xfrm>
            <a:off x="723900" y="552450"/>
            <a:ext cx="7707000" cy="1409700"/>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None/>
              <a:defRPr sz="5500">
                <a:solidFill>
                  <a:schemeClr val="dk1"/>
                </a:solidFill>
              </a:defRPr>
            </a:lvl1pPr>
            <a:lvl2pPr lvl="1" rtl="0">
              <a:spcBef>
                <a:spcPts val="0"/>
              </a:spcBef>
              <a:spcAft>
                <a:spcPts val="0"/>
              </a:spcAft>
              <a:buSzPts val="3200"/>
              <a:buNone/>
              <a:defRPr>
                <a:latin typeface="Roboto"/>
                <a:ea typeface="Roboto"/>
                <a:cs typeface="Roboto"/>
                <a:sym typeface="Roboto"/>
              </a:defRPr>
            </a:lvl2pPr>
            <a:lvl3pPr lvl="2" rtl="0">
              <a:spcBef>
                <a:spcPts val="0"/>
              </a:spcBef>
              <a:spcAft>
                <a:spcPts val="0"/>
              </a:spcAft>
              <a:buSzPts val="3200"/>
              <a:buNone/>
              <a:defRPr>
                <a:latin typeface="Roboto"/>
                <a:ea typeface="Roboto"/>
                <a:cs typeface="Roboto"/>
                <a:sym typeface="Roboto"/>
              </a:defRPr>
            </a:lvl3pPr>
            <a:lvl4pPr lvl="3" rtl="0">
              <a:spcBef>
                <a:spcPts val="0"/>
              </a:spcBef>
              <a:spcAft>
                <a:spcPts val="0"/>
              </a:spcAft>
              <a:buSzPts val="3200"/>
              <a:buNone/>
              <a:defRPr>
                <a:latin typeface="Roboto"/>
                <a:ea typeface="Roboto"/>
                <a:cs typeface="Roboto"/>
                <a:sym typeface="Roboto"/>
              </a:defRPr>
            </a:lvl4pPr>
            <a:lvl5pPr lvl="4" rtl="0">
              <a:spcBef>
                <a:spcPts val="0"/>
              </a:spcBef>
              <a:spcAft>
                <a:spcPts val="0"/>
              </a:spcAft>
              <a:buSzPts val="3200"/>
              <a:buNone/>
              <a:defRPr>
                <a:latin typeface="Roboto"/>
                <a:ea typeface="Roboto"/>
                <a:cs typeface="Roboto"/>
                <a:sym typeface="Roboto"/>
              </a:defRPr>
            </a:lvl5pPr>
            <a:lvl6pPr lvl="5" rtl="0">
              <a:spcBef>
                <a:spcPts val="0"/>
              </a:spcBef>
              <a:spcAft>
                <a:spcPts val="0"/>
              </a:spcAft>
              <a:buSzPts val="3200"/>
              <a:buNone/>
              <a:defRPr>
                <a:latin typeface="Roboto"/>
                <a:ea typeface="Roboto"/>
                <a:cs typeface="Roboto"/>
                <a:sym typeface="Roboto"/>
              </a:defRPr>
            </a:lvl6pPr>
            <a:lvl7pPr lvl="6" rtl="0">
              <a:spcBef>
                <a:spcPts val="0"/>
              </a:spcBef>
              <a:spcAft>
                <a:spcPts val="0"/>
              </a:spcAft>
              <a:buSzPts val="3200"/>
              <a:buNone/>
              <a:defRPr>
                <a:latin typeface="Roboto"/>
                <a:ea typeface="Roboto"/>
                <a:cs typeface="Roboto"/>
                <a:sym typeface="Roboto"/>
              </a:defRPr>
            </a:lvl7pPr>
            <a:lvl8pPr lvl="7" rtl="0">
              <a:spcBef>
                <a:spcPts val="0"/>
              </a:spcBef>
              <a:spcAft>
                <a:spcPts val="0"/>
              </a:spcAft>
              <a:buSzPts val="3200"/>
              <a:buNone/>
              <a:defRPr>
                <a:latin typeface="Roboto"/>
                <a:ea typeface="Roboto"/>
                <a:cs typeface="Roboto"/>
                <a:sym typeface="Roboto"/>
              </a:defRPr>
            </a:lvl8pPr>
            <a:lvl9pPr lvl="8" rtl="0">
              <a:spcBef>
                <a:spcPts val="0"/>
              </a:spcBef>
              <a:spcAft>
                <a:spcPts val="0"/>
              </a:spcAft>
              <a:buSzPts val="3200"/>
              <a:buNone/>
              <a:defRPr>
                <a:latin typeface="Roboto"/>
                <a:ea typeface="Roboto"/>
                <a:cs typeface="Roboto"/>
                <a:sym typeface="Roboto"/>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2"/>
        </a:solidFill>
        <a:effectLst/>
      </p:bgPr>
    </p:bg>
    <p:spTree>
      <p:nvGrpSpPr>
        <p:cNvPr id="1" name="Shape 906"/>
        <p:cNvGrpSpPr/>
        <p:nvPr/>
      </p:nvGrpSpPr>
      <p:grpSpPr>
        <a:xfrm>
          <a:off x="0" y="0"/>
          <a:ext cx="0" cy="0"/>
          <a:chOff x="0" y="0"/>
          <a:chExt cx="0" cy="0"/>
        </a:xfrm>
      </p:grpSpPr>
      <p:grpSp>
        <p:nvGrpSpPr>
          <p:cNvPr id="907" name="Google Shape;907;p59"/>
          <p:cNvGrpSpPr/>
          <p:nvPr/>
        </p:nvGrpSpPr>
        <p:grpSpPr>
          <a:xfrm>
            <a:off x="-89" y="-21028"/>
            <a:ext cx="4964700" cy="5185500"/>
            <a:chOff x="4227036" y="7547"/>
            <a:chExt cx="4964700" cy="5185500"/>
          </a:xfrm>
        </p:grpSpPr>
        <p:sp>
          <p:nvSpPr>
            <p:cNvPr id="908" name="Google Shape;908;p59"/>
            <p:cNvSpPr/>
            <p:nvPr/>
          </p:nvSpPr>
          <p:spPr>
            <a:xfrm rot="-899950" flipH="1">
              <a:off x="4715607" y="450278"/>
              <a:ext cx="3987558" cy="4300039"/>
            </a:xfrm>
            <a:prstGeom prst="roundRect">
              <a:avLst>
                <a:gd name="adj" fmla="val 5368"/>
              </a:avLst>
            </a:prstGeom>
            <a:solidFill>
              <a:srgbClr val="DA7280"/>
            </a:solidFill>
            <a:ln w="9525" cap="flat" cmpd="sng">
              <a:solidFill>
                <a:srgbClr val="DA728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9" name="Google Shape;909;p59"/>
            <p:cNvGrpSpPr/>
            <p:nvPr/>
          </p:nvGrpSpPr>
          <p:grpSpPr>
            <a:xfrm rot="-899960" flipH="1">
              <a:off x="5080682" y="838252"/>
              <a:ext cx="3257378" cy="3524145"/>
              <a:chOff x="-2206074" y="819150"/>
              <a:chExt cx="3257475" cy="3524250"/>
            </a:xfrm>
          </p:grpSpPr>
          <p:grpSp>
            <p:nvGrpSpPr>
              <p:cNvPr id="910" name="Google Shape;910;p59"/>
              <p:cNvGrpSpPr/>
              <p:nvPr/>
            </p:nvGrpSpPr>
            <p:grpSpPr>
              <a:xfrm>
                <a:off x="-2206074" y="819150"/>
                <a:ext cx="3257475" cy="981000"/>
                <a:chOff x="-2209800" y="819150"/>
                <a:chExt cx="3257475" cy="981000"/>
              </a:xfrm>
            </p:grpSpPr>
            <p:sp>
              <p:nvSpPr>
                <p:cNvPr id="911" name="Google Shape;911;p59"/>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59"/>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3" name="Google Shape;913;p59"/>
              <p:cNvGrpSpPr/>
              <p:nvPr/>
            </p:nvGrpSpPr>
            <p:grpSpPr>
              <a:xfrm>
                <a:off x="-2206074" y="3362400"/>
                <a:ext cx="3257475" cy="981000"/>
                <a:chOff x="-2209800" y="819150"/>
                <a:chExt cx="3257475" cy="981000"/>
              </a:xfrm>
            </p:grpSpPr>
            <p:sp>
              <p:nvSpPr>
                <p:cNvPr id="914" name="Google Shape;914;p59"/>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59"/>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916" name="Google Shape;916;p59"/>
          <p:cNvSpPr txBox="1">
            <a:spLocks noGrp="1"/>
          </p:cNvSpPr>
          <p:nvPr>
            <p:ph type="title" hasCustomPrompt="1"/>
          </p:nvPr>
        </p:nvSpPr>
        <p:spPr>
          <a:xfrm>
            <a:off x="1614450" y="1032225"/>
            <a:ext cx="5915100" cy="1078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5608"/>
              </a:buClr>
              <a:buSzPts val="8000"/>
              <a:buNone/>
              <a:defRPr sz="8000">
                <a:solidFill>
                  <a:schemeClr val="accent2"/>
                </a:solidFill>
              </a:defRPr>
            </a:lvl1pPr>
            <a:lvl2pPr lvl="1" algn="ctr" rtl="0">
              <a:lnSpc>
                <a:spcPct val="100000"/>
              </a:lnSpc>
              <a:spcBef>
                <a:spcPts val="0"/>
              </a:spcBef>
              <a:spcAft>
                <a:spcPts val="0"/>
              </a:spcAft>
              <a:buClr>
                <a:srgbClr val="FF5608"/>
              </a:buClr>
              <a:buSzPts val="8000"/>
              <a:buNone/>
              <a:defRPr sz="8000">
                <a:solidFill>
                  <a:srgbClr val="FF5608"/>
                </a:solidFill>
              </a:defRPr>
            </a:lvl2pPr>
            <a:lvl3pPr lvl="2" algn="ctr" rtl="0">
              <a:lnSpc>
                <a:spcPct val="100000"/>
              </a:lnSpc>
              <a:spcBef>
                <a:spcPts val="0"/>
              </a:spcBef>
              <a:spcAft>
                <a:spcPts val="0"/>
              </a:spcAft>
              <a:buClr>
                <a:srgbClr val="FF5608"/>
              </a:buClr>
              <a:buSzPts val="8000"/>
              <a:buNone/>
              <a:defRPr sz="8000">
                <a:solidFill>
                  <a:srgbClr val="FF5608"/>
                </a:solidFill>
              </a:defRPr>
            </a:lvl3pPr>
            <a:lvl4pPr lvl="3" algn="ctr" rtl="0">
              <a:lnSpc>
                <a:spcPct val="100000"/>
              </a:lnSpc>
              <a:spcBef>
                <a:spcPts val="0"/>
              </a:spcBef>
              <a:spcAft>
                <a:spcPts val="0"/>
              </a:spcAft>
              <a:buClr>
                <a:srgbClr val="FF5608"/>
              </a:buClr>
              <a:buSzPts val="8000"/>
              <a:buNone/>
              <a:defRPr sz="8000">
                <a:solidFill>
                  <a:srgbClr val="FF5608"/>
                </a:solidFill>
              </a:defRPr>
            </a:lvl4pPr>
            <a:lvl5pPr lvl="4" algn="ctr" rtl="0">
              <a:lnSpc>
                <a:spcPct val="100000"/>
              </a:lnSpc>
              <a:spcBef>
                <a:spcPts val="0"/>
              </a:spcBef>
              <a:spcAft>
                <a:spcPts val="0"/>
              </a:spcAft>
              <a:buClr>
                <a:srgbClr val="FF5608"/>
              </a:buClr>
              <a:buSzPts val="8000"/>
              <a:buNone/>
              <a:defRPr sz="8000">
                <a:solidFill>
                  <a:srgbClr val="FF5608"/>
                </a:solidFill>
              </a:defRPr>
            </a:lvl5pPr>
            <a:lvl6pPr lvl="5" algn="ctr" rtl="0">
              <a:lnSpc>
                <a:spcPct val="100000"/>
              </a:lnSpc>
              <a:spcBef>
                <a:spcPts val="0"/>
              </a:spcBef>
              <a:spcAft>
                <a:spcPts val="0"/>
              </a:spcAft>
              <a:buClr>
                <a:srgbClr val="FF5608"/>
              </a:buClr>
              <a:buSzPts val="8000"/>
              <a:buNone/>
              <a:defRPr sz="8000">
                <a:solidFill>
                  <a:srgbClr val="FF5608"/>
                </a:solidFill>
              </a:defRPr>
            </a:lvl6pPr>
            <a:lvl7pPr lvl="6" algn="ctr" rtl="0">
              <a:lnSpc>
                <a:spcPct val="100000"/>
              </a:lnSpc>
              <a:spcBef>
                <a:spcPts val="0"/>
              </a:spcBef>
              <a:spcAft>
                <a:spcPts val="0"/>
              </a:spcAft>
              <a:buClr>
                <a:srgbClr val="FF5608"/>
              </a:buClr>
              <a:buSzPts val="8000"/>
              <a:buNone/>
              <a:defRPr sz="8000">
                <a:solidFill>
                  <a:srgbClr val="FF5608"/>
                </a:solidFill>
              </a:defRPr>
            </a:lvl7pPr>
            <a:lvl8pPr lvl="7" algn="ctr" rtl="0">
              <a:lnSpc>
                <a:spcPct val="100000"/>
              </a:lnSpc>
              <a:spcBef>
                <a:spcPts val="0"/>
              </a:spcBef>
              <a:spcAft>
                <a:spcPts val="0"/>
              </a:spcAft>
              <a:buClr>
                <a:srgbClr val="FF5608"/>
              </a:buClr>
              <a:buSzPts val="8000"/>
              <a:buNone/>
              <a:defRPr sz="8000">
                <a:solidFill>
                  <a:srgbClr val="FF5608"/>
                </a:solidFill>
              </a:defRPr>
            </a:lvl8pPr>
            <a:lvl9pPr lvl="8" algn="ctr" rtl="0">
              <a:lnSpc>
                <a:spcPct val="100000"/>
              </a:lnSpc>
              <a:spcBef>
                <a:spcPts val="0"/>
              </a:spcBef>
              <a:spcAft>
                <a:spcPts val="0"/>
              </a:spcAft>
              <a:buClr>
                <a:srgbClr val="FF5608"/>
              </a:buClr>
              <a:buSzPts val="8000"/>
              <a:buNone/>
              <a:defRPr sz="8000">
                <a:solidFill>
                  <a:srgbClr val="FF5608"/>
                </a:solidFill>
              </a:defRPr>
            </a:lvl9pPr>
          </a:lstStyle>
          <a:p>
            <a:r>
              <a:t>xx%</a:t>
            </a:r>
          </a:p>
        </p:txBody>
      </p:sp>
      <p:sp>
        <p:nvSpPr>
          <p:cNvPr id="917" name="Google Shape;917;p59"/>
          <p:cNvSpPr txBox="1">
            <a:spLocks noGrp="1"/>
          </p:cNvSpPr>
          <p:nvPr>
            <p:ph type="title" idx="2"/>
          </p:nvPr>
        </p:nvSpPr>
        <p:spPr>
          <a:xfrm>
            <a:off x="1714500" y="2110425"/>
            <a:ext cx="5715000" cy="417900"/>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None/>
              <a:defRPr sz="1600">
                <a:latin typeface="Roboto"/>
                <a:ea typeface="Roboto"/>
                <a:cs typeface="Roboto"/>
                <a:sym typeface="Roboto"/>
              </a:defRPr>
            </a:lvl1pPr>
            <a:lvl2pPr lvl="1" rtl="0">
              <a:spcBef>
                <a:spcPts val="0"/>
              </a:spcBef>
              <a:spcAft>
                <a:spcPts val="0"/>
              </a:spcAft>
              <a:buSzPts val="3200"/>
              <a:buNone/>
              <a:defRPr>
                <a:latin typeface="Roboto"/>
                <a:ea typeface="Roboto"/>
                <a:cs typeface="Roboto"/>
                <a:sym typeface="Roboto"/>
              </a:defRPr>
            </a:lvl2pPr>
            <a:lvl3pPr lvl="2" rtl="0">
              <a:spcBef>
                <a:spcPts val="0"/>
              </a:spcBef>
              <a:spcAft>
                <a:spcPts val="0"/>
              </a:spcAft>
              <a:buSzPts val="3200"/>
              <a:buNone/>
              <a:defRPr>
                <a:latin typeface="Roboto"/>
                <a:ea typeface="Roboto"/>
                <a:cs typeface="Roboto"/>
                <a:sym typeface="Roboto"/>
              </a:defRPr>
            </a:lvl3pPr>
            <a:lvl4pPr lvl="3" rtl="0">
              <a:spcBef>
                <a:spcPts val="0"/>
              </a:spcBef>
              <a:spcAft>
                <a:spcPts val="0"/>
              </a:spcAft>
              <a:buSzPts val="3200"/>
              <a:buNone/>
              <a:defRPr>
                <a:latin typeface="Roboto"/>
                <a:ea typeface="Roboto"/>
                <a:cs typeface="Roboto"/>
                <a:sym typeface="Roboto"/>
              </a:defRPr>
            </a:lvl4pPr>
            <a:lvl5pPr lvl="4" rtl="0">
              <a:spcBef>
                <a:spcPts val="0"/>
              </a:spcBef>
              <a:spcAft>
                <a:spcPts val="0"/>
              </a:spcAft>
              <a:buSzPts val="3200"/>
              <a:buNone/>
              <a:defRPr>
                <a:latin typeface="Roboto"/>
                <a:ea typeface="Roboto"/>
                <a:cs typeface="Roboto"/>
                <a:sym typeface="Roboto"/>
              </a:defRPr>
            </a:lvl5pPr>
            <a:lvl6pPr lvl="5" rtl="0">
              <a:spcBef>
                <a:spcPts val="0"/>
              </a:spcBef>
              <a:spcAft>
                <a:spcPts val="0"/>
              </a:spcAft>
              <a:buSzPts val="3200"/>
              <a:buNone/>
              <a:defRPr>
                <a:latin typeface="Roboto"/>
                <a:ea typeface="Roboto"/>
                <a:cs typeface="Roboto"/>
                <a:sym typeface="Roboto"/>
              </a:defRPr>
            </a:lvl6pPr>
            <a:lvl7pPr lvl="6" rtl="0">
              <a:spcBef>
                <a:spcPts val="0"/>
              </a:spcBef>
              <a:spcAft>
                <a:spcPts val="0"/>
              </a:spcAft>
              <a:buSzPts val="3200"/>
              <a:buNone/>
              <a:defRPr>
                <a:latin typeface="Roboto"/>
                <a:ea typeface="Roboto"/>
                <a:cs typeface="Roboto"/>
                <a:sym typeface="Roboto"/>
              </a:defRPr>
            </a:lvl7pPr>
            <a:lvl8pPr lvl="7" rtl="0">
              <a:spcBef>
                <a:spcPts val="0"/>
              </a:spcBef>
              <a:spcAft>
                <a:spcPts val="0"/>
              </a:spcAft>
              <a:buSzPts val="3200"/>
              <a:buNone/>
              <a:defRPr>
                <a:latin typeface="Roboto"/>
                <a:ea typeface="Roboto"/>
                <a:cs typeface="Roboto"/>
                <a:sym typeface="Roboto"/>
              </a:defRPr>
            </a:lvl8pPr>
            <a:lvl9pPr lvl="8" rtl="0">
              <a:spcBef>
                <a:spcPts val="0"/>
              </a:spcBef>
              <a:spcAft>
                <a:spcPts val="0"/>
              </a:spcAft>
              <a:buSzPts val="3200"/>
              <a:buNone/>
              <a:defRPr>
                <a:latin typeface="Roboto"/>
                <a:ea typeface="Roboto"/>
                <a:cs typeface="Roboto"/>
                <a:sym typeface="Roboto"/>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918"/>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able of contents">
  <p:cSld name="CUSTOM">
    <p:bg>
      <p:bgPr>
        <a:solidFill>
          <a:schemeClr val="lt1"/>
        </a:solidFill>
        <a:effectLst/>
      </p:bgPr>
    </p:bg>
    <p:spTree>
      <p:nvGrpSpPr>
        <p:cNvPr id="1" name="Shape 919"/>
        <p:cNvGrpSpPr/>
        <p:nvPr/>
      </p:nvGrpSpPr>
      <p:grpSpPr>
        <a:xfrm>
          <a:off x="0" y="0"/>
          <a:ext cx="0" cy="0"/>
          <a:chOff x="0" y="0"/>
          <a:chExt cx="0" cy="0"/>
        </a:xfrm>
      </p:grpSpPr>
      <p:grpSp>
        <p:nvGrpSpPr>
          <p:cNvPr id="920" name="Google Shape;920;p61"/>
          <p:cNvGrpSpPr/>
          <p:nvPr/>
        </p:nvGrpSpPr>
        <p:grpSpPr>
          <a:xfrm rot="10800000" flipH="1">
            <a:off x="7012442" y="10"/>
            <a:ext cx="2131500" cy="2226300"/>
            <a:chOff x="7012442" y="2917195"/>
            <a:chExt cx="2131500" cy="2226300"/>
          </a:xfrm>
        </p:grpSpPr>
        <p:sp>
          <p:nvSpPr>
            <p:cNvPr id="921" name="Google Shape;921;p61"/>
            <p:cNvSpPr/>
            <p:nvPr/>
          </p:nvSpPr>
          <p:spPr>
            <a:xfrm rot="900037">
              <a:off x="7222223" y="3107281"/>
              <a:ext cx="1711938" cy="1846129"/>
            </a:xfrm>
            <a:prstGeom prst="roundRect">
              <a:avLst>
                <a:gd name="adj" fmla="val 5368"/>
              </a:avLst>
            </a:prstGeom>
            <a:solidFill>
              <a:srgbClr val="5F8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61"/>
            <p:cNvSpPr/>
            <p:nvPr/>
          </p:nvSpPr>
          <p:spPr>
            <a:xfrm rot="899198">
              <a:off x="7867772" y="3819737"/>
              <a:ext cx="421124" cy="421124"/>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3" name="Google Shape;923;p61"/>
          <p:cNvGrpSpPr/>
          <p:nvPr/>
        </p:nvGrpSpPr>
        <p:grpSpPr>
          <a:xfrm rot="10800000" flipH="1">
            <a:off x="47" y="2917210"/>
            <a:ext cx="2131500" cy="2226300"/>
            <a:chOff x="47" y="-5"/>
            <a:chExt cx="2131500" cy="2226300"/>
          </a:xfrm>
        </p:grpSpPr>
        <p:sp>
          <p:nvSpPr>
            <p:cNvPr id="924" name="Google Shape;924;p61"/>
            <p:cNvSpPr/>
            <p:nvPr/>
          </p:nvSpPr>
          <p:spPr>
            <a:xfrm rot="-900037" flipH="1">
              <a:off x="209828" y="190081"/>
              <a:ext cx="1711938" cy="1846129"/>
            </a:xfrm>
            <a:prstGeom prst="roundRect">
              <a:avLst>
                <a:gd name="adj" fmla="val 5368"/>
              </a:avLst>
            </a:prstGeom>
            <a:solidFill>
              <a:srgbClr val="5F8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5" name="Google Shape;925;p61"/>
            <p:cNvGrpSpPr/>
            <p:nvPr/>
          </p:nvGrpSpPr>
          <p:grpSpPr>
            <a:xfrm rot="-899857" flipH="1">
              <a:off x="366438" y="356630"/>
              <a:ext cx="1398513" cy="1513046"/>
              <a:chOff x="-2206074" y="819150"/>
              <a:chExt cx="3257475" cy="3524250"/>
            </a:xfrm>
          </p:grpSpPr>
          <p:sp>
            <p:nvSpPr>
              <p:cNvPr id="926" name="Google Shape;926;p61"/>
              <p:cNvSpPr/>
              <p:nvPr/>
            </p:nvSpPr>
            <p:spPr>
              <a:xfrm>
                <a:off x="-2206074"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61"/>
              <p:cNvSpPr/>
              <p:nvPr/>
            </p:nvSpPr>
            <p:spPr>
              <a:xfrm>
                <a:off x="70401" y="336240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8" name="Google Shape;928;p61"/>
            <p:cNvSpPr/>
            <p:nvPr/>
          </p:nvSpPr>
          <p:spPr>
            <a:xfrm rot="-899198" flipH="1">
              <a:off x="855093" y="902537"/>
              <a:ext cx="421124" cy="421124"/>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9" name="Google Shape;929;p61"/>
          <p:cNvSpPr txBox="1">
            <a:spLocks noGrp="1"/>
          </p:cNvSpPr>
          <p:nvPr>
            <p:ph type="title"/>
          </p:nvPr>
        </p:nvSpPr>
        <p:spPr>
          <a:xfrm>
            <a:off x="720000" y="540000"/>
            <a:ext cx="77040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2800"/>
              <a:buFont typeface="Lilita One"/>
              <a:buNone/>
              <a:defRPr sz="3200">
                <a:solidFill>
                  <a:schemeClr val="accent1"/>
                </a:solidFill>
                <a:latin typeface="Lilita One"/>
                <a:ea typeface="Lilita One"/>
                <a:cs typeface="Lilita One"/>
                <a:sym typeface="Lilita One"/>
              </a:defRPr>
            </a:lvl1pPr>
            <a:lvl2pPr lvl="1" rtl="0">
              <a:spcBef>
                <a:spcPts val="0"/>
              </a:spcBef>
              <a:spcAft>
                <a:spcPts val="0"/>
              </a:spcAft>
              <a:buClr>
                <a:srgbClr val="FFFFFF"/>
              </a:buClr>
              <a:buSzPts val="2800"/>
              <a:buFont typeface="Bubblegum Sans"/>
              <a:buNone/>
              <a:defRPr sz="2800">
                <a:solidFill>
                  <a:srgbClr val="FFFFFF"/>
                </a:solidFill>
                <a:latin typeface="Bubblegum Sans"/>
                <a:ea typeface="Bubblegum Sans"/>
                <a:cs typeface="Bubblegum Sans"/>
                <a:sym typeface="Bubblegum Sans"/>
              </a:defRPr>
            </a:lvl2pPr>
            <a:lvl3pPr lvl="2" rtl="0">
              <a:spcBef>
                <a:spcPts val="0"/>
              </a:spcBef>
              <a:spcAft>
                <a:spcPts val="0"/>
              </a:spcAft>
              <a:buClr>
                <a:srgbClr val="FFFFFF"/>
              </a:buClr>
              <a:buSzPts val="2800"/>
              <a:buFont typeface="Bubblegum Sans"/>
              <a:buNone/>
              <a:defRPr sz="2800">
                <a:solidFill>
                  <a:srgbClr val="FFFFFF"/>
                </a:solidFill>
                <a:latin typeface="Bubblegum Sans"/>
                <a:ea typeface="Bubblegum Sans"/>
                <a:cs typeface="Bubblegum Sans"/>
                <a:sym typeface="Bubblegum Sans"/>
              </a:defRPr>
            </a:lvl3pPr>
            <a:lvl4pPr lvl="3" rtl="0">
              <a:spcBef>
                <a:spcPts val="0"/>
              </a:spcBef>
              <a:spcAft>
                <a:spcPts val="0"/>
              </a:spcAft>
              <a:buClr>
                <a:srgbClr val="FFFFFF"/>
              </a:buClr>
              <a:buSzPts val="2800"/>
              <a:buFont typeface="Bubblegum Sans"/>
              <a:buNone/>
              <a:defRPr sz="2800">
                <a:solidFill>
                  <a:srgbClr val="FFFFFF"/>
                </a:solidFill>
                <a:latin typeface="Bubblegum Sans"/>
                <a:ea typeface="Bubblegum Sans"/>
                <a:cs typeface="Bubblegum Sans"/>
                <a:sym typeface="Bubblegum Sans"/>
              </a:defRPr>
            </a:lvl4pPr>
            <a:lvl5pPr lvl="4" rtl="0">
              <a:spcBef>
                <a:spcPts val="0"/>
              </a:spcBef>
              <a:spcAft>
                <a:spcPts val="0"/>
              </a:spcAft>
              <a:buClr>
                <a:srgbClr val="FFFFFF"/>
              </a:buClr>
              <a:buSzPts val="2800"/>
              <a:buFont typeface="Bubblegum Sans"/>
              <a:buNone/>
              <a:defRPr sz="2800">
                <a:solidFill>
                  <a:srgbClr val="FFFFFF"/>
                </a:solidFill>
                <a:latin typeface="Bubblegum Sans"/>
                <a:ea typeface="Bubblegum Sans"/>
                <a:cs typeface="Bubblegum Sans"/>
                <a:sym typeface="Bubblegum Sans"/>
              </a:defRPr>
            </a:lvl5pPr>
            <a:lvl6pPr lvl="5" rtl="0">
              <a:spcBef>
                <a:spcPts val="0"/>
              </a:spcBef>
              <a:spcAft>
                <a:spcPts val="0"/>
              </a:spcAft>
              <a:buClr>
                <a:srgbClr val="FFFFFF"/>
              </a:buClr>
              <a:buSzPts val="2800"/>
              <a:buFont typeface="Bubblegum Sans"/>
              <a:buNone/>
              <a:defRPr sz="2800">
                <a:solidFill>
                  <a:srgbClr val="FFFFFF"/>
                </a:solidFill>
                <a:latin typeface="Bubblegum Sans"/>
                <a:ea typeface="Bubblegum Sans"/>
                <a:cs typeface="Bubblegum Sans"/>
                <a:sym typeface="Bubblegum Sans"/>
              </a:defRPr>
            </a:lvl6pPr>
            <a:lvl7pPr lvl="6" rtl="0">
              <a:spcBef>
                <a:spcPts val="0"/>
              </a:spcBef>
              <a:spcAft>
                <a:spcPts val="0"/>
              </a:spcAft>
              <a:buClr>
                <a:srgbClr val="FFFFFF"/>
              </a:buClr>
              <a:buSzPts val="2800"/>
              <a:buFont typeface="Bubblegum Sans"/>
              <a:buNone/>
              <a:defRPr sz="2800">
                <a:solidFill>
                  <a:srgbClr val="FFFFFF"/>
                </a:solidFill>
                <a:latin typeface="Bubblegum Sans"/>
                <a:ea typeface="Bubblegum Sans"/>
                <a:cs typeface="Bubblegum Sans"/>
                <a:sym typeface="Bubblegum Sans"/>
              </a:defRPr>
            </a:lvl7pPr>
            <a:lvl8pPr lvl="7" rtl="0">
              <a:spcBef>
                <a:spcPts val="0"/>
              </a:spcBef>
              <a:spcAft>
                <a:spcPts val="0"/>
              </a:spcAft>
              <a:buClr>
                <a:srgbClr val="FFFFFF"/>
              </a:buClr>
              <a:buSzPts val="2800"/>
              <a:buFont typeface="Bubblegum Sans"/>
              <a:buNone/>
              <a:defRPr sz="2800">
                <a:solidFill>
                  <a:srgbClr val="FFFFFF"/>
                </a:solidFill>
                <a:latin typeface="Bubblegum Sans"/>
                <a:ea typeface="Bubblegum Sans"/>
                <a:cs typeface="Bubblegum Sans"/>
                <a:sym typeface="Bubblegum Sans"/>
              </a:defRPr>
            </a:lvl8pPr>
            <a:lvl9pPr lvl="8" rtl="0">
              <a:spcBef>
                <a:spcPts val="0"/>
              </a:spcBef>
              <a:spcAft>
                <a:spcPts val="0"/>
              </a:spcAft>
              <a:buClr>
                <a:srgbClr val="FFFFFF"/>
              </a:buClr>
              <a:buSzPts val="2800"/>
              <a:buFont typeface="Bubblegum Sans"/>
              <a:buNone/>
              <a:defRPr sz="2800">
                <a:solidFill>
                  <a:srgbClr val="FFFFFF"/>
                </a:solidFill>
                <a:latin typeface="Bubblegum Sans"/>
                <a:ea typeface="Bubblegum Sans"/>
                <a:cs typeface="Bubblegum Sans"/>
                <a:sym typeface="Bubblegum Sans"/>
              </a:defRPr>
            </a:lvl9pPr>
          </a:lstStyle>
          <a:p>
            <a:endParaRPr/>
          </a:p>
        </p:txBody>
      </p:sp>
      <p:sp>
        <p:nvSpPr>
          <p:cNvPr id="930" name="Google Shape;930;p61"/>
          <p:cNvSpPr txBox="1">
            <a:spLocks noGrp="1"/>
          </p:cNvSpPr>
          <p:nvPr>
            <p:ph type="title" idx="2" hasCustomPrompt="1"/>
          </p:nvPr>
        </p:nvSpPr>
        <p:spPr>
          <a:xfrm>
            <a:off x="4668038" y="1469900"/>
            <a:ext cx="1503900" cy="1078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5608"/>
              </a:buClr>
              <a:buSzPts val="8000"/>
              <a:buNone/>
              <a:defRPr sz="8000">
                <a:solidFill>
                  <a:schemeClr val="accent4"/>
                </a:solidFill>
              </a:defRPr>
            </a:lvl1pPr>
            <a:lvl2pPr lvl="1" algn="ctr" rtl="0">
              <a:lnSpc>
                <a:spcPct val="100000"/>
              </a:lnSpc>
              <a:spcBef>
                <a:spcPts val="0"/>
              </a:spcBef>
              <a:spcAft>
                <a:spcPts val="0"/>
              </a:spcAft>
              <a:buClr>
                <a:srgbClr val="FF5608"/>
              </a:buClr>
              <a:buSzPts val="8000"/>
              <a:buNone/>
              <a:defRPr sz="8000">
                <a:solidFill>
                  <a:srgbClr val="FF5608"/>
                </a:solidFill>
              </a:defRPr>
            </a:lvl2pPr>
            <a:lvl3pPr lvl="2" algn="ctr" rtl="0">
              <a:lnSpc>
                <a:spcPct val="100000"/>
              </a:lnSpc>
              <a:spcBef>
                <a:spcPts val="0"/>
              </a:spcBef>
              <a:spcAft>
                <a:spcPts val="0"/>
              </a:spcAft>
              <a:buClr>
                <a:srgbClr val="FF5608"/>
              </a:buClr>
              <a:buSzPts val="8000"/>
              <a:buNone/>
              <a:defRPr sz="8000">
                <a:solidFill>
                  <a:srgbClr val="FF5608"/>
                </a:solidFill>
              </a:defRPr>
            </a:lvl3pPr>
            <a:lvl4pPr lvl="3" algn="ctr" rtl="0">
              <a:lnSpc>
                <a:spcPct val="100000"/>
              </a:lnSpc>
              <a:spcBef>
                <a:spcPts val="0"/>
              </a:spcBef>
              <a:spcAft>
                <a:spcPts val="0"/>
              </a:spcAft>
              <a:buClr>
                <a:srgbClr val="FF5608"/>
              </a:buClr>
              <a:buSzPts val="8000"/>
              <a:buNone/>
              <a:defRPr sz="8000">
                <a:solidFill>
                  <a:srgbClr val="FF5608"/>
                </a:solidFill>
              </a:defRPr>
            </a:lvl4pPr>
            <a:lvl5pPr lvl="4" algn="ctr" rtl="0">
              <a:lnSpc>
                <a:spcPct val="100000"/>
              </a:lnSpc>
              <a:spcBef>
                <a:spcPts val="0"/>
              </a:spcBef>
              <a:spcAft>
                <a:spcPts val="0"/>
              </a:spcAft>
              <a:buClr>
                <a:srgbClr val="FF5608"/>
              </a:buClr>
              <a:buSzPts val="8000"/>
              <a:buNone/>
              <a:defRPr sz="8000">
                <a:solidFill>
                  <a:srgbClr val="FF5608"/>
                </a:solidFill>
              </a:defRPr>
            </a:lvl5pPr>
            <a:lvl6pPr lvl="5" algn="ctr" rtl="0">
              <a:lnSpc>
                <a:spcPct val="100000"/>
              </a:lnSpc>
              <a:spcBef>
                <a:spcPts val="0"/>
              </a:spcBef>
              <a:spcAft>
                <a:spcPts val="0"/>
              </a:spcAft>
              <a:buClr>
                <a:srgbClr val="FF5608"/>
              </a:buClr>
              <a:buSzPts val="8000"/>
              <a:buNone/>
              <a:defRPr sz="8000">
                <a:solidFill>
                  <a:srgbClr val="FF5608"/>
                </a:solidFill>
              </a:defRPr>
            </a:lvl6pPr>
            <a:lvl7pPr lvl="6" algn="ctr" rtl="0">
              <a:lnSpc>
                <a:spcPct val="100000"/>
              </a:lnSpc>
              <a:spcBef>
                <a:spcPts val="0"/>
              </a:spcBef>
              <a:spcAft>
                <a:spcPts val="0"/>
              </a:spcAft>
              <a:buClr>
                <a:srgbClr val="FF5608"/>
              </a:buClr>
              <a:buSzPts val="8000"/>
              <a:buNone/>
              <a:defRPr sz="8000">
                <a:solidFill>
                  <a:srgbClr val="FF5608"/>
                </a:solidFill>
              </a:defRPr>
            </a:lvl7pPr>
            <a:lvl8pPr lvl="7" algn="ctr" rtl="0">
              <a:lnSpc>
                <a:spcPct val="100000"/>
              </a:lnSpc>
              <a:spcBef>
                <a:spcPts val="0"/>
              </a:spcBef>
              <a:spcAft>
                <a:spcPts val="0"/>
              </a:spcAft>
              <a:buClr>
                <a:srgbClr val="FF5608"/>
              </a:buClr>
              <a:buSzPts val="8000"/>
              <a:buNone/>
              <a:defRPr sz="8000">
                <a:solidFill>
                  <a:srgbClr val="FF5608"/>
                </a:solidFill>
              </a:defRPr>
            </a:lvl8pPr>
            <a:lvl9pPr lvl="8" algn="ctr" rtl="0">
              <a:lnSpc>
                <a:spcPct val="100000"/>
              </a:lnSpc>
              <a:spcBef>
                <a:spcPts val="0"/>
              </a:spcBef>
              <a:spcAft>
                <a:spcPts val="0"/>
              </a:spcAft>
              <a:buClr>
                <a:srgbClr val="FF5608"/>
              </a:buClr>
              <a:buSzPts val="8000"/>
              <a:buNone/>
              <a:defRPr sz="8000">
                <a:solidFill>
                  <a:srgbClr val="FF5608"/>
                </a:solidFill>
              </a:defRPr>
            </a:lvl9pPr>
          </a:lstStyle>
          <a:p>
            <a:r>
              <a:t>xx%</a:t>
            </a:r>
          </a:p>
        </p:txBody>
      </p:sp>
      <p:sp>
        <p:nvSpPr>
          <p:cNvPr id="931" name="Google Shape;931;p61"/>
          <p:cNvSpPr txBox="1">
            <a:spLocks noGrp="1"/>
          </p:cNvSpPr>
          <p:nvPr>
            <p:ph type="subTitle" idx="1"/>
          </p:nvPr>
        </p:nvSpPr>
        <p:spPr>
          <a:xfrm>
            <a:off x="6228188" y="1502900"/>
            <a:ext cx="2179200" cy="449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2000"/>
              <a:buFont typeface="Lilita One"/>
              <a:buNone/>
              <a:defRPr sz="2100">
                <a:solidFill>
                  <a:schemeClr val="lt2"/>
                </a:solidFill>
                <a:latin typeface="Lilita One"/>
                <a:ea typeface="Lilita One"/>
                <a:cs typeface="Lilita One"/>
                <a:sym typeface="Lilita 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932" name="Google Shape;932;p61"/>
          <p:cNvSpPr txBox="1">
            <a:spLocks noGrp="1"/>
          </p:cNvSpPr>
          <p:nvPr>
            <p:ph type="subTitle" idx="3"/>
          </p:nvPr>
        </p:nvSpPr>
        <p:spPr>
          <a:xfrm>
            <a:off x="6228188" y="1975350"/>
            <a:ext cx="2370600" cy="572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2000"/>
              <a:buNone/>
              <a:defRPr sz="1600">
                <a:solidFill>
                  <a:schemeClr val="accent1"/>
                </a:solidFill>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933" name="Google Shape;933;p61"/>
          <p:cNvSpPr txBox="1">
            <a:spLocks noGrp="1"/>
          </p:cNvSpPr>
          <p:nvPr>
            <p:ph type="title" idx="4" hasCustomPrompt="1"/>
          </p:nvPr>
        </p:nvSpPr>
        <p:spPr>
          <a:xfrm>
            <a:off x="4668038" y="3003900"/>
            <a:ext cx="1503900" cy="1078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5608"/>
              </a:buClr>
              <a:buSzPts val="8000"/>
              <a:buNone/>
              <a:defRPr sz="8000">
                <a:solidFill>
                  <a:schemeClr val="accent4"/>
                </a:solidFill>
              </a:defRPr>
            </a:lvl1pPr>
            <a:lvl2pPr lvl="1" algn="ctr" rtl="0">
              <a:lnSpc>
                <a:spcPct val="100000"/>
              </a:lnSpc>
              <a:spcBef>
                <a:spcPts val="0"/>
              </a:spcBef>
              <a:spcAft>
                <a:spcPts val="0"/>
              </a:spcAft>
              <a:buClr>
                <a:srgbClr val="FF5608"/>
              </a:buClr>
              <a:buSzPts val="8000"/>
              <a:buNone/>
              <a:defRPr sz="8000">
                <a:solidFill>
                  <a:srgbClr val="FF5608"/>
                </a:solidFill>
              </a:defRPr>
            </a:lvl2pPr>
            <a:lvl3pPr lvl="2" algn="ctr" rtl="0">
              <a:lnSpc>
                <a:spcPct val="100000"/>
              </a:lnSpc>
              <a:spcBef>
                <a:spcPts val="0"/>
              </a:spcBef>
              <a:spcAft>
                <a:spcPts val="0"/>
              </a:spcAft>
              <a:buClr>
                <a:srgbClr val="FF5608"/>
              </a:buClr>
              <a:buSzPts val="8000"/>
              <a:buNone/>
              <a:defRPr sz="8000">
                <a:solidFill>
                  <a:srgbClr val="FF5608"/>
                </a:solidFill>
              </a:defRPr>
            </a:lvl3pPr>
            <a:lvl4pPr lvl="3" algn="ctr" rtl="0">
              <a:lnSpc>
                <a:spcPct val="100000"/>
              </a:lnSpc>
              <a:spcBef>
                <a:spcPts val="0"/>
              </a:spcBef>
              <a:spcAft>
                <a:spcPts val="0"/>
              </a:spcAft>
              <a:buClr>
                <a:srgbClr val="FF5608"/>
              </a:buClr>
              <a:buSzPts val="8000"/>
              <a:buNone/>
              <a:defRPr sz="8000">
                <a:solidFill>
                  <a:srgbClr val="FF5608"/>
                </a:solidFill>
              </a:defRPr>
            </a:lvl4pPr>
            <a:lvl5pPr lvl="4" algn="ctr" rtl="0">
              <a:lnSpc>
                <a:spcPct val="100000"/>
              </a:lnSpc>
              <a:spcBef>
                <a:spcPts val="0"/>
              </a:spcBef>
              <a:spcAft>
                <a:spcPts val="0"/>
              </a:spcAft>
              <a:buClr>
                <a:srgbClr val="FF5608"/>
              </a:buClr>
              <a:buSzPts val="8000"/>
              <a:buNone/>
              <a:defRPr sz="8000">
                <a:solidFill>
                  <a:srgbClr val="FF5608"/>
                </a:solidFill>
              </a:defRPr>
            </a:lvl5pPr>
            <a:lvl6pPr lvl="5" algn="ctr" rtl="0">
              <a:lnSpc>
                <a:spcPct val="100000"/>
              </a:lnSpc>
              <a:spcBef>
                <a:spcPts val="0"/>
              </a:spcBef>
              <a:spcAft>
                <a:spcPts val="0"/>
              </a:spcAft>
              <a:buClr>
                <a:srgbClr val="FF5608"/>
              </a:buClr>
              <a:buSzPts val="8000"/>
              <a:buNone/>
              <a:defRPr sz="8000">
                <a:solidFill>
                  <a:srgbClr val="FF5608"/>
                </a:solidFill>
              </a:defRPr>
            </a:lvl6pPr>
            <a:lvl7pPr lvl="6" algn="ctr" rtl="0">
              <a:lnSpc>
                <a:spcPct val="100000"/>
              </a:lnSpc>
              <a:spcBef>
                <a:spcPts val="0"/>
              </a:spcBef>
              <a:spcAft>
                <a:spcPts val="0"/>
              </a:spcAft>
              <a:buClr>
                <a:srgbClr val="FF5608"/>
              </a:buClr>
              <a:buSzPts val="8000"/>
              <a:buNone/>
              <a:defRPr sz="8000">
                <a:solidFill>
                  <a:srgbClr val="FF5608"/>
                </a:solidFill>
              </a:defRPr>
            </a:lvl7pPr>
            <a:lvl8pPr lvl="7" algn="ctr" rtl="0">
              <a:lnSpc>
                <a:spcPct val="100000"/>
              </a:lnSpc>
              <a:spcBef>
                <a:spcPts val="0"/>
              </a:spcBef>
              <a:spcAft>
                <a:spcPts val="0"/>
              </a:spcAft>
              <a:buClr>
                <a:srgbClr val="FF5608"/>
              </a:buClr>
              <a:buSzPts val="8000"/>
              <a:buNone/>
              <a:defRPr sz="8000">
                <a:solidFill>
                  <a:srgbClr val="FF5608"/>
                </a:solidFill>
              </a:defRPr>
            </a:lvl8pPr>
            <a:lvl9pPr lvl="8" algn="ctr" rtl="0">
              <a:lnSpc>
                <a:spcPct val="100000"/>
              </a:lnSpc>
              <a:spcBef>
                <a:spcPts val="0"/>
              </a:spcBef>
              <a:spcAft>
                <a:spcPts val="0"/>
              </a:spcAft>
              <a:buClr>
                <a:srgbClr val="FF5608"/>
              </a:buClr>
              <a:buSzPts val="8000"/>
              <a:buNone/>
              <a:defRPr sz="8000">
                <a:solidFill>
                  <a:srgbClr val="FF5608"/>
                </a:solidFill>
              </a:defRPr>
            </a:lvl9pPr>
          </a:lstStyle>
          <a:p>
            <a:r>
              <a:t>xx%</a:t>
            </a:r>
          </a:p>
        </p:txBody>
      </p:sp>
      <p:sp>
        <p:nvSpPr>
          <p:cNvPr id="934" name="Google Shape;934;p61"/>
          <p:cNvSpPr txBox="1">
            <a:spLocks noGrp="1"/>
          </p:cNvSpPr>
          <p:nvPr>
            <p:ph type="subTitle" idx="5"/>
          </p:nvPr>
        </p:nvSpPr>
        <p:spPr>
          <a:xfrm>
            <a:off x="6228188" y="3036138"/>
            <a:ext cx="2179200" cy="449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2000"/>
              <a:buFont typeface="Lilita One"/>
              <a:buNone/>
              <a:defRPr sz="2100">
                <a:solidFill>
                  <a:schemeClr val="lt2"/>
                </a:solidFill>
                <a:latin typeface="Lilita One"/>
                <a:ea typeface="Lilita One"/>
                <a:cs typeface="Lilita One"/>
                <a:sym typeface="Lilita 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935" name="Google Shape;935;p61"/>
          <p:cNvSpPr txBox="1">
            <a:spLocks noGrp="1"/>
          </p:cNvSpPr>
          <p:nvPr>
            <p:ph type="subTitle" idx="6"/>
          </p:nvPr>
        </p:nvSpPr>
        <p:spPr>
          <a:xfrm>
            <a:off x="6228188" y="3485538"/>
            <a:ext cx="2370600" cy="572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2000"/>
              <a:buNone/>
              <a:defRPr sz="1600">
                <a:solidFill>
                  <a:schemeClr val="accent1"/>
                </a:solidFill>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936" name="Google Shape;936;p61"/>
          <p:cNvSpPr txBox="1">
            <a:spLocks noGrp="1"/>
          </p:cNvSpPr>
          <p:nvPr>
            <p:ph type="title" idx="7" hasCustomPrompt="1"/>
          </p:nvPr>
        </p:nvSpPr>
        <p:spPr>
          <a:xfrm>
            <a:off x="2971988" y="1469900"/>
            <a:ext cx="1503900" cy="1078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5608"/>
              </a:buClr>
              <a:buSzPts val="8000"/>
              <a:buNone/>
              <a:defRPr sz="8000">
                <a:solidFill>
                  <a:schemeClr val="accent4"/>
                </a:solidFill>
              </a:defRPr>
            </a:lvl1pPr>
            <a:lvl2pPr lvl="1" algn="ctr" rtl="0">
              <a:lnSpc>
                <a:spcPct val="100000"/>
              </a:lnSpc>
              <a:spcBef>
                <a:spcPts val="0"/>
              </a:spcBef>
              <a:spcAft>
                <a:spcPts val="0"/>
              </a:spcAft>
              <a:buClr>
                <a:srgbClr val="FF5608"/>
              </a:buClr>
              <a:buSzPts val="8000"/>
              <a:buNone/>
              <a:defRPr sz="8000">
                <a:solidFill>
                  <a:srgbClr val="FF5608"/>
                </a:solidFill>
              </a:defRPr>
            </a:lvl2pPr>
            <a:lvl3pPr lvl="2" algn="ctr" rtl="0">
              <a:lnSpc>
                <a:spcPct val="100000"/>
              </a:lnSpc>
              <a:spcBef>
                <a:spcPts val="0"/>
              </a:spcBef>
              <a:spcAft>
                <a:spcPts val="0"/>
              </a:spcAft>
              <a:buClr>
                <a:srgbClr val="FF5608"/>
              </a:buClr>
              <a:buSzPts val="8000"/>
              <a:buNone/>
              <a:defRPr sz="8000">
                <a:solidFill>
                  <a:srgbClr val="FF5608"/>
                </a:solidFill>
              </a:defRPr>
            </a:lvl3pPr>
            <a:lvl4pPr lvl="3" algn="ctr" rtl="0">
              <a:lnSpc>
                <a:spcPct val="100000"/>
              </a:lnSpc>
              <a:spcBef>
                <a:spcPts val="0"/>
              </a:spcBef>
              <a:spcAft>
                <a:spcPts val="0"/>
              </a:spcAft>
              <a:buClr>
                <a:srgbClr val="FF5608"/>
              </a:buClr>
              <a:buSzPts val="8000"/>
              <a:buNone/>
              <a:defRPr sz="8000">
                <a:solidFill>
                  <a:srgbClr val="FF5608"/>
                </a:solidFill>
              </a:defRPr>
            </a:lvl4pPr>
            <a:lvl5pPr lvl="4" algn="ctr" rtl="0">
              <a:lnSpc>
                <a:spcPct val="100000"/>
              </a:lnSpc>
              <a:spcBef>
                <a:spcPts val="0"/>
              </a:spcBef>
              <a:spcAft>
                <a:spcPts val="0"/>
              </a:spcAft>
              <a:buClr>
                <a:srgbClr val="FF5608"/>
              </a:buClr>
              <a:buSzPts val="8000"/>
              <a:buNone/>
              <a:defRPr sz="8000">
                <a:solidFill>
                  <a:srgbClr val="FF5608"/>
                </a:solidFill>
              </a:defRPr>
            </a:lvl5pPr>
            <a:lvl6pPr lvl="5" algn="ctr" rtl="0">
              <a:lnSpc>
                <a:spcPct val="100000"/>
              </a:lnSpc>
              <a:spcBef>
                <a:spcPts val="0"/>
              </a:spcBef>
              <a:spcAft>
                <a:spcPts val="0"/>
              </a:spcAft>
              <a:buClr>
                <a:srgbClr val="FF5608"/>
              </a:buClr>
              <a:buSzPts val="8000"/>
              <a:buNone/>
              <a:defRPr sz="8000">
                <a:solidFill>
                  <a:srgbClr val="FF5608"/>
                </a:solidFill>
              </a:defRPr>
            </a:lvl6pPr>
            <a:lvl7pPr lvl="6" algn="ctr" rtl="0">
              <a:lnSpc>
                <a:spcPct val="100000"/>
              </a:lnSpc>
              <a:spcBef>
                <a:spcPts val="0"/>
              </a:spcBef>
              <a:spcAft>
                <a:spcPts val="0"/>
              </a:spcAft>
              <a:buClr>
                <a:srgbClr val="FF5608"/>
              </a:buClr>
              <a:buSzPts val="8000"/>
              <a:buNone/>
              <a:defRPr sz="8000">
                <a:solidFill>
                  <a:srgbClr val="FF5608"/>
                </a:solidFill>
              </a:defRPr>
            </a:lvl7pPr>
            <a:lvl8pPr lvl="7" algn="ctr" rtl="0">
              <a:lnSpc>
                <a:spcPct val="100000"/>
              </a:lnSpc>
              <a:spcBef>
                <a:spcPts val="0"/>
              </a:spcBef>
              <a:spcAft>
                <a:spcPts val="0"/>
              </a:spcAft>
              <a:buClr>
                <a:srgbClr val="FF5608"/>
              </a:buClr>
              <a:buSzPts val="8000"/>
              <a:buNone/>
              <a:defRPr sz="8000">
                <a:solidFill>
                  <a:srgbClr val="FF5608"/>
                </a:solidFill>
              </a:defRPr>
            </a:lvl8pPr>
            <a:lvl9pPr lvl="8" algn="ctr" rtl="0">
              <a:lnSpc>
                <a:spcPct val="100000"/>
              </a:lnSpc>
              <a:spcBef>
                <a:spcPts val="0"/>
              </a:spcBef>
              <a:spcAft>
                <a:spcPts val="0"/>
              </a:spcAft>
              <a:buClr>
                <a:srgbClr val="FF5608"/>
              </a:buClr>
              <a:buSzPts val="8000"/>
              <a:buNone/>
              <a:defRPr sz="8000">
                <a:solidFill>
                  <a:srgbClr val="FF5608"/>
                </a:solidFill>
              </a:defRPr>
            </a:lvl9pPr>
          </a:lstStyle>
          <a:p>
            <a:r>
              <a:t>xx%</a:t>
            </a:r>
          </a:p>
        </p:txBody>
      </p:sp>
      <p:sp>
        <p:nvSpPr>
          <p:cNvPr id="937" name="Google Shape;937;p61"/>
          <p:cNvSpPr txBox="1">
            <a:spLocks noGrp="1"/>
          </p:cNvSpPr>
          <p:nvPr>
            <p:ph type="title" idx="8" hasCustomPrompt="1"/>
          </p:nvPr>
        </p:nvSpPr>
        <p:spPr>
          <a:xfrm>
            <a:off x="2971988" y="3003900"/>
            <a:ext cx="1503900" cy="1078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5608"/>
              </a:buClr>
              <a:buSzPts val="8000"/>
              <a:buNone/>
              <a:defRPr sz="8000">
                <a:solidFill>
                  <a:schemeClr val="accent4"/>
                </a:solidFill>
              </a:defRPr>
            </a:lvl1pPr>
            <a:lvl2pPr lvl="1" algn="ctr" rtl="0">
              <a:lnSpc>
                <a:spcPct val="100000"/>
              </a:lnSpc>
              <a:spcBef>
                <a:spcPts val="0"/>
              </a:spcBef>
              <a:spcAft>
                <a:spcPts val="0"/>
              </a:spcAft>
              <a:buClr>
                <a:srgbClr val="FF5608"/>
              </a:buClr>
              <a:buSzPts val="8000"/>
              <a:buNone/>
              <a:defRPr sz="8000">
                <a:solidFill>
                  <a:srgbClr val="FF5608"/>
                </a:solidFill>
              </a:defRPr>
            </a:lvl2pPr>
            <a:lvl3pPr lvl="2" algn="ctr" rtl="0">
              <a:lnSpc>
                <a:spcPct val="100000"/>
              </a:lnSpc>
              <a:spcBef>
                <a:spcPts val="0"/>
              </a:spcBef>
              <a:spcAft>
                <a:spcPts val="0"/>
              </a:spcAft>
              <a:buClr>
                <a:srgbClr val="FF5608"/>
              </a:buClr>
              <a:buSzPts val="8000"/>
              <a:buNone/>
              <a:defRPr sz="8000">
                <a:solidFill>
                  <a:srgbClr val="FF5608"/>
                </a:solidFill>
              </a:defRPr>
            </a:lvl3pPr>
            <a:lvl4pPr lvl="3" algn="ctr" rtl="0">
              <a:lnSpc>
                <a:spcPct val="100000"/>
              </a:lnSpc>
              <a:spcBef>
                <a:spcPts val="0"/>
              </a:spcBef>
              <a:spcAft>
                <a:spcPts val="0"/>
              </a:spcAft>
              <a:buClr>
                <a:srgbClr val="FF5608"/>
              </a:buClr>
              <a:buSzPts val="8000"/>
              <a:buNone/>
              <a:defRPr sz="8000">
                <a:solidFill>
                  <a:srgbClr val="FF5608"/>
                </a:solidFill>
              </a:defRPr>
            </a:lvl4pPr>
            <a:lvl5pPr lvl="4" algn="ctr" rtl="0">
              <a:lnSpc>
                <a:spcPct val="100000"/>
              </a:lnSpc>
              <a:spcBef>
                <a:spcPts val="0"/>
              </a:spcBef>
              <a:spcAft>
                <a:spcPts val="0"/>
              </a:spcAft>
              <a:buClr>
                <a:srgbClr val="FF5608"/>
              </a:buClr>
              <a:buSzPts val="8000"/>
              <a:buNone/>
              <a:defRPr sz="8000">
                <a:solidFill>
                  <a:srgbClr val="FF5608"/>
                </a:solidFill>
              </a:defRPr>
            </a:lvl5pPr>
            <a:lvl6pPr lvl="5" algn="ctr" rtl="0">
              <a:lnSpc>
                <a:spcPct val="100000"/>
              </a:lnSpc>
              <a:spcBef>
                <a:spcPts val="0"/>
              </a:spcBef>
              <a:spcAft>
                <a:spcPts val="0"/>
              </a:spcAft>
              <a:buClr>
                <a:srgbClr val="FF5608"/>
              </a:buClr>
              <a:buSzPts val="8000"/>
              <a:buNone/>
              <a:defRPr sz="8000">
                <a:solidFill>
                  <a:srgbClr val="FF5608"/>
                </a:solidFill>
              </a:defRPr>
            </a:lvl6pPr>
            <a:lvl7pPr lvl="6" algn="ctr" rtl="0">
              <a:lnSpc>
                <a:spcPct val="100000"/>
              </a:lnSpc>
              <a:spcBef>
                <a:spcPts val="0"/>
              </a:spcBef>
              <a:spcAft>
                <a:spcPts val="0"/>
              </a:spcAft>
              <a:buClr>
                <a:srgbClr val="FF5608"/>
              </a:buClr>
              <a:buSzPts val="8000"/>
              <a:buNone/>
              <a:defRPr sz="8000">
                <a:solidFill>
                  <a:srgbClr val="FF5608"/>
                </a:solidFill>
              </a:defRPr>
            </a:lvl7pPr>
            <a:lvl8pPr lvl="7" algn="ctr" rtl="0">
              <a:lnSpc>
                <a:spcPct val="100000"/>
              </a:lnSpc>
              <a:spcBef>
                <a:spcPts val="0"/>
              </a:spcBef>
              <a:spcAft>
                <a:spcPts val="0"/>
              </a:spcAft>
              <a:buClr>
                <a:srgbClr val="FF5608"/>
              </a:buClr>
              <a:buSzPts val="8000"/>
              <a:buNone/>
              <a:defRPr sz="8000">
                <a:solidFill>
                  <a:srgbClr val="FF5608"/>
                </a:solidFill>
              </a:defRPr>
            </a:lvl8pPr>
            <a:lvl9pPr lvl="8" algn="ctr" rtl="0">
              <a:lnSpc>
                <a:spcPct val="100000"/>
              </a:lnSpc>
              <a:spcBef>
                <a:spcPts val="0"/>
              </a:spcBef>
              <a:spcAft>
                <a:spcPts val="0"/>
              </a:spcAft>
              <a:buClr>
                <a:srgbClr val="FF5608"/>
              </a:buClr>
              <a:buSzPts val="8000"/>
              <a:buNone/>
              <a:defRPr sz="8000">
                <a:solidFill>
                  <a:srgbClr val="FF5608"/>
                </a:solidFill>
              </a:defRPr>
            </a:lvl9pPr>
          </a:lstStyle>
          <a:p>
            <a:r>
              <a:t>xx%</a:t>
            </a:r>
          </a:p>
        </p:txBody>
      </p:sp>
      <p:sp>
        <p:nvSpPr>
          <p:cNvPr id="938" name="Google Shape;938;p61"/>
          <p:cNvSpPr txBox="1">
            <a:spLocks noGrp="1"/>
          </p:cNvSpPr>
          <p:nvPr>
            <p:ph type="subTitle" idx="9"/>
          </p:nvPr>
        </p:nvSpPr>
        <p:spPr>
          <a:xfrm>
            <a:off x="736613" y="1502900"/>
            <a:ext cx="2179200" cy="4494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rgbClr val="FFFFFF"/>
              </a:buClr>
              <a:buSzPts val="2000"/>
              <a:buFont typeface="Lilita One"/>
              <a:buNone/>
              <a:defRPr sz="2100">
                <a:solidFill>
                  <a:schemeClr val="lt2"/>
                </a:solidFill>
                <a:latin typeface="Lilita One"/>
                <a:ea typeface="Lilita One"/>
                <a:cs typeface="Lilita One"/>
                <a:sym typeface="Lilita One"/>
              </a:defRPr>
            </a:lvl1pPr>
            <a:lvl2pPr lvl="1" algn="r" rtl="0">
              <a:lnSpc>
                <a:spcPct val="100000"/>
              </a:lnSpc>
              <a:spcBef>
                <a:spcPts val="0"/>
              </a:spcBef>
              <a:spcAft>
                <a:spcPts val="0"/>
              </a:spcAft>
              <a:buSzPts val="1600"/>
              <a:buNone/>
              <a:defRPr/>
            </a:lvl2pPr>
            <a:lvl3pPr lvl="2" algn="r" rtl="0">
              <a:lnSpc>
                <a:spcPct val="100000"/>
              </a:lnSpc>
              <a:spcBef>
                <a:spcPts val="0"/>
              </a:spcBef>
              <a:spcAft>
                <a:spcPts val="0"/>
              </a:spcAft>
              <a:buSzPts val="1600"/>
              <a:buNone/>
              <a:defRPr/>
            </a:lvl3pPr>
            <a:lvl4pPr lvl="3" algn="r" rtl="0">
              <a:lnSpc>
                <a:spcPct val="100000"/>
              </a:lnSpc>
              <a:spcBef>
                <a:spcPts val="0"/>
              </a:spcBef>
              <a:spcAft>
                <a:spcPts val="0"/>
              </a:spcAft>
              <a:buSzPts val="1600"/>
              <a:buNone/>
              <a:defRPr/>
            </a:lvl4pPr>
            <a:lvl5pPr lvl="4" algn="r" rtl="0">
              <a:lnSpc>
                <a:spcPct val="100000"/>
              </a:lnSpc>
              <a:spcBef>
                <a:spcPts val="0"/>
              </a:spcBef>
              <a:spcAft>
                <a:spcPts val="0"/>
              </a:spcAft>
              <a:buSzPts val="1600"/>
              <a:buNone/>
              <a:defRPr/>
            </a:lvl5pPr>
            <a:lvl6pPr lvl="5" algn="r" rtl="0">
              <a:lnSpc>
                <a:spcPct val="100000"/>
              </a:lnSpc>
              <a:spcBef>
                <a:spcPts val="0"/>
              </a:spcBef>
              <a:spcAft>
                <a:spcPts val="0"/>
              </a:spcAft>
              <a:buSzPts val="1600"/>
              <a:buNone/>
              <a:defRPr/>
            </a:lvl6pPr>
            <a:lvl7pPr lvl="6" algn="r" rtl="0">
              <a:lnSpc>
                <a:spcPct val="100000"/>
              </a:lnSpc>
              <a:spcBef>
                <a:spcPts val="0"/>
              </a:spcBef>
              <a:spcAft>
                <a:spcPts val="0"/>
              </a:spcAft>
              <a:buSzPts val="1600"/>
              <a:buNone/>
              <a:defRPr/>
            </a:lvl7pPr>
            <a:lvl8pPr lvl="7" algn="r" rtl="0">
              <a:lnSpc>
                <a:spcPct val="100000"/>
              </a:lnSpc>
              <a:spcBef>
                <a:spcPts val="0"/>
              </a:spcBef>
              <a:spcAft>
                <a:spcPts val="0"/>
              </a:spcAft>
              <a:buSzPts val="1600"/>
              <a:buNone/>
              <a:defRPr/>
            </a:lvl8pPr>
            <a:lvl9pPr lvl="8" algn="r" rtl="0">
              <a:lnSpc>
                <a:spcPct val="100000"/>
              </a:lnSpc>
              <a:spcBef>
                <a:spcPts val="0"/>
              </a:spcBef>
              <a:spcAft>
                <a:spcPts val="0"/>
              </a:spcAft>
              <a:buSzPts val="1600"/>
              <a:buNone/>
              <a:defRPr/>
            </a:lvl9pPr>
          </a:lstStyle>
          <a:p>
            <a:endParaRPr/>
          </a:p>
        </p:txBody>
      </p:sp>
      <p:sp>
        <p:nvSpPr>
          <p:cNvPr id="939" name="Google Shape;939;p61"/>
          <p:cNvSpPr txBox="1">
            <a:spLocks noGrp="1"/>
          </p:cNvSpPr>
          <p:nvPr>
            <p:ph type="subTitle" idx="13"/>
          </p:nvPr>
        </p:nvSpPr>
        <p:spPr>
          <a:xfrm>
            <a:off x="545363" y="1975350"/>
            <a:ext cx="2370600" cy="572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rgbClr val="FFFFFF"/>
              </a:buClr>
              <a:buSzPts val="2000"/>
              <a:buNone/>
              <a:defRPr sz="1600">
                <a:solidFill>
                  <a:schemeClr val="accent1"/>
                </a:solidFill>
              </a:defRPr>
            </a:lvl1pPr>
            <a:lvl2pPr lvl="1" algn="r" rtl="0">
              <a:lnSpc>
                <a:spcPct val="100000"/>
              </a:lnSpc>
              <a:spcBef>
                <a:spcPts val="0"/>
              </a:spcBef>
              <a:spcAft>
                <a:spcPts val="0"/>
              </a:spcAft>
              <a:buSzPts val="1600"/>
              <a:buNone/>
              <a:defRPr/>
            </a:lvl2pPr>
            <a:lvl3pPr lvl="2" algn="r" rtl="0">
              <a:lnSpc>
                <a:spcPct val="100000"/>
              </a:lnSpc>
              <a:spcBef>
                <a:spcPts val="0"/>
              </a:spcBef>
              <a:spcAft>
                <a:spcPts val="0"/>
              </a:spcAft>
              <a:buSzPts val="1600"/>
              <a:buNone/>
              <a:defRPr/>
            </a:lvl3pPr>
            <a:lvl4pPr lvl="3" algn="r" rtl="0">
              <a:lnSpc>
                <a:spcPct val="100000"/>
              </a:lnSpc>
              <a:spcBef>
                <a:spcPts val="0"/>
              </a:spcBef>
              <a:spcAft>
                <a:spcPts val="0"/>
              </a:spcAft>
              <a:buSzPts val="1600"/>
              <a:buNone/>
              <a:defRPr/>
            </a:lvl4pPr>
            <a:lvl5pPr lvl="4" algn="r" rtl="0">
              <a:lnSpc>
                <a:spcPct val="100000"/>
              </a:lnSpc>
              <a:spcBef>
                <a:spcPts val="0"/>
              </a:spcBef>
              <a:spcAft>
                <a:spcPts val="0"/>
              </a:spcAft>
              <a:buSzPts val="1600"/>
              <a:buNone/>
              <a:defRPr/>
            </a:lvl5pPr>
            <a:lvl6pPr lvl="5" algn="r" rtl="0">
              <a:lnSpc>
                <a:spcPct val="100000"/>
              </a:lnSpc>
              <a:spcBef>
                <a:spcPts val="0"/>
              </a:spcBef>
              <a:spcAft>
                <a:spcPts val="0"/>
              </a:spcAft>
              <a:buSzPts val="1600"/>
              <a:buNone/>
              <a:defRPr/>
            </a:lvl6pPr>
            <a:lvl7pPr lvl="6" algn="r" rtl="0">
              <a:lnSpc>
                <a:spcPct val="100000"/>
              </a:lnSpc>
              <a:spcBef>
                <a:spcPts val="0"/>
              </a:spcBef>
              <a:spcAft>
                <a:spcPts val="0"/>
              </a:spcAft>
              <a:buSzPts val="1600"/>
              <a:buNone/>
              <a:defRPr/>
            </a:lvl7pPr>
            <a:lvl8pPr lvl="7" algn="r" rtl="0">
              <a:lnSpc>
                <a:spcPct val="100000"/>
              </a:lnSpc>
              <a:spcBef>
                <a:spcPts val="0"/>
              </a:spcBef>
              <a:spcAft>
                <a:spcPts val="0"/>
              </a:spcAft>
              <a:buSzPts val="1600"/>
              <a:buNone/>
              <a:defRPr/>
            </a:lvl8pPr>
            <a:lvl9pPr lvl="8" algn="r" rtl="0">
              <a:lnSpc>
                <a:spcPct val="100000"/>
              </a:lnSpc>
              <a:spcBef>
                <a:spcPts val="0"/>
              </a:spcBef>
              <a:spcAft>
                <a:spcPts val="0"/>
              </a:spcAft>
              <a:buSzPts val="1600"/>
              <a:buNone/>
              <a:defRPr/>
            </a:lvl9pPr>
          </a:lstStyle>
          <a:p>
            <a:endParaRPr/>
          </a:p>
        </p:txBody>
      </p:sp>
      <p:sp>
        <p:nvSpPr>
          <p:cNvPr id="940" name="Google Shape;940;p61"/>
          <p:cNvSpPr txBox="1">
            <a:spLocks noGrp="1"/>
          </p:cNvSpPr>
          <p:nvPr>
            <p:ph type="subTitle" idx="14"/>
          </p:nvPr>
        </p:nvSpPr>
        <p:spPr>
          <a:xfrm>
            <a:off x="736613" y="3036138"/>
            <a:ext cx="2179200" cy="4494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rgbClr val="FFFFFF"/>
              </a:buClr>
              <a:buSzPts val="2000"/>
              <a:buFont typeface="Lilita One"/>
              <a:buNone/>
              <a:defRPr sz="2100">
                <a:solidFill>
                  <a:schemeClr val="lt2"/>
                </a:solidFill>
                <a:latin typeface="Lilita One"/>
                <a:ea typeface="Lilita One"/>
                <a:cs typeface="Lilita One"/>
                <a:sym typeface="Lilita One"/>
              </a:defRPr>
            </a:lvl1pPr>
            <a:lvl2pPr lvl="1" algn="r" rtl="0">
              <a:lnSpc>
                <a:spcPct val="100000"/>
              </a:lnSpc>
              <a:spcBef>
                <a:spcPts val="0"/>
              </a:spcBef>
              <a:spcAft>
                <a:spcPts val="0"/>
              </a:spcAft>
              <a:buSzPts val="1600"/>
              <a:buNone/>
              <a:defRPr/>
            </a:lvl2pPr>
            <a:lvl3pPr lvl="2" algn="r" rtl="0">
              <a:lnSpc>
                <a:spcPct val="100000"/>
              </a:lnSpc>
              <a:spcBef>
                <a:spcPts val="0"/>
              </a:spcBef>
              <a:spcAft>
                <a:spcPts val="0"/>
              </a:spcAft>
              <a:buSzPts val="1600"/>
              <a:buNone/>
              <a:defRPr/>
            </a:lvl3pPr>
            <a:lvl4pPr lvl="3" algn="r" rtl="0">
              <a:lnSpc>
                <a:spcPct val="100000"/>
              </a:lnSpc>
              <a:spcBef>
                <a:spcPts val="0"/>
              </a:spcBef>
              <a:spcAft>
                <a:spcPts val="0"/>
              </a:spcAft>
              <a:buSzPts val="1600"/>
              <a:buNone/>
              <a:defRPr/>
            </a:lvl4pPr>
            <a:lvl5pPr lvl="4" algn="r" rtl="0">
              <a:lnSpc>
                <a:spcPct val="100000"/>
              </a:lnSpc>
              <a:spcBef>
                <a:spcPts val="0"/>
              </a:spcBef>
              <a:spcAft>
                <a:spcPts val="0"/>
              </a:spcAft>
              <a:buSzPts val="1600"/>
              <a:buNone/>
              <a:defRPr/>
            </a:lvl5pPr>
            <a:lvl6pPr lvl="5" algn="r" rtl="0">
              <a:lnSpc>
                <a:spcPct val="100000"/>
              </a:lnSpc>
              <a:spcBef>
                <a:spcPts val="0"/>
              </a:spcBef>
              <a:spcAft>
                <a:spcPts val="0"/>
              </a:spcAft>
              <a:buSzPts val="1600"/>
              <a:buNone/>
              <a:defRPr/>
            </a:lvl6pPr>
            <a:lvl7pPr lvl="6" algn="r" rtl="0">
              <a:lnSpc>
                <a:spcPct val="100000"/>
              </a:lnSpc>
              <a:spcBef>
                <a:spcPts val="0"/>
              </a:spcBef>
              <a:spcAft>
                <a:spcPts val="0"/>
              </a:spcAft>
              <a:buSzPts val="1600"/>
              <a:buNone/>
              <a:defRPr/>
            </a:lvl7pPr>
            <a:lvl8pPr lvl="7" algn="r" rtl="0">
              <a:lnSpc>
                <a:spcPct val="100000"/>
              </a:lnSpc>
              <a:spcBef>
                <a:spcPts val="0"/>
              </a:spcBef>
              <a:spcAft>
                <a:spcPts val="0"/>
              </a:spcAft>
              <a:buSzPts val="1600"/>
              <a:buNone/>
              <a:defRPr/>
            </a:lvl8pPr>
            <a:lvl9pPr lvl="8" algn="r" rtl="0">
              <a:lnSpc>
                <a:spcPct val="100000"/>
              </a:lnSpc>
              <a:spcBef>
                <a:spcPts val="0"/>
              </a:spcBef>
              <a:spcAft>
                <a:spcPts val="0"/>
              </a:spcAft>
              <a:buSzPts val="1600"/>
              <a:buNone/>
              <a:defRPr/>
            </a:lvl9pPr>
          </a:lstStyle>
          <a:p>
            <a:endParaRPr/>
          </a:p>
        </p:txBody>
      </p:sp>
      <p:sp>
        <p:nvSpPr>
          <p:cNvPr id="941" name="Google Shape;941;p61"/>
          <p:cNvSpPr txBox="1">
            <a:spLocks noGrp="1"/>
          </p:cNvSpPr>
          <p:nvPr>
            <p:ph type="subTitle" idx="15"/>
          </p:nvPr>
        </p:nvSpPr>
        <p:spPr>
          <a:xfrm>
            <a:off x="545213" y="3485538"/>
            <a:ext cx="2370600" cy="572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rgbClr val="FFFFFF"/>
              </a:buClr>
              <a:buSzPts val="2000"/>
              <a:buNone/>
              <a:defRPr sz="1600">
                <a:solidFill>
                  <a:schemeClr val="accent1"/>
                </a:solidFill>
              </a:defRPr>
            </a:lvl1pPr>
            <a:lvl2pPr lvl="1" algn="r" rtl="0">
              <a:lnSpc>
                <a:spcPct val="100000"/>
              </a:lnSpc>
              <a:spcBef>
                <a:spcPts val="0"/>
              </a:spcBef>
              <a:spcAft>
                <a:spcPts val="0"/>
              </a:spcAft>
              <a:buSzPts val="1600"/>
              <a:buNone/>
              <a:defRPr/>
            </a:lvl2pPr>
            <a:lvl3pPr lvl="2" algn="r" rtl="0">
              <a:lnSpc>
                <a:spcPct val="100000"/>
              </a:lnSpc>
              <a:spcBef>
                <a:spcPts val="0"/>
              </a:spcBef>
              <a:spcAft>
                <a:spcPts val="0"/>
              </a:spcAft>
              <a:buSzPts val="1600"/>
              <a:buNone/>
              <a:defRPr/>
            </a:lvl3pPr>
            <a:lvl4pPr lvl="3" algn="r" rtl="0">
              <a:lnSpc>
                <a:spcPct val="100000"/>
              </a:lnSpc>
              <a:spcBef>
                <a:spcPts val="0"/>
              </a:spcBef>
              <a:spcAft>
                <a:spcPts val="0"/>
              </a:spcAft>
              <a:buSzPts val="1600"/>
              <a:buNone/>
              <a:defRPr/>
            </a:lvl4pPr>
            <a:lvl5pPr lvl="4" algn="r" rtl="0">
              <a:lnSpc>
                <a:spcPct val="100000"/>
              </a:lnSpc>
              <a:spcBef>
                <a:spcPts val="0"/>
              </a:spcBef>
              <a:spcAft>
                <a:spcPts val="0"/>
              </a:spcAft>
              <a:buSzPts val="1600"/>
              <a:buNone/>
              <a:defRPr/>
            </a:lvl5pPr>
            <a:lvl6pPr lvl="5" algn="r" rtl="0">
              <a:lnSpc>
                <a:spcPct val="100000"/>
              </a:lnSpc>
              <a:spcBef>
                <a:spcPts val="0"/>
              </a:spcBef>
              <a:spcAft>
                <a:spcPts val="0"/>
              </a:spcAft>
              <a:buSzPts val="1600"/>
              <a:buNone/>
              <a:defRPr/>
            </a:lvl6pPr>
            <a:lvl7pPr lvl="6" algn="r" rtl="0">
              <a:lnSpc>
                <a:spcPct val="100000"/>
              </a:lnSpc>
              <a:spcBef>
                <a:spcPts val="0"/>
              </a:spcBef>
              <a:spcAft>
                <a:spcPts val="0"/>
              </a:spcAft>
              <a:buSzPts val="1600"/>
              <a:buNone/>
              <a:defRPr/>
            </a:lvl7pPr>
            <a:lvl8pPr lvl="7" algn="r" rtl="0">
              <a:lnSpc>
                <a:spcPct val="100000"/>
              </a:lnSpc>
              <a:spcBef>
                <a:spcPts val="0"/>
              </a:spcBef>
              <a:spcAft>
                <a:spcPts val="0"/>
              </a:spcAft>
              <a:buSzPts val="1600"/>
              <a:buNone/>
              <a:defRPr/>
            </a:lvl8pPr>
            <a:lvl9pPr lvl="8" algn="r" rtl="0">
              <a:lnSpc>
                <a:spcPct val="100000"/>
              </a:lnSpc>
              <a:spcBef>
                <a:spcPts val="0"/>
              </a:spcBef>
              <a:spcAft>
                <a:spcPts val="0"/>
              </a:spcAft>
              <a:buSzPts val="1600"/>
              <a:buNone/>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Quote">
  <p:cSld name="CUSTOM_1">
    <p:bg>
      <p:bgPr>
        <a:solidFill>
          <a:schemeClr val="lt1"/>
        </a:solidFill>
        <a:effectLst/>
      </p:bgPr>
    </p:bg>
    <p:spTree>
      <p:nvGrpSpPr>
        <p:cNvPr id="1" name="Shape 942"/>
        <p:cNvGrpSpPr/>
        <p:nvPr/>
      </p:nvGrpSpPr>
      <p:grpSpPr>
        <a:xfrm>
          <a:off x="0" y="0"/>
          <a:ext cx="0" cy="0"/>
          <a:chOff x="0" y="0"/>
          <a:chExt cx="0" cy="0"/>
        </a:xfrm>
      </p:grpSpPr>
      <p:grpSp>
        <p:nvGrpSpPr>
          <p:cNvPr id="943" name="Google Shape;943;p62"/>
          <p:cNvGrpSpPr/>
          <p:nvPr/>
        </p:nvGrpSpPr>
        <p:grpSpPr>
          <a:xfrm rot="10800000" flipH="1">
            <a:off x="7012492" y="10"/>
            <a:ext cx="2131500" cy="2226300"/>
            <a:chOff x="47" y="-5"/>
            <a:chExt cx="2131500" cy="2226300"/>
          </a:xfrm>
        </p:grpSpPr>
        <p:sp>
          <p:nvSpPr>
            <p:cNvPr id="944" name="Google Shape;944;p62"/>
            <p:cNvSpPr/>
            <p:nvPr/>
          </p:nvSpPr>
          <p:spPr>
            <a:xfrm rot="-900037" flipH="1">
              <a:off x="209828" y="190081"/>
              <a:ext cx="1711938" cy="1846129"/>
            </a:xfrm>
            <a:prstGeom prst="roundRect">
              <a:avLst>
                <a:gd name="adj" fmla="val 5368"/>
              </a:avLst>
            </a:prstGeom>
            <a:solidFill>
              <a:srgbClr val="5F8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5" name="Google Shape;945;p62"/>
            <p:cNvGrpSpPr/>
            <p:nvPr/>
          </p:nvGrpSpPr>
          <p:grpSpPr>
            <a:xfrm rot="-899857" flipH="1">
              <a:off x="366438" y="356630"/>
              <a:ext cx="1398513" cy="1513046"/>
              <a:chOff x="-2206074" y="819150"/>
              <a:chExt cx="3257475" cy="3524250"/>
            </a:xfrm>
          </p:grpSpPr>
          <p:sp>
            <p:nvSpPr>
              <p:cNvPr id="946" name="Google Shape;946;p62"/>
              <p:cNvSpPr/>
              <p:nvPr/>
            </p:nvSpPr>
            <p:spPr>
              <a:xfrm>
                <a:off x="-2206074"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62"/>
              <p:cNvSpPr/>
              <p:nvPr/>
            </p:nvSpPr>
            <p:spPr>
              <a:xfrm>
                <a:off x="70401" y="336240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8" name="Google Shape;948;p62"/>
            <p:cNvSpPr/>
            <p:nvPr/>
          </p:nvSpPr>
          <p:spPr>
            <a:xfrm rot="-899198" flipH="1">
              <a:off x="855093" y="902537"/>
              <a:ext cx="421124" cy="421124"/>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9" name="Google Shape;949;p62"/>
          <p:cNvGrpSpPr/>
          <p:nvPr/>
        </p:nvGrpSpPr>
        <p:grpSpPr>
          <a:xfrm>
            <a:off x="-89" y="-21028"/>
            <a:ext cx="4964700" cy="5185500"/>
            <a:chOff x="4227036" y="7547"/>
            <a:chExt cx="4964700" cy="5185500"/>
          </a:xfrm>
        </p:grpSpPr>
        <p:sp>
          <p:nvSpPr>
            <p:cNvPr id="950" name="Google Shape;950;p62"/>
            <p:cNvSpPr/>
            <p:nvPr/>
          </p:nvSpPr>
          <p:spPr>
            <a:xfrm rot="-899950" flipH="1">
              <a:off x="4715607" y="450278"/>
              <a:ext cx="3987558" cy="4300039"/>
            </a:xfrm>
            <a:prstGeom prst="roundRect">
              <a:avLst>
                <a:gd name="adj" fmla="val 5368"/>
              </a:avLst>
            </a:prstGeom>
            <a:solidFill>
              <a:srgbClr val="5F8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1" name="Google Shape;951;p62"/>
            <p:cNvGrpSpPr/>
            <p:nvPr/>
          </p:nvGrpSpPr>
          <p:grpSpPr>
            <a:xfrm rot="-899960" flipH="1">
              <a:off x="5080682" y="838252"/>
              <a:ext cx="3257378" cy="3524145"/>
              <a:chOff x="-2206074" y="819150"/>
              <a:chExt cx="3257475" cy="3524250"/>
            </a:xfrm>
          </p:grpSpPr>
          <p:grpSp>
            <p:nvGrpSpPr>
              <p:cNvPr id="952" name="Google Shape;952;p62"/>
              <p:cNvGrpSpPr/>
              <p:nvPr/>
            </p:nvGrpSpPr>
            <p:grpSpPr>
              <a:xfrm>
                <a:off x="-2206074" y="819150"/>
                <a:ext cx="3257475" cy="981000"/>
                <a:chOff x="-2209800" y="819150"/>
                <a:chExt cx="3257475" cy="981000"/>
              </a:xfrm>
            </p:grpSpPr>
            <p:sp>
              <p:nvSpPr>
                <p:cNvPr id="953" name="Google Shape;953;p62"/>
                <p:cNvSpPr/>
                <p:nvPr/>
              </p:nvSpPr>
              <p:spPr>
                <a:xfrm>
                  <a:off x="-2209800"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62"/>
                <p:cNvSpPr/>
                <p:nvPr/>
              </p:nvSpPr>
              <p:spPr>
                <a:xfrm>
                  <a:off x="66675"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5" name="Google Shape;955;p62"/>
              <p:cNvGrpSpPr/>
              <p:nvPr/>
            </p:nvGrpSpPr>
            <p:grpSpPr>
              <a:xfrm>
                <a:off x="-2206074" y="3362400"/>
                <a:ext cx="3257475" cy="981000"/>
                <a:chOff x="-2209800" y="819150"/>
                <a:chExt cx="3257475" cy="981000"/>
              </a:xfrm>
            </p:grpSpPr>
            <p:sp>
              <p:nvSpPr>
                <p:cNvPr id="956" name="Google Shape;956;p62"/>
                <p:cNvSpPr/>
                <p:nvPr/>
              </p:nvSpPr>
              <p:spPr>
                <a:xfrm>
                  <a:off x="-2209800"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62"/>
                <p:cNvSpPr/>
                <p:nvPr/>
              </p:nvSpPr>
              <p:spPr>
                <a:xfrm>
                  <a:off x="66675"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958" name="Google Shape;958;p62"/>
          <p:cNvSpPr txBox="1">
            <a:spLocks noGrp="1"/>
          </p:cNvSpPr>
          <p:nvPr>
            <p:ph type="title"/>
          </p:nvPr>
        </p:nvSpPr>
        <p:spPr>
          <a:xfrm>
            <a:off x="713225" y="844175"/>
            <a:ext cx="7711200" cy="30321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a:solidFill>
                  <a:schemeClr val="accent1"/>
                </a:solidFill>
              </a:defRPr>
            </a:lvl1pPr>
            <a:lvl2pPr lvl="1" algn="r" rtl="0">
              <a:spcBef>
                <a:spcPts val="1600"/>
              </a:spcBef>
              <a:spcAft>
                <a:spcPts val="0"/>
              </a:spcAft>
              <a:buSzPts val="3500"/>
              <a:buNone/>
              <a:defRPr sz="3500"/>
            </a:lvl2pPr>
            <a:lvl3pPr lvl="2" algn="r" rtl="0">
              <a:spcBef>
                <a:spcPts val="0"/>
              </a:spcBef>
              <a:spcAft>
                <a:spcPts val="0"/>
              </a:spcAft>
              <a:buSzPts val="3500"/>
              <a:buNone/>
              <a:defRPr sz="3500"/>
            </a:lvl3pPr>
            <a:lvl4pPr lvl="3" algn="r" rtl="0">
              <a:spcBef>
                <a:spcPts val="0"/>
              </a:spcBef>
              <a:spcAft>
                <a:spcPts val="0"/>
              </a:spcAft>
              <a:buSzPts val="3500"/>
              <a:buNone/>
              <a:defRPr sz="3500"/>
            </a:lvl4pPr>
            <a:lvl5pPr lvl="4" algn="r" rtl="0">
              <a:spcBef>
                <a:spcPts val="0"/>
              </a:spcBef>
              <a:spcAft>
                <a:spcPts val="0"/>
              </a:spcAft>
              <a:buSzPts val="3500"/>
              <a:buNone/>
              <a:defRPr sz="3500"/>
            </a:lvl5pPr>
            <a:lvl6pPr lvl="5" algn="r" rtl="0">
              <a:spcBef>
                <a:spcPts val="0"/>
              </a:spcBef>
              <a:spcAft>
                <a:spcPts val="0"/>
              </a:spcAft>
              <a:buSzPts val="3500"/>
              <a:buNone/>
              <a:defRPr sz="3500"/>
            </a:lvl6pPr>
            <a:lvl7pPr lvl="6" algn="r" rtl="0">
              <a:spcBef>
                <a:spcPts val="0"/>
              </a:spcBef>
              <a:spcAft>
                <a:spcPts val="0"/>
              </a:spcAft>
              <a:buSzPts val="3500"/>
              <a:buNone/>
              <a:defRPr sz="3500"/>
            </a:lvl7pPr>
            <a:lvl8pPr lvl="7" algn="r" rtl="0">
              <a:spcBef>
                <a:spcPts val="0"/>
              </a:spcBef>
              <a:spcAft>
                <a:spcPts val="0"/>
              </a:spcAft>
              <a:buSzPts val="3500"/>
              <a:buNone/>
              <a:defRPr sz="3500"/>
            </a:lvl8pPr>
            <a:lvl9pPr lvl="8" algn="r" rtl="0">
              <a:spcBef>
                <a:spcPts val="0"/>
              </a:spcBef>
              <a:spcAft>
                <a:spcPts val="0"/>
              </a:spcAft>
              <a:buSzPts val="3500"/>
              <a:buNone/>
              <a:defRPr sz="3500"/>
            </a:lvl9pPr>
          </a:lstStyle>
          <a:p>
            <a:endParaRPr/>
          </a:p>
        </p:txBody>
      </p:sp>
      <p:sp>
        <p:nvSpPr>
          <p:cNvPr id="959" name="Google Shape;959;p62"/>
          <p:cNvSpPr txBox="1">
            <a:spLocks noGrp="1"/>
          </p:cNvSpPr>
          <p:nvPr>
            <p:ph type="subTitle" idx="1"/>
          </p:nvPr>
        </p:nvSpPr>
        <p:spPr>
          <a:xfrm>
            <a:off x="2615250" y="3173375"/>
            <a:ext cx="3913500" cy="550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3100">
                <a:solidFill>
                  <a:schemeClr val="dk1"/>
                </a:solidFill>
                <a:latin typeface="Lilita One"/>
                <a:ea typeface="Lilita One"/>
                <a:cs typeface="Lilita One"/>
                <a:sym typeface="Lilita 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three columns">
  <p:cSld name="CUSTOM_2">
    <p:bg>
      <p:bgPr>
        <a:solidFill>
          <a:schemeClr val="lt1"/>
        </a:solidFill>
        <a:effectLst/>
      </p:bgPr>
    </p:bg>
    <p:spTree>
      <p:nvGrpSpPr>
        <p:cNvPr id="1" name="Shape 960"/>
        <p:cNvGrpSpPr/>
        <p:nvPr/>
      </p:nvGrpSpPr>
      <p:grpSpPr>
        <a:xfrm>
          <a:off x="0" y="0"/>
          <a:ext cx="0" cy="0"/>
          <a:chOff x="0" y="0"/>
          <a:chExt cx="0" cy="0"/>
        </a:xfrm>
      </p:grpSpPr>
      <p:sp>
        <p:nvSpPr>
          <p:cNvPr id="961" name="Google Shape;961;p63"/>
          <p:cNvSpPr txBox="1">
            <a:spLocks noGrp="1"/>
          </p:cNvSpPr>
          <p:nvPr>
            <p:ph type="title"/>
          </p:nvPr>
        </p:nvSpPr>
        <p:spPr>
          <a:xfrm>
            <a:off x="720000" y="540000"/>
            <a:ext cx="7704000" cy="457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200"/>
              <a:buNone/>
              <a:defRPr>
                <a:solidFill>
                  <a:srgbClr val="FFFFFF"/>
                </a:solidFill>
              </a:defRPr>
            </a:lvl1pPr>
            <a:lvl2pPr lvl="1" rtl="0">
              <a:spcBef>
                <a:spcPts val="0"/>
              </a:spcBef>
              <a:spcAft>
                <a:spcPts val="0"/>
              </a:spcAft>
              <a:buClr>
                <a:srgbClr val="FFFFFF"/>
              </a:buClr>
              <a:buSzPts val="3200"/>
              <a:buNone/>
              <a:defRPr>
                <a:solidFill>
                  <a:srgbClr val="FFFFFF"/>
                </a:solidFill>
              </a:defRPr>
            </a:lvl2pPr>
            <a:lvl3pPr lvl="2" rtl="0">
              <a:spcBef>
                <a:spcPts val="0"/>
              </a:spcBef>
              <a:spcAft>
                <a:spcPts val="0"/>
              </a:spcAft>
              <a:buClr>
                <a:srgbClr val="FFFFFF"/>
              </a:buClr>
              <a:buSzPts val="3200"/>
              <a:buNone/>
              <a:defRPr>
                <a:solidFill>
                  <a:srgbClr val="FFFFFF"/>
                </a:solidFill>
              </a:defRPr>
            </a:lvl3pPr>
            <a:lvl4pPr lvl="3" rtl="0">
              <a:spcBef>
                <a:spcPts val="0"/>
              </a:spcBef>
              <a:spcAft>
                <a:spcPts val="0"/>
              </a:spcAft>
              <a:buClr>
                <a:srgbClr val="FFFFFF"/>
              </a:buClr>
              <a:buSzPts val="3200"/>
              <a:buNone/>
              <a:defRPr>
                <a:solidFill>
                  <a:srgbClr val="FFFFFF"/>
                </a:solidFill>
              </a:defRPr>
            </a:lvl4pPr>
            <a:lvl5pPr lvl="4" rtl="0">
              <a:spcBef>
                <a:spcPts val="0"/>
              </a:spcBef>
              <a:spcAft>
                <a:spcPts val="0"/>
              </a:spcAft>
              <a:buClr>
                <a:srgbClr val="FFFFFF"/>
              </a:buClr>
              <a:buSzPts val="3200"/>
              <a:buNone/>
              <a:defRPr>
                <a:solidFill>
                  <a:srgbClr val="FFFFFF"/>
                </a:solidFill>
              </a:defRPr>
            </a:lvl5pPr>
            <a:lvl6pPr lvl="5" rtl="0">
              <a:spcBef>
                <a:spcPts val="0"/>
              </a:spcBef>
              <a:spcAft>
                <a:spcPts val="0"/>
              </a:spcAft>
              <a:buClr>
                <a:srgbClr val="FFFFFF"/>
              </a:buClr>
              <a:buSzPts val="3200"/>
              <a:buNone/>
              <a:defRPr>
                <a:solidFill>
                  <a:srgbClr val="FFFFFF"/>
                </a:solidFill>
              </a:defRPr>
            </a:lvl6pPr>
            <a:lvl7pPr lvl="6" rtl="0">
              <a:spcBef>
                <a:spcPts val="0"/>
              </a:spcBef>
              <a:spcAft>
                <a:spcPts val="0"/>
              </a:spcAft>
              <a:buClr>
                <a:srgbClr val="FFFFFF"/>
              </a:buClr>
              <a:buSzPts val="3200"/>
              <a:buNone/>
              <a:defRPr>
                <a:solidFill>
                  <a:srgbClr val="FFFFFF"/>
                </a:solidFill>
              </a:defRPr>
            </a:lvl7pPr>
            <a:lvl8pPr lvl="7" rtl="0">
              <a:spcBef>
                <a:spcPts val="0"/>
              </a:spcBef>
              <a:spcAft>
                <a:spcPts val="0"/>
              </a:spcAft>
              <a:buClr>
                <a:srgbClr val="FFFFFF"/>
              </a:buClr>
              <a:buSzPts val="3200"/>
              <a:buNone/>
              <a:defRPr>
                <a:solidFill>
                  <a:srgbClr val="FFFFFF"/>
                </a:solidFill>
              </a:defRPr>
            </a:lvl8pPr>
            <a:lvl9pPr lvl="8" rtl="0">
              <a:spcBef>
                <a:spcPts val="0"/>
              </a:spcBef>
              <a:spcAft>
                <a:spcPts val="0"/>
              </a:spcAft>
              <a:buClr>
                <a:srgbClr val="FFFFFF"/>
              </a:buClr>
              <a:buSzPts val="3200"/>
              <a:buNone/>
              <a:defRPr>
                <a:solidFill>
                  <a:srgbClr val="FFFFFF"/>
                </a:solidFill>
              </a:defRPr>
            </a:lvl9pPr>
          </a:lstStyle>
          <a:p>
            <a:endParaRPr/>
          </a:p>
        </p:txBody>
      </p:sp>
      <p:sp>
        <p:nvSpPr>
          <p:cNvPr id="962" name="Google Shape;962;p63"/>
          <p:cNvSpPr txBox="1">
            <a:spLocks noGrp="1"/>
          </p:cNvSpPr>
          <p:nvPr>
            <p:ph type="subTitle" idx="1"/>
          </p:nvPr>
        </p:nvSpPr>
        <p:spPr>
          <a:xfrm>
            <a:off x="625500" y="3305125"/>
            <a:ext cx="2345100" cy="5163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5"/>
              </a:buClr>
              <a:buSzPts val="2100"/>
              <a:buFont typeface="Lilita One"/>
              <a:buNone/>
              <a:defRPr sz="2400">
                <a:solidFill>
                  <a:schemeClr val="accent5"/>
                </a:solidFill>
                <a:latin typeface="Lilita One"/>
                <a:ea typeface="Lilita One"/>
                <a:cs typeface="Lilita One"/>
                <a:sym typeface="Lilita One"/>
              </a:defRPr>
            </a:lvl1pPr>
            <a:lvl2pPr lvl="1" algn="ctr" rtl="0">
              <a:spcBef>
                <a:spcPts val="0"/>
              </a:spcBef>
              <a:spcAft>
                <a:spcPts val="0"/>
              </a:spcAft>
              <a:buClr>
                <a:schemeClr val="accent5"/>
              </a:buClr>
              <a:buSzPts val="2100"/>
              <a:buFont typeface="Lilita One"/>
              <a:buNone/>
              <a:defRPr sz="2100">
                <a:solidFill>
                  <a:schemeClr val="accent5"/>
                </a:solidFill>
                <a:latin typeface="Lilita One"/>
                <a:ea typeface="Lilita One"/>
                <a:cs typeface="Lilita One"/>
                <a:sym typeface="Lilita One"/>
              </a:defRPr>
            </a:lvl2pPr>
            <a:lvl3pPr lvl="2" algn="ctr" rtl="0">
              <a:spcBef>
                <a:spcPts val="0"/>
              </a:spcBef>
              <a:spcAft>
                <a:spcPts val="0"/>
              </a:spcAft>
              <a:buClr>
                <a:schemeClr val="accent5"/>
              </a:buClr>
              <a:buSzPts val="2100"/>
              <a:buFont typeface="Lilita One"/>
              <a:buNone/>
              <a:defRPr sz="2100">
                <a:solidFill>
                  <a:schemeClr val="accent5"/>
                </a:solidFill>
                <a:latin typeface="Lilita One"/>
                <a:ea typeface="Lilita One"/>
                <a:cs typeface="Lilita One"/>
                <a:sym typeface="Lilita One"/>
              </a:defRPr>
            </a:lvl3pPr>
            <a:lvl4pPr lvl="3" algn="ctr" rtl="0">
              <a:spcBef>
                <a:spcPts val="0"/>
              </a:spcBef>
              <a:spcAft>
                <a:spcPts val="0"/>
              </a:spcAft>
              <a:buClr>
                <a:schemeClr val="accent5"/>
              </a:buClr>
              <a:buSzPts val="2100"/>
              <a:buFont typeface="Lilita One"/>
              <a:buNone/>
              <a:defRPr sz="2100">
                <a:solidFill>
                  <a:schemeClr val="accent5"/>
                </a:solidFill>
                <a:latin typeface="Lilita One"/>
                <a:ea typeface="Lilita One"/>
                <a:cs typeface="Lilita One"/>
                <a:sym typeface="Lilita One"/>
              </a:defRPr>
            </a:lvl4pPr>
            <a:lvl5pPr lvl="4" algn="ctr" rtl="0">
              <a:spcBef>
                <a:spcPts val="0"/>
              </a:spcBef>
              <a:spcAft>
                <a:spcPts val="0"/>
              </a:spcAft>
              <a:buClr>
                <a:schemeClr val="accent5"/>
              </a:buClr>
              <a:buSzPts val="2100"/>
              <a:buFont typeface="Lilita One"/>
              <a:buNone/>
              <a:defRPr sz="2100">
                <a:solidFill>
                  <a:schemeClr val="accent5"/>
                </a:solidFill>
                <a:latin typeface="Lilita One"/>
                <a:ea typeface="Lilita One"/>
                <a:cs typeface="Lilita One"/>
                <a:sym typeface="Lilita One"/>
              </a:defRPr>
            </a:lvl5pPr>
            <a:lvl6pPr lvl="5" algn="ctr" rtl="0">
              <a:spcBef>
                <a:spcPts val="0"/>
              </a:spcBef>
              <a:spcAft>
                <a:spcPts val="0"/>
              </a:spcAft>
              <a:buClr>
                <a:schemeClr val="accent5"/>
              </a:buClr>
              <a:buSzPts val="2100"/>
              <a:buFont typeface="Lilita One"/>
              <a:buNone/>
              <a:defRPr sz="2100">
                <a:solidFill>
                  <a:schemeClr val="accent5"/>
                </a:solidFill>
                <a:latin typeface="Lilita One"/>
                <a:ea typeface="Lilita One"/>
                <a:cs typeface="Lilita One"/>
                <a:sym typeface="Lilita One"/>
              </a:defRPr>
            </a:lvl6pPr>
            <a:lvl7pPr lvl="6" algn="ctr" rtl="0">
              <a:spcBef>
                <a:spcPts val="0"/>
              </a:spcBef>
              <a:spcAft>
                <a:spcPts val="0"/>
              </a:spcAft>
              <a:buClr>
                <a:schemeClr val="accent5"/>
              </a:buClr>
              <a:buSzPts val="2100"/>
              <a:buFont typeface="Lilita One"/>
              <a:buNone/>
              <a:defRPr sz="2100">
                <a:solidFill>
                  <a:schemeClr val="accent5"/>
                </a:solidFill>
                <a:latin typeface="Lilita One"/>
                <a:ea typeface="Lilita One"/>
                <a:cs typeface="Lilita One"/>
                <a:sym typeface="Lilita One"/>
              </a:defRPr>
            </a:lvl7pPr>
            <a:lvl8pPr lvl="7" algn="ctr" rtl="0">
              <a:spcBef>
                <a:spcPts val="0"/>
              </a:spcBef>
              <a:spcAft>
                <a:spcPts val="0"/>
              </a:spcAft>
              <a:buClr>
                <a:schemeClr val="accent5"/>
              </a:buClr>
              <a:buSzPts val="2100"/>
              <a:buFont typeface="Lilita One"/>
              <a:buNone/>
              <a:defRPr sz="2100">
                <a:solidFill>
                  <a:schemeClr val="accent5"/>
                </a:solidFill>
                <a:latin typeface="Lilita One"/>
                <a:ea typeface="Lilita One"/>
                <a:cs typeface="Lilita One"/>
                <a:sym typeface="Lilita One"/>
              </a:defRPr>
            </a:lvl8pPr>
            <a:lvl9pPr lvl="8" algn="ctr" rtl="0">
              <a:spcBef>
                <a:spcPts val="0"/>
              </a:spcBef>
              <a:spcAft>
                <a:spcPts val="0"/>
              </a:spcAft>
              <a:buClr>
                <a:schemeClr val="accent5"/>
              </a:buClr>
              <a:buSzPts val="2100"/>
              <a:buFont typeface="Lilita One"/>
              <a:buNone/>
              <a:defRPr sz="2100">
                <a:solidFill>
                  <a:schemeClr val="accent5"/>
                </a:solidFill>
                <a:latin typeface="Lilita One"/>
                <a:ea typeface="Lilita One"/>
                <a:cs typeface="Lilita One"/>
                <a:sym typeface="Lilita One"/>
              </a:defRPr>
            </a:lvl9pPr>
          </a:lstStyle>
          <a:p>
            <a:endParaRPr/>
          </a:p>
        </p:txBody>
      </p:sp>
      <p:sp>
        <p:nvSpPr>
          <p:cNvPr id="963" name="Google Shape;963;p63"/>
          <p:cNvSpPr txBox="1">
            <a:spLocks noGrp="1"/>
          </p:cNvSpPr>
          <p:nvPr>
            <p:ph type="subTitle" idx="2"/>
          </p:nvPr>
        </p:nvSpPr>
        <p:spPr>
          <a:xfrm>
            <a:off x="650550" y="3823025"/>
            <a:ext cx="2295000" cy="774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chemeClr val="accent1"/>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964" name="Google Shape;964;p63"/>
          <p:cNvSpPr txBox="1">
            <a:spLocks noGrp="1"/>
          </p:cNvSpPr>
          <p:nvPr>
            <p:ph type="subTitle" idx="3"/>
          </p:nvPr>
        </p:nvSpPr>
        <p:spPr>
          <a:xfrm>
            <a:off x="3380650" y="3305125"/>
            <a:ext cx="2345100" cy="5163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5"/>
              </a:buClr>
              <a:buSzPts val="2100"/>
              <a:buFont typeface="Lilita One"/>
              <a:buNone/>
              <a:defRPr sz="2400">
                <a:solidFill>
                  <a:schemeClr val="accent5"/>
                </a:solidFill>
                <a:latin typeface="Lilita One"/>
                <a:ea typeface="Lilita One"/>
                <a:cs typeface="Lilita One"/>
                <a:sym typeface="Lilita One"/>
              </a:defRPr>
            </a:lvl1pPr>
            <a:lvl2pPr lvl="1" algn="ctr" rtl="0">
              <a:spcBef>
                <a:spcPts val="0"/>
              </a:spcBef>
              <a:spcAft>
                <a:spcPts val="0"/>
              </a:spcAft>
              <a:buClr>
                <a:schemeClr val="accent5"/>
              </a:buClr>
              <a:buSzPts val="2100"/>
              <a:buFont typeface="Lilita One"/>
              <a:buNone/>
              <a:defRPr sz="2100">
                <a:solidFill>
                  <a:schemeClr val="accent5"/>
                </a:solidFill>
                <a:latin typeface="Lilita One"/>
                <a:ea typeface="Lilita One"/>
                <a:cs typeface="Lilita One"/>
                <a:sym typeface="Lilita One"/>
              </a:defRPr>
            </a:lvl2pPr>
            <a:lvl3pPr lvl="2" algn="ctr" rtl="0">
              <a:spcBef>
                <a:spcPts val="0"/>
              </a:spcBef>
              <a:spcAft>
                <a:spcPts val="0"/>
              </a:spcAft>
              <a:buClr>
                <a:schemeClr val="accent5"/>
              </a:buClr>
              <a:buSzPts val="2100"/>
              <a:buFont typeface="Lilita One"/>
              <a:buNone/>
              <a:defRPr sz="2100">
                <a:solidFill>
                  <a:schemeClr val="accent5"/>
                </a:solidFill>
                <a:latin typeface="Lilita One"/>
                <a:ea typeface="Lilita One"/>
                <a:cs typeface="Lilita One"/>
                <a:sym typeface="Lilita One"/>
              </a:defRPr>
            </a:lvl3pPr>
            <a:lvl4pPr lvl="3" algn="ctr" rtl="0">
              <a:spcBef>
                <a:spcPts val="0"/>
              </a:spcBef>
              <a:spcAft>
                <a:spcPts val="0"/>
              </a:spcAft>
              <a:buClr>
                <a:schemeClr val="accent5"/>
              </a:buClr>
              <a:buSzPts val="2100"/>
              <a:buFont typeface="Lilita One"/>
              <a:buNone/>
              <a:defRPr sz="2100">
                <a:solidFill>
                  <a:schemeClr val="accent5"/>
                </a:solidFill>
                <a:latin typeface="Lilita One"/>
                <a:ea typeface="Lilita One"/>
                <a:cs typeface="Lilita One"/>
                <a:sym typeface="Lilita One"/>
              </a:defRPr>
            </a:lvl4pPr>
            <a:lvl5pPr lvl="4" algn="ctr" rtl="0">
              <a:spcBef>
                <a:spcPts val="0"/>
              </a:spcBef>
              <a:spcAft>
                <a:spcPts val="0"/>
              </a:spcAft>
              <a:buClr>
                <a:schemeClr val="accent5"/>
              </a:buClr>
              <a:buSzPts val="2100"/>
              <a:buFont typeface="Lilita One"/>
              <a:buNone/>
              <a:defRPr sz="2100">
                <a:solidFill>
                  <a:schemeClr val="accent5"/>
                </a:solidFill>
                <a:latin typeface="Lilita One"/>
                <a:ea typeface="Lilita One"/>
                <a:cs typeface="Lilita One"/>
                <a:sym typeface="Lilita One"/>
              </a:defRPr>
            </a:lvl5pPr>
            <a:lvl6pPr lvl="5" algn="ctr" rtl="0">
              <a:spcBef>
                <a:spcPts val="0"/>
              </a:spcBef>
              <a:spcAft>
                <a:spcPts val="0"/>
              </a:spcAft>
              <a:buClr>
                <a:schemeClr val="accent5"/>
              </a:buClr>
              <a:buSzPts val="2100"/>
              <a:buFont typeface="Lilita One"/>
              <a:buNone/>
              <a:defRPr sz="2100">
                <a:solidFill>
                  <a:schemeClr val="accent5"/>
                </a:solidFill>
                <a:latin typeface="Lilita One"/>
                <a:ea typeface="Lilita One"/>
                <a:cs typeface="Lilita One"/>
                <a:sym typeface="Lilita One"/>
              </a:defRPr>
            </a:lvl6pPr>
            <a:lvl7pPr lvl="6" algn="ctr" rtl="0">
              <a:spcBef>
                <a:spcPts val="0"/>
              </a:spcBef>
              <a:spcAft>
                <a:spcPts val="0"/>
              </a:spcAft>
              <a:buClr>
                <a:schemeClr val="accent5"/>
              </a:buClr>
              <a:buSzPts val="2100"/>
              <a:buFont typeface="Lilita One"/>
              <a:buNone/>
              <a:defRPr sz="2100">
                <a:solidFill>
                  <a:schemeClr val="accent5"/>
                </a:solidFill>
                <a:latin typeface="Lilita One"/>
                <a:ea typeface="Lilita One"/>
                <a:cs typeface="Lilita One"/>
                <a:sym typeface="Lilita One"/>
              </a:defRPr>
            </a:lvl7pPr>
            <a:lvl8pPr lvl="7" algn="ctr" rtl="0">
              <a:spcBef>
                <a:spcPts val="0"/>
              </a:spcBef>
              <a:spcAft>
                <a:spcPts val="0"/>
              </a:spcAft>
              <a:buClr>
                <a:schemeClr val="accent5"/>
              </a:buClr>
              <a:buSzPts val="2100"/>
              <a:buFont typeface="Lilita One"/>
              <a:buNone/>
              <a:defRPr sz="2100">
                <a:solidFill>
                  <a:schemeClr val="accent5"/>
                </a:solidFill>
                <a:latin typeface="Lilita One"/>
                <a:ea typeface="Lilita One"/>
                <a:cs typeface="Lilita One"/>
                <a:sym typeface="Lilita One"/>
              </a:defRPr>
            </a:lvl8pPr>
            <a:lvl9pPr lvl="8" algn="ctr" rtl="0">
              <a:spcBef>
                <a:spcPts val="0"/>
              </a:spcBef>
              <a:spcAft>
                <a:spcPts val="0"/>
              </a:spcAft>
              <a:buClr>
                <a:schemeClr val="accent5"/>
              </a:buClr>
              <a:buSzPts val="2100"/>
              <a:buFont typeface="Lilita One"/>
              <a:buNone/>
              <a:defRPr sz="2100">
                <a:solidFill>
                  <a:schemeClr val="accent5"/>
                </a:solidFill>
                <a:latin typeface="Lilita One"/>
                <a:ea typeface="Lilita One"/>
                <a:cs typeface="Lilita One"/>
                <a:sym typeface="Lilita One"/>
              </a:defRPr>
            </a:lvl9pPr>
          </a:lstStyle>
          <a:p>
            <a:endParaRPr/>
          </a:p>
        </p:txBody>
      </p:sp>
      <p:sp>
        <p:nvSpPr>
          <p:cNvPr id="965" name="Google Shape;965;p63"/>
          <p:cNvSpPr txBox="1">
            <a:spLocks noGrp="1"/>
          </p:cNvSpPr>
          <p:nvPr>
            <p:ph type="subTitle" idx="4"/>
          </p:nvPr>
        </p:nvSpPr>
        <p:spPr>
          <a:xfrm>
            <a:off x="3405700" y="3823025"/>
            <a:ext cx="2295000" cy="774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chemeClr val="accent1"/>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966" name="Google Shape;966;p63"/>
          <p:cNvSpPr txBox="1">
            <a:spLocks noGrp="1"/>
          </p:cNvSpPr>
          <p:nvPr>
            <p:ph type="subTitle" idx="5"/>
          </p:nvPr>
        </p:nvSpPr>
        <p:spPr>
          <a:xfrm>
            <a:off x="6078900" y="3305125"/>
            <a:ext cx="2345100" cy="5163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5"/>
              </a:buClr>
              <a:buSzPts val="2100"/>
              <a:buFont typeface="Lilita One"/>
              <a:buNone/>
              <a:defRPr sz="2400">
                <a:solidFill>
                  <a:schemeClr val="accent5"/>
                </a:solidFill>
                <a:latin typeface="Lilita One"/>
                <a:ea typeface="Lilita One"/>
                <a:cs typeface="Lilita One"/>
                <a:sym typeface="Lilita One"/>
              </a:defRPr>
            </a:lvl1pPr>
            <a:lvl2pPr lvl="1" algn="ctr" rtl="0">
              <a:spcBef>
                <a:spcPts val="0"/>
              </a:spcBef>
              <a:spcAft>
                <a:spcPts val="0"/>
              </a:spcAft>
              <a:buClr>
                <a:schemeClr val="accent5"/>
              </a:buClr>
              <a:buSzPts val="2100"/>
              <a:buFont typeface="Lilita One"/>
              <a:buNone/>
              <a:defRPr sz="2100">
                <a:solidFill>
                  <a:schemeClr val="accent5"/>
                </a:solidFill>
                <a:latin typeface="Lilita One"/>
                <a:ea typeface="Lilita One"/>
                <a:cs typeface="Lilita One"/>
                <a:sym typeface="Lilita One"/>
              </a:defRPr>
            </a:lvl2pPr>
            <a:lvl3pPr lvl="2" algn="ctr" rtl="0">
              <a:spcBef>
                <a:spcPts val="0"/>
              </a:spcBef>
              <a:spcAft>
                <a:spcPts val="0"/>
              </a:spcAft>
              <a:buClr>
                <a:schemeClr val="accent5"/>
              </a:buClr>
              <a:buSzPts val="2100"/>
              <a:buFont typeface="Lilita One"/>
              <a:buNone/>
              <a:defRPr sz="2100">
                <a:solidFill>
                  <a:schemeClr val="accent5"/>
                </a:solidFill>
                <a:latin typeface="Lilita One"/>
                <a:ea typeface="Lilita One"/>
                <a:cs typeface="Lilita One"/>
                <a:sym typeface="Lilita One"/>
              </a:defRPr>
            </a:lvl3pPr>
            <a:lvl4pPr lvl="3" algn="ctr" rtl="0">
              <a:spcBef>
                <a:spcPts val="0"/>
              </a:spcBef>
              <a:spcAft>
                <a:spcPts val="0"/>
              </a:spcAft>
              <a:buClr>
                <a:schemeClr val="accent5"/>
              </a:buClr>
              <a:buSzPts val="2100"/>
              <a:buFont typeface="Lilita One"/>
              <a:buNone/>
              <a:defRPr sz="2100">
                <a:solidFill>
                  <a:schemeClr val="accent5"/>
                </a:solidFill>
                <a:latin typeface="Lilita One"/>
                <a:ea typeface="Lilita One"/>
                <a:cs typeface="Lilita One"/>
                <a:sym typeface="Lilita One"/>
              </a:defRPr>
            </a:lvl4pPr>
            <a:lvl5pPr lvl="4" algn="ctr" rtl="0">
              <a:spcBef>
                <a:spcPts val="0"/>
              </a:spcBef>
              <a:spcAft>
                <a:spcPts val="0"/>
              </a:spcAft>
              <a:buClr>
                <a:schemeClr val="accent5"/>
              </a:buClr>
              <a:buSzPts val="2100"/>
              <a:buFont typeface="Lilita One"/>
              <a:buNone/>
              <a:defRPr sz="2100">
                <a:solidFill>
                  <a:schemeClr val="accent5"/>
                </a:solidFill>
                <a:latin typeface="Lilita One"/>
                <a:ea typeface="Lilita One"/>
                <a:cs typeface="Lilita One"/>
                <a:sym typeface="Lilita One"/>
              </a:defRPr>
            </a:lvl5pPr>
            <a:lvl6pPr lvl="5" algn="ctr" rtl="0">
              <a:spcBef>
                <a:spcPts val="0"/>
              </a:spcBef>
              <a:spcAft>
                <a:spcPts val="0"/>
              </a:spcAft>
              <a:buClr>
                <a:schemeClr val="accent5"/>
              </a:buClr>
              <a:buSzPts val="2100"/>
              <a:buFont typeface="Lilita One"/>
              <a:buNone/>
              <a:defRPr sz="2100">
                <a:solidFill>
                  <a:schemeClr val="accent5"/>
                </a:solidFill>
                <a:latin typeface="Lilita One"/>
                <a:ea typeface="Lilita One"/>
                <a:cs typeface="Lilita One"/>
                <a:sym typeface="Lilita One"/>
              </a:defRPr>
            </a:lvl6pPr>
            <a:lvl7pPr lvl="6" algn="ctr" rtl="0">
              <a:spcBef>
                <a:spcPts val="0"/>
              </a:spcBef>
              <a:spcAft>
                <a:spcPts val="0"/>
              </a:spcAft>
              <a:buClr>
                <a:schemeClr val="accent5"/>
              </a:buClr>
              <a:buSzPts val="2100"/>
              <a:buFont typeface="Lilita One"/>
              <a:buNone/>
              <a:defRPr sz="2100">
                <a:solidFill>
                  <a:schemeClr val="accent5"/>
                </a:solidFill>
                <a:latin typeface="Lilita One"/>
                <a:ea typeface="Lilita One"/>
                <a:cs typeface="Lilita One"/>
                <a:sym typeface="Lilita One"/>
              </a:defRPr>
            </a:lvl7pPr>
            <a:lvl8pPr lvl="7" algn="ctr" rtl="0">
              <a:spcBef>
                <a:spcPts val="0"/>
              </a:spcBef>
              <a:spcAft>
                <a:spcPts val="0"/>
              </a:spcAft>
              <a:buClr>
                <a:schemeClr val="accent5"/>
              </a:buClr>
              <a:buSzPts val="2100"/>
              <a:buFont typeface="Lilita One"/>
              <a:buNone/>
              <a:defRPr sz="2100">
                <a:solidFill>
                  <a:schemeClr val="accent5"/>
                </a:solidFill>
                <a:latin typeface="Lilita One"/>
                <a:ea typeface="Lilita One"/>
                <a:cs typeface="Lilita One"/>
                <a:sym typeface="Lilita One"/>
              </a:defRPr>
            </a:lvl8pPr>
            <a:lvl9pPr lvl="8" algn="ctr" rtl="0">
              <a:spcBef>
                <a:spcPts val="0"/>
              </a:spcBef>
              <a:spcAft>
                <a:spcPts val="0"/>
              </a:spcAft>
              <a:buClr>
                <a:schemeClr val="accent5"/>
              </a:buClr>
              <a:buSzPts val="2100"/>
              <a:buFont typeface="Lilita One"/>
              <a:buNone/>
              <a:defRPr sz="2100">
                <a:solidFill>
                  <a:schemeClr val="accent5"/>
                </a:solidFill>
                <a:latin typeface="Lilita One"/>
                <a:ea typeface="Lilita One"/>
                <a:cs typeface="Lilita One"/>
                <a:sym typeface="Lilita One"/>
              </a:defRPr>
            </a:lvl9pPr>
          </a:lstStyle>
          <a:p>
            <a:endParaRPr/>
          </a:p>
        </p:txBody>
      </p:sp>
      <p:sp>
        <p:nvSpPr>
          <p:cNvPr id="967" name="Google Shape;967;p63"/>
          <p:cNvSpPr txBox="1">
            <a:spLocks noGrp="1"/>
          </p:cNvSpPr>
          <p:nvPr>
            <p:ph type="subTitle" idx="6"/>
          </p:nvPr>
        </p:nvSpPr>
        <p:spPr>
          <a:xfrm>
            <a:off x="6103950" y="3823025"/>
            <a:ext cx="2295000" cy="774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chemeClr val="accent1"/>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grpSp>
        <p:nvGrpSpPr>
          <p:cNvPr id="968" name="Google Shape;968;p63"/>
          <p:cNvGrpSpPr/>
          <p:nvPr/>
        </p:nvGrpSpPr>
        <p:grpSpPr>
          <a:xfrm rot="899857">
            <a:off x="7222313" y="190062"/>
            <a:ext cx="1711973" cy="1846180"/>
            <a:chOff x="-3361711" y="308336"/>
            <a:chExt cx="3987600" cy="4300200"/>
          </a:xfrm>
        </p:grpSpPr>
        <p:grpSp>
          <p:nvGrpSpPr>
            <p:cNvPr id="969" name="Google Shape;969;p63"/>
            <p:cNvGrpSpPr/>
            <p:nvPr/>
          </p:nvGrpSpPr>
          <p:grpSpPr>
            <a:xfrm>
              <a:off x="-3361711" y="308336"/>
              <a:ext cx="3987600" cy="4300200"/>
              <a:chOff x="-2571136" y="421611"/>
              <a:chExt cx="3987600" cy="4300200"/>
            </a:xfrm>
          </p:grpSpPr>
          <p:sp>
            <p:nvSpPr>
              <p:cNvPr id="970" name="Google Shape;970;p63"/>
              <p:cNvSpPr/>
              <p:nvPr/>
            </p:nvSpPr>
            <p:spPr>
              <a:xfrm>
                <a:off x="-2571136" y="421611"/>
                <a:ext cx="3987600" cy="4300200"/>
              </a:xfrm>
              <a:prstGeom prst="roundRect">
                <a:avLst>
                  <a:gd name="adj" fmla="val 5368"/>
                </a:avLst>
              </a:prstGeom>
              <a:solidFill>
                <a:srgbClr val="6696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1" name="Google Shape;971;p63"/>
              <p:cNvGrpSpPr/>
              <p:nvPr/>
            </p:nvGrpSpPr>
            <p:grpSpPr>
              <a:xfrm>
                <a:off x="-2206074" y="809586"/>
                <a:ext cx="3257475" cy="3524250"/>
                <a:chOff x="-2206074" y="819150"/>
                <a:chExt cx="3257475" cy="3524250"/>
              </a:xfrm>
            </p:grpSpPr>
            <p:grpSp>
              <p:nvGrpSpPr>
                <p:cNvPr id="972" name="Google Shape;972;p63"/>
                <p:cNvGrpSpPr/>
                <p:nvPr/>
              </p:nvGrpSpPr>
              <p:grpSpPr>
                <a:xfrm>
                  <a:off x="-2206074" y="819150"/>
                  <a:ext cx="3257475" cy="981000"/>
                  <a:chOff x="-2209800" y="819150"/>
                  <a:chExt cx="3257475" cy="981000"/>
                </a:xfrm>
              </p:grpSpPr>
              <p:sp>
                <p:nvSpPr>
                  <p:cNvPr id="973" name="Google Shape;973;p63"/>
                  <p:cNvSpPr/>
                  <p:nvPr/>
                </p:nvSpPr>
                <p:spPr>
                  <a:xfrm>
                    <a:off x="-2209800"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63"/>
                  <p:cNvSpPr/>
                  <p:nvPr/>
                </p:nvSpPr>
                <p:spPr>
                  <a:xfrm>
                    <a:off x="66675"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5" name="Google Shape;975;p63"/>
                <p:cNvGrpSpPr/>
                <p:nvPr/>
              </p:nvGrpSpPr>
              <p:grpSpPr>
                <a:xfrm>
                  <a:off x="-2206074" y="3362400"/>
                  <a:ext cx="3257475" cy="981000"/>
                  <a:chOff x="-2209800" y="819150"/>
                  <a:chExt cx="3257475" cy="981000"/>
                </a:xfrm>
              </p:grpSpPr>
              <p:sp>
                <p:nvSpPr>
                  <p:cNvPr id="976" name="Google Shape;976;p63"/>
                  <p:cNvSpPr/>
                  <p:nvPr/>
                </p:nvSpPr>
                <p:spPr>
                  <a:xfrm>
                    <a:off x="-2209800"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63"/>
                  <p:cNvSpPr/>
                  <p:nvPr/>
                </p:nvSpPr>
                <p:spPr>
                  <a:xfrm>
                    <a:off x="66675"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978" name="Google Shape;978;p63"/>
            <p:cNvSpPr/>
            <p:nvPr/>
          </p:nvSpPr>
          <p:spPr>
            <a:xfrm>
              <a:off x="-1858399" y="1967936"/>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9" name="Google Shape;979;p63"/>
          <p:cNvGrpSpPr/>
          <p:nvPr/>
        </p:nvGrpSpPr>
        <p:grpSpPr>
          <a:xfrm rot="-899857" flipH="1">
            <a:off x="209713" y="190062"/>
            <a:ext cx="1711973" cy="1846180"/>
            <a:chOff x="-2571136" y="421611"/>
            <a:chExt cx="3987600" cy="4300200"/>
          </a:xfrm>
        </p:grpSpPr>
        <p:sp>
          <p:nvSpPr>
            <p:cNvPr id="980" name="Google Shape;980;p63"/>
            <p:cNvSpPr/>
            <p:nvPr/>
          </p:nvSpPr>
          <p:spPr>
            <a:xfrm>
              <a:off x="-2571136" y="421611"/>
              <a:ext cx="3987600" cy="4300200"/>
            </a:xfrm>
            <a:prstGeom prst="roundRect">
              <a:avLst>
                <a:gd name="adj" fmla="val 5368"/>
              </a:avLst>
            </a:prstGeom>
            <a:solidFill>
              <a:srgbClr val="6696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1" name="Google Shape;981;p63"/>
            <p:cNvGrpSpPr/>
            <p:nvPr/>
          </p:nvGrpSpPr>
          <p:grpSpPr>
            <a:xfrm>
              <a:off x="-2206074" y="809586"/>
              <a:ext cx="3257475" cy="3524250"/>
              <a:chOff x="-2206074" y="819150"/>
              <a:chExt cx="3257475" cy="3524250"/>
            </a:xfrm>
          </p:grpSpPr>
          <p:grpSp>
            <p:nvGrpSpPr>
              <p:cNvPr id="982" name="Google Shape;982;p63"/>
              <p:cNvGrpSpPr/>
              <p:nvPr/>
            </p:nvGrpSpPr>
            <p:grpSpPr>
              <a:xfrm>
                <a:off x="-2206074" y="819150"/>
                <a:ext cx="3257475" cy="981000"/>
                <a:chOff x="-2209800" y="819150"/>
                <a:chExt cx="3257475" cy="981000"/>
              </a:xfrm>
            </p:grpSpPr>
            <p:sp>
              <p:nvSpPr>
                <p:cNvPr id="983" name="Google Shape;983;p63"/>
                <p:cNvSpPr/>
                <p:nvPr/>
              </p:nvSpPr>
              <p:spPr>
                <a:xfrm>
                  <a:off x="-2209800"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63"/>
                <p:cNvSpPr/>
                <p:nvPr/>
              </p:nvSpPr>
              <p:spPr>
                <a:xfrm>
                  <a:off x="66675"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5" name="Google Shape;985;p63"/>
              <p:cNvGrpSpPr/>
              <p:nvPr/>
            </p:nvGrpSpPr>
            <p:grpSpPr>
              <a:xfrm>
                <a:off x="-2206074" y="3362400"/>
                <a:ext cx="3257475" cy="981000"/>
                <a:chOff x="-2209800" y="819150"/>
                <a:chExt cx="3257475" cy="981000"/>
              </a:xfrm>
            </p:grpSpPr>
            <p:sp>
              <p:nvSpPr>
                <p:cNvPr id="986" name="Google Shape;986;p63"/>
                <p:cNvSpPr/>
                <p:nvPr/>
              </p:nvSpPr>
              <p:spPr>
                <a:xfrm>
                  <a:off x="-2209800"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63"/>
                <p:cNvSpPr/>
                <p:nvPr/>
              </p:nvSpPr>
              <p:spPr>
                <a:xfrm>
                  <a:off x="66675"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Big Numbers">
  <p:cSld name="CUSTOM_3">
    <p:bg>
      <p:bgPr>
        <a:solidFill>
          <a:schemeClr val="dk2"/>
        </a:solidFill>
        <a:effectLst/>
      </p:bgPr>
    </p:bg>
    <p:spTree>
      <p:nvGrpSpPr>
        <p:cNvPr id="1" name="Shape 988"/>
        <p:cNvGrpSpPr/>
        <p:nvPr/>
      </p:nvGrpSpPr>
      <p:grpSpPr>
        <a:xfrm>
          <a:off x="0" y="0"/>
          <a:ext cx="0" cy="0"/>
          <a:chOff x="0" y="0"/>
          <a:chExt cx="0" cy="0"/>
        </a:xfrm>
      </p:grpSpPr>
      <p:grpSp>
        <p:nvGrpSpPr>
          <p:cNvPr id="989" name="Google Shape;989;p64"/>
          <p:cNvGrpSpPr/>
          <p:nvPr/>
        </p:nvGrpSpPr>
        <p:grpSpPr>
          <a:xfrm rot="-899857" flipH="1">
            <a:off x="209708" y="190062"/>
            <a:ext cx="1711973" cy="1846180"/>
            <a:chOff x="-3361711" y="308336"/>
            <a:chExt cx="3987600" cy="4300200"/>
          </a:xfrm>
        </p:grpSpPr>
        <p:grpSp>
          <p:nvGrpSpPr>
            <p:cNvPr id="990" name="Google Shape;990;p64"/>
            <p:cNvGrpSpPr/>
            <p:nvPr/>
          </p:nvGrpSpPr>
          <p:grpSpPr>
            <a:xfrm>
              <a:off x="-3361711" y="308336"/>
              <a:ext cx="3987600" cy="4300200"/>
              <a:chOff x="-2571136" y="421611"/>
              <a:chExt cx="3987600" cy="4300200"/>
            </a:xfrm>
          </p:grpSpPr>
          <p:sp>
            <p:nvSpPr>
              <p:cNvPr id="991" name="Google Shape;991;p64"/>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2" name="Google Shape;992;p64"/>
              <p:cNvGrpSpPr/>
              <p:nvPr/>
            </p:nvGrpSpPr>
            <p:grpSpPr>
              <a:xfrm>
                <a:off x="-2206074" y="809586"/>
                <a:ext cx="3257475" cy="3524250"/>
                <a:chOff x="-2206074" y="819150"/>
                <a:chExt cx="3257475" cy="3524250"/>
              </a:xfrm>
            </p:grpSpPr>
            <p:grpSp>
              <p:nvGrpSpPr>
                <p:cNvPr id="993" name="Google Shape;993;p64"/>
                <p:cNvGrpSpPr/>
                <p:nvPr/>
              </p:nvGrpSpPr>
              <p:grpSpPr>
                <a:xfrm>
                  <a:off x="-2206074" y="819150"/>
                  <a:ext cx="3257475" cy="981000"/>
                  <a:chOff x="-2209800" y="819150"/>
                  <a:chExt cx="3257475" cy="981000"/>
                </a:xfrm>
              </p:grpSpPr>
              <p:sp>
                <p:nvSpPr>
                  <p:cNvPr id="994" name="Google Shape;994;p64"/>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64"/>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6" name="Google Shape;996;p64"/>
                <p:cNvGrpSpPr/>
                <p:nvPr/>
              </p:nvGrpSpPr>
              <p:grpSpPr>
                <a:xfrm>
                  <a:off x="-2206074" y="3362400"/>
                  <a:ext cx="3257475" cy="981000"/>
                  <a:chOff x="-2209800" y="819150"/>
                  <a:chExt cx="3257475" cy="981000"/>
                </a:xfrm>
              </p:grpSpPr>
              <p:sp>
                <p:nvSpPr>
                  <p:cNvPr id="997" name="Google Shape;997;p64"/>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64"/>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999" name="Google Shape;999;p64"/>
            <p:cNvSpPr/>
            <p:nvPr/>
          </p:nvSpPr>
          <p:spPr>
            <a:xfrm>
              <a:off x="-1858399" y="1967936"/>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0" name="Google Shape;1000;p64"/>
          <p:cNvGrpSpPr/>
          <p:nvPr/>
        </p:nvGrpSpPr>
        <p:grpSpPr>
          <a:xfrm rot="899857">
            <a:off x="7222308" y="3107262"/>
            <a:ext cx="1711973" cy="1846180"/>
            <a:chOff x="-2571136" y="421611"/>
            <a:chExt cx="3987600" cy="4300200"/>
          </a:xfrm>
        </p:grpSpPr>
        <p:sp>
          <p:nvSpPr>
            <p:cNvPr id="1001" name="Google Shape;1001;p64"/>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2" name="Google Shape;1002;p64"/>
            <p:cNvGrpSpPr/>
            <p:nvPr/>
          </p:nvGrpSpPr>
          <p:grpSpPr>
            <a:xfrm>
              <a:off x="-2206074" y="809586"/>
              <a:ext cx="3257475" cy="3524250"/>
              <a:chOff x="-2206074" y="819150"/>
              <a:chExt cx="3257475" cy="3524250"/>
            </a:xfrm>
          </p:grpSpPr>
          <p:grpSp>
            <p:nvGrpSpPr>
              <p:cNvPr id="1003" name="Google Shape;1003;p64"/>
              <p:cNvGrpSpPr/>
              <p:nvPr/>
            </p:nvGrpSpPr>
            <p:grpSpPr>
              <a:xfrm>
                <a:off x="-2206074" y="819150"/>
                <a:ext cx="3257475" cy="981000"/>
                <a:chOff x="-2209800" y="819150"/>
                <a:chExt cx="3257475" cy="981000"/>
              </a:xfrm>
            </p:grpSpPr>
            <p:sp>
              <p:nvSpPr>
                <p:cNvPr id="1004" name="Google Shape;1004;p64"/>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64"/>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6" name="Google Shape;1006;p64"/>
              <p:cNvGrpSpPr/>
              <p:nvPr/>
            </p:nvGrpSpPr>
            <p:grpSpPr>
              <a:xfrm>
                <a:off x="-2206074" y="3362400"/>
                <a:ext cx="3257475" cy="981000"/>
                <a:chOff x="-2209800" y="819150"/>
                <a:chExt cx="3257475" cy="981000"/>
              </a:xfrm>
            </p:grpSpPr>
            <p:sp>
              <p:nvSpPr>
                <p:cNvPr id="1007" name="Google Shape;1007;p64"/>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64"/>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009" name="Google Shape;1009;p64"/>
          <p:cNvSpPr txBox="1">
            <a:spLocks noGrp="1"/>
          </p:cNvSpPr>
          <p:nvPr>
            <p:ph type="title" hasCustomPrompt="1"/>
          </p:nvPr>
        </p:nvSpPr>
        <p:spPr>
          <a:xfrm>
            <a:off x="681469" y="1608050"/>
            <a:ext cx="2517000" cy="13035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5608"/>
              </a:buClr>
              <a:buSzPts val="8000"/>
              <a:buNone/>
              <a:defRPr sz="6800">
                <a:solidFill>
                  <a:schemeClr val="accent5"/>
                </a:solidFill>
              </a:defRPr>
            </a:lvl1pPr>
            <a:lvl2pPr lvl="1" algn="ctr" rtl="0">
              <a:spcBef>
                <a:spcPts val="0"/>
              </a:spcBef>
              <a:spcAft>
                <a:spcPts val="0"/>
              </a:spcAft>
              <a:buClr>
                <a:srgbClr val="FF5608"/>
              </a:buClr>
              <a:buSzPts val="12000"/>
              <a:buNone/>
              <a:defRPr sz="12000">
                <a:solidFill>
                  <a:srgbClr val="FF5608"/>
                </a:solidFill>
              </a:defRPr>
            </a:lvl2pPr>
            <a:lvl3pPr lvl="2" algn="ctr" rtl="0">
              <a:spcBef>
                <a:spcPts val="0"/>
              </a:spcBef>
              <a:spcAft>
                <a:spcPts val="0"/>
              </a:spcAft>
              <a:buClr>
                <a:srgbClr val="FF5608"/>
              </a:buClr>
              <a:buSzPts val="12000"/>
              <a:buNone/>
              <a:defRPr sz="12000">
                <a:solidFill>
                  <a:srgbClr val="FF5608"/>
                </a:solidFill>
              </a:defRPr>
            </a:lvl3pPr>
            <a:lvl4pPr lvl="3" algn="ctr" rtl="0">
              <a:spcBef>
                <a:spcPts val="0"/>
              </a:spcBef>
              <a:spcAft>
                <a:spcPts val="0"/>
              </a:spcAft>
              <a:buClr>
                <a:srgbClr val="FF5608"/>
              </a:buClr>
              <a:buSzPts val="12000"/>
              <a:buNone/>
              <a:defRPr sz="12000">
                <a:solidFill>
                  <a:srgbClr val="FF5608"/>
                </a:solidFill>
              </a:defRPr>
            </a:lvl4pPr>
            <a:lvl5pPr lvl="4" algn="ctr" rtl="0">
              <a:spcBef>
                <a:spcPts val="0"/>
              </a:spcBef>
              <a:spcAft>
                <a:spcPts val="0"/>
              </a:spcAft>
              <a:buClr>
                <a:srgbClr val="FF5608"/>
              </a:buClr>
              <a:buSzPts val="12000"/>
              <a:buNone/>
              <a:defRPr sz="12000">
                <a:solidFill>
                  <a:srgbClr val="FF5608"/>
                </a:solidFill>
              </a:defRPr>
            </a:lvl5pPr>
            <a:lvl6pPr lvl="5" algn="ctr" rtl="0">
              <a:spcBef>
                <a:spcPts val="0"/>
              </a:spcBef>
              <a:spcAft>
                <a:spcPts val="0"/>
              </a:spcAft>
              <a:buClr>
                <a:srgbClr val="FF5608"/>
              </a:buClr>
              <a:buSzPts val="12000"/>
              <a:buNone/>
              <a:defRPr sz="12000">
                <a:solidFill>
                  <a:srgbClr val="FF5608"/>
                </a:solidFill>
              </a:defRPr>
            </a:lvl6pPr>
            <a:lvl7pPr lvl="6" algn="ctr" rtl="0">
              <a:spcBef>
                <a:spcPts val="0"/>
              </a:spcBef>
              <a:spcAft>
                <a:spcPts val="0"/>
              </a:spcAft>
              <a:buClr>
                <a:srgbClr val="FF5608"/>
              </a:buClr>
              <a:buSzPts val="12000"/>
              <a:buNone/>
              <a:defRPr sz="12000">
                <a:solidFill>
                  <a:srgbClr val="FF5608"/>
                </a:solidFill>
              </a:defRPr>
            </a:lvl7pPr>
            <a:lvl8pPr lvl="7" algn="ctr" rtl="0">
              <a:spcBef>
                <a:spcPts val="0"/>
              </a:spcBef>
              <a:spcAft>
                <a:spcPts val="0"/>
              </a:spcAft>
              <a:buClr>
                <a:srgbClr val="FF5608"/>
              </a:buClr>
              <a:buSzPts val="12000"/>
              <a:buNone/>
              <a:defRPr sz="12000">
                <a:solidFill>
                  <a:srgbClr val="FF5608"/>
                </a:solidFill>
              </a:defRPr>
            </a:lvl8pPr>
            <a:lvl9pPr lvl="8" algn="ctr" rtl="0">
              <a:spcBef>
                <a:spcPts val="0"/>
              </a:spcBef>
              <a:spcAft>
                <a:spcPts val="0"/>
              </a:spcAft>
              <a:buClr>
                <a:srgbClr val="FF5608"/>
              </a:buClr>
              <a:buSzPts val="12000"/>
              <a:buNone/>
              <a:defRPr sz="12000">
                <a:solidFill>
                  <a:srgbClr val="FF5608"/>
                </a:solidFill>
              </a:defRPr>
            </a:lvl9pPr>
          </a:lstStyle>
          <a:p>
            <a:r>
              <a:t>xx%</a:t>
            </a:r>
          </a:p>
        </p:txBody>
      </p:sp>
      <p:sp>
        <p:nvSpPr>
          <p:cNvPr id="1010" name="Google Shape;1010;p64"/>
          <p:cNvSpPr txBox="1">
            <a:spLocks noGrp="1"/>
          </p:cNvSpPr>
          <p:nvPr>
            <p:ph type="title" idx="2"/>
          </p:nvPr>
        </p:nvSpPr>
        <p:spPr>
          <a:xfrm>
            <a:off x="720000" y="540000"/>
            <a:ext cx="7704000" cy="457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200"/>
              <a:buNone/>
              <a:defRPr/>
            </a:lvl1pPr>
            <a:lvl2pPr lvl="1" rtl="0">
              <a:spcBef>
                <a:spcPts val="0"/>
              </a:spcBef>
              <a:spcAft>
                <a:spcPts val="0"/>
              </a:spcAft>
              <a:buClr>
                <a:srgbClr val="FFFFFF"/>
              </a:buClr>
              <a:buSzPts val="3200"/>
              <a:buNone/>
              <a:defRPr>
                <a:solidFill>
                  <a:srgbClr val="FFFFFF"/>
                </a:solidFill>
              </a:defRPr>
            </a:lvl2pPr>
            <a:lvl3pPr lvl="2" rtl="0">
              <a:spcBef>
                <a:spcPts val="0"/>
              </a:spcBef>
              <a:spcAft>
                <a:spcPts val="0"/>
              </a:spcAft>
              <a:buClr>
                <a:srgbClr val="FFFFFF"/>
              </a:buClr>
              <a:buSzPts val="3200"/>
              <a:buNone/>
              <a:defRPr>
                <a:solidFill>
                  <a:srgbClr val="FFFFFF"/>
                </a:solidFill>
              </a:defRPr>
            </a:lvl3pPr>
            <a:lvl4pPr lvl="3" rtl="0">
              <a:spcBef>
                <a:spcPts val="0"/>
              </a:spcBef>
              <a:spcAft>
                <a:spcPts val="0"/>
              </a:spcAft>
              <a:buClr>
                <a:srgbClr val="FFFFFF"/>
              </a:buClr>
              <a:buSzPts val="3200"/>
              <a:buNone/>
              <a:defRPr>
                <a:solidFill>
                  <a:srgbClr val="FFFFFF"/>
                </a:solidFill>
              </a:defRPr>
            </a:lvl4pPr>
            <a:lvl5pPr lvl="4" rtl="0">
              <a:spcBef>
                <a:spcPts val="0"/>
              </a:spcBef>
              <a:spcAft>
                <a:spcPts val="0"/>
              </a:spcAft>
              <a:buClr>
                <a:srgbClr val="FFFFFF"/>
              </a:buClr>
              <a:buSzPts val="3200"/>
              <a:buNone/>
              <a:defRPr>
                <a:solidFill>
                  <a:srgbClr val="FFFFFF"/>
                </a:solidFill>
              </a:defRPr>
            </a:lvl5pPr>
            <a:lvl6pPr lvl="5" rtl="0">
              <a:spcBef>
                <a:spcPts val="0"/>
              </a:spcBef>
              <a:spcAft>
                <a:spcPts val="0"/>
              </a:spcAft>
              <a:buClr>
                <a:srgbClr val="FFFFFF"/>
              </a:buClr>
              <a:buSzPts val="3200"/>
              <a:buNone/>
              <a:defRPr>
                <a:solidFill>
                  <a:srgbClr val="FFFFFF"/>
                </a:solidFill>
              </a:defRPr>
            </a:lvl6pPr>
            <a:lvl7pPr lvl="6" rtl="0">
              <a:spcBef>
                <a:spcPts val="0"/>
              </a:spcBef>
              <a:spcAft>
                <a:spcPts val="0"/>
              </a:spcAft>
              <a:buClr>
                <a:srgbClr val="FFFFFF"/>
              </a:buClr>
              <a:buSzPts val="3200"/>
              <a:buNone/>
              <a:defRPr>
                <a:solidFill>
                  <a:srgbClr val="FFFFFF"/>
                </a:solidFill>
              </a:defRPr>
            </a:lvl7pPr>
            <a:lvl8pPr lvl="7" rtl="0">
              <a:spcBef>
                <a:spcPts val="0"/>
              </a:spcBef>
              <a:spcAft>
                <a:spcPts val="0"/>
              </a:spcAft>
              <a:buClr>
                <a:srgbClr val="FFFFFF"/>
              </a:buClr>
              <a:buSzPts val="3200"/>
              <a:buNone/>
              <a:defRPr>
                <a:solidFill>
                  <a:srgbClr val="FFFFFF"/>
                </a:solidFill>
              </a:defRPr>
            </a:lvl8pPr>
            <a:lvl9pPr lvl="8" rtl="0">
              <a:spcBef>
                <a:spcPts val="0"/>
              </a:spcBef>
              <a:spcAft>
                <a:spcPts val="0"/>
              </a:spcAft>
              <a:buClr>
                <a:srgbClr val="FFFFFF"/>
              </a:buClr>
              <a:buSzPts val="3200"/>
              <a:buNone/>
              <a:defRPr>
                <a:solidFill>
                  <a:srgbClr val="FFFFFF"/>
                </a:solidFill>
              </a:defRPr>
            </a:lvl9pPr>
          </a:lstStyle>
          <a:p>
            <a:endParaRPr/>
          </a:p>
        </p:txBody>
      </p:sp>
      <p:sp>
        <p:nvSpPr>
          <p:cNvPr id="1011" name="Google Shape;1011;p64"/>
          <p:cNvSpPr txBox="1">
            <a:spLocks noGrp="1"/>
          </p:cNvSpPr>
          <p:nvPr>
            <p:ph type="subTitle" idx="1"/>
          </p:nvPr>
        </p:nvSpPr>
        <p:spPr>
          <a:xfrm>
            <a:off x="792169" y="2927675"/>
            <a:ext cx="2295600" cy="774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chemeClr val="accent1"/>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1012" name="Google Shape;1012;p64"/>
          <p:cNvSpPr txBox="1">
            <a:spLocks noGrp="1"/>
          </p:cNvSpPr>
          <p:nvPr>
            <p:ph type="subTitle" idx="3"/>
          </p:nvPr>
        </p:nvSpPr>
        <p:spPr>
          <a:xfrm>
            <a:off x="3424200" y="2927675"/>
            <a:ext cx="2295600" cy="774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chemeClr val="accent1"/>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1013" name="Google Shape;1013;p64"/>
          <p:cNvSpPr txBox="1">
            <a:spLocks noGrp="1"/>
          </p:cNvSpPr>
          <p:nvPr>
            <p:ph type="subTitle" idx="4"/>
          </p:nvPr>
        </p:nvSpPr>
        <p:spPr>
          <a:xfrm>
            <a:off x="6056231" y="2927675"/>
            <a:ext cx="2295600" cy="774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chemeClr val="accent1"/>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1014" name="Google Shape;1014;p64"/>
          <p:cNvSpPr txBox="1">
            <a:spLocks noGrp="1"/>
          </p:cNvSpPr>
          <p:nvPr>
            <p:ph type="title" idx="5" hasCustomPrompt="1"/>
          </p:nvPr>
        </p:nvSpPr>
        <p:spPr>
          <a:xfrm>
            <a:off x="3313500" y="1608050"/>
            <a:ext cx="2517000" cy="13035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5608"/>
              </a:buClr>
              <a:buSzPts val="8000"/>
              <a:buNone/>
              <a:defRPr sz="6800">
                <a:solidFill>
                  <a:schemeClr val="accent2"/>
                </a:solidFill>
              </a:defRPr>
            </a:lvl1pPr>
            <a:lvl2pPr lvl="1" algn="ctr" rtl="0">
              <a:spcBef>
                <a:spcPts val="0"/>
              </a:spcBef>
              <a:spcAft>
                <a:spcPts val="0"/>
              </a:spcAft>
              <a:buClr>
                <a:srgbClr val="FF5608"/>
              </a:buClr>
              <a:buSzPts val="12000"/>
              <a:buNone/>
              <a:defRPr sz="12000">
                <a:solidFill>
                  <a:srgbClr val="FF5608"/>
                </a:solidFill>
              </a:defRPr>
            </a:lvl2pPr>
            <a:lvl3pPr lvl="2" algn="ctr" rtl="0">
              <a:spcBef>
                <a:spcPts val="0"/>
              </a:spcBef>
              <a:spcAft>
                <a:spcPts val="0"/>
              </a:spcAft>
              <a:buClr>
                <a:srgbClr val="FF5608"/>
              </a:buClr>
              <a:buSzPts val="12000"/>
              <a:buNone/>
              <a:defRPr sz="12000">
                <a:solidFill>
                  <a:srgbClr val="FF5608"/>
                </a:solidFill>
              </a:defRPr>
            </a:lvl3pPr>
            <a:lvl4pPr lvl="3" algn="ctr" rtl="0">
              <a:spcBef>
                <a:spcPts val="0"/>
              </a:spcBef>
              <a:spcAft>
                <a:spcPts val="0"/>
              </a:spcAft>
              <a:buClr>
                <a:srgbClr val="FF5608"/>
              </a:buClr>
              <a:buSzPts val="12000"/>
              <a:buNone/>
              <a:defRPr sz="12000">
                <a:solidFill>
                  <a:srgbClr val="FF5608"/>
                </a:solidFill>
              </a:defRPr>
            </a:lvl4pPr>
            <a:lvl5pPr lvl="4" algn="ctr" rtl="0">
              <a:spcBef>
                <a:spcPts val="0"/>
              </a:spcBef>
              <a:spcAft>
                <a:spcPts val="0"/>
              </a:spcAft>
              <a:buClr>
                <a:srgbClr val="FF5608"/>
              </a:buClr>
              <a:buSzPts val="12000"/>
              <a:buNone/>
              <a:defRPr sz="12000">
                <a:solidFill>
                  <a:srgbClr val="FF5608"/>
                </a:solidFill>
              </a:defRPr>
            </a:lvl5pPr>
            <a:lvl6pPr lvl="5" algn="ctr" rtl="0">
              <a:spcBef>
                <a:spcPts val="0"/>
              </a:spcBef>
              <a:spcAft>
                <a:spcPts val="0"/>
              </a:spcAft>
              <a:buClr>
                <a:srgbClr val="FF5608"/>
              </a:buClr>
              <a:buSzPts val="12000"/>
              <a:buNone/>
              <a:defRPr sz="12000">
                <a:solidFill>
                  <a:srgbClr val="FF5608"/>
                </a:solidFill>
              </a:defRPr>
            </a:lvl6pPr>
            <a:lvl7pPr lvl="6" algn="ctr" rtl="0">
              <a:spcBef>
                <a:spcPts val="0"/>
              </a:spcBef>
              <a:spcAft>
                <a:spcPts val="0"/>
              </a:spcAft>
              <a:buClr>
                <a:srgbClr val="FF5608"/>
              </a:buClr>
              <a:buSzPts val="12000"/>
              <a:buNone/>
              <a:defRPr sz="12000">
                <a:solidFill>
                  <a:srgbClr val="FF5608"/>
                </a:solidFill>
              </a:defRPr>
            </a:lvl7pPr>
            <a:lvl8pPr lvl="7" algn="ctr" rtl="0">
              <a:spcBef>
                <a:spcPts val="0"/>
              </a:spcBef>
              <a:spcAft>
                <a:spcPts val="0"/>
              </a:spcAft>
              <a:buClr>
                <a:srgbClr val="FF5608"/>
              </a:buClr>
              <a:buSzPts val="12000"/>
              <a:buNone/>
              <a:defRPr sz="12000">
                <a:solidFill>
                  <a:srgbClr val="FF5608"/>
                </a:solidFill>
              </a:defRPr>
            </a:lvl8pPr>
            <a:lvl9pPr lvl="8" algn="ctr" rtl="0">
              <a:spcBef>
                <a:spcPts val="0"/>
              </a:spcBef>
              <a:spcAft>
                <a:spcPts val="0"/>
              </a:spcAft>
              <a:buClr>
                <a:srgbClr val="FF5608"/>
              </a:buClr>
              <a:buSzPts val="12000"/>
              <a:buNone/>
              <a:defRPr sz="12000">
                <a:solidFill>
                  <a:srgbClr val="FF5608"/>
                </a:solidFill>
              </a:defRPr>
            </a:lvl9pPr>
          </a:lstStyle>
          <a:p>
            <a:r>
              <a:t>xx%</a:t>
            </a:r>
          </a:p>
        </p:txBody>
      </p:sp>
      <p:sp>
        <p:nvSpPr>
          <p:cNvPr id="1015" name="Google Shape;1015;p64"/>
          <p:cNvSpPr txBox="1">
            <a:spLocks noGrp="1"/>
          </p:cNvSpPr>
          <p:nvPr>
            <p:ph type="title" idx="6" hasCustomPrompt="1"/>
          </p:nvPr>
        </p:nvSpPr>
        <p:spPr>
          <a:xfrm>
            <a:off x="5945531" y="1608050"/>
            <a:ext cx="2517000" cy="13035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5608"/>
              </a:buClr>
              <a:buSzPts val="8000"/>
              <a:buNone/>
              <a:defRPr sz="6800">
                <a:solidFill>
                  <a:schemeClr val="dk1"/>
                </a:solidFill>
              </a:defRPr>
            </a:lvl1pPr>
            <a:lvl2pPr lvl="1" algn="ctr" rtl="0">
              <a:spcBef>
                <a:spcPts val="0"/>
              </a:spcBef>
              <a:spcAft>
                <a:spcPts val="0"/>
              </a:spcAft>
              <a:buClr>
                <a:srgbClr val="FF5608"/>
              </a:buClr>
              <a:buSzPts val="12000"/>
              <a:buNone/>
              <a:defRPr sz="12000">
                <a:solidFill>
                  <a:srgbClr val="FF5608"/>
                </a:solidFill>
              </a:defRPr>
            </a:lvl2pPr>
            <a:lvl3pPr lvl="2" algn="ctr" rtl="0">
              <a:spcBef>
                <a:spcPts val="0"/>
              </a:spcBef>
              <a:spcAft>
                <a:spcPts val="0"/>
              </a:spcAft>
              <a:buClr>
                <a:srgbClr val="FF5608"/>
              </a:buClr>
              <a:buSzPts val="12000"/>
              <a:buNone/>
              <a:defRPr sz="12000">
                <a:solidFill>
                  <a:srgbClr val="FF5608"/>
                </a:solidFill>
              </a:defRPr>
            </a:lvl3pPr>
            <a:lvl4pPr lvl="3" algn="ctr" rtl="0">
              <a:spcBef>
                <a:spcPts val="0"/>
              </a:spcBef>
              <a:spcAft>
                <a:spcPts val="0"/>
              </a:spcAft>
              <a:buClr>
                <a:srgbClr val="FF5608"/>
              </a:buClr>
              <a:buSzPts val="12000"/>
              <a:buNone/>
              <a:defRPr sz="12000">
                <a:solidFill>
                  <a:srgbClr val="FF5608"/>
                </a:solidFill>
              </a:defRPr>
            </a:lvl4pPr>
            <a:lvl5pPr lvl="4" algn="ctr" rtl="0">
              <a:spcBef>
                <a:spcPts val="0"/>
              </a:spcBef>
              <a:spcAft>
                <a:spcPts val="0"/>
              </a:spcAft>
              <a:buClr>
                <a:srgbClr val="FF5608"/>
              </a:buClr>
              <a:buSzPts val="12000"/>
              <a:buNone/>
              <a:defRPr sz="12000">
                <a:solidFill>
                  <a:srgbClr val="FF5608"/>
                </a:solidFill>
              </a:defRPr>
            </a:lvl5pPr>
            <a:lvl6pPr lvl="5" algn="ctr" rtl="0">
              <a:spcBef>
                <a:spcPts val="0"/>
              </a:spcBef>
              <a:spcAft>
                <a:spcPts val="0"/>
              </a:spcAft>
              <a:buClr>
                <a:srgbClr val="FF5608"/>
              </a:buClr>
              <a:buSzPts val="12000"/>
              <a:buNone/>
              <a:defRPr sz="12000">
                <a:solidFill>
                  <a:srgbClr val="FF5608"/>
                </a:solidFill>
              </a:defRPr>
            </a:lvl6pPr>
            <a:lvl7pPr lvl="6" algn="ctr" rtl="0">
              <a:spcBef>
                <a:spcPts val="0"/>
              </a:spcBef>
              <a:spcAft>
                <a:spcPts val="0"/>
              </a:spcAft>
              <a:buClr>
                <a:srgbClr val="FF5608"/>
              </a:buClr>
              <a:buSzPts val="12000"/>
              <a:buNone/>
              <a:defRPr sz="12000">
                <a:solidFill>
                  <a:srgbClr val="FF5608"/>
                </a:solidFill>
              </a:defRPr>
            </a:lvl7pPr>
            <a:lvl8pPr lvl="7" algn="ctr" rtl="0">
              <a:spcBef>
                <a:spcPts val="0"/>
              </a:spcBef>
              <a:spcAft>
                <a:spcPts val="0"/>
              </a:spcAft>
              <a:buClr>
                <a:srgbClr val="FF5608"/>
              </a:buClr>
              <a:buSzPts val="12000"/>
              <a:buNone/>
              <a:defRPr sz="12000">
                <a:solidFill>
                  <a:srgbClr val="FF5608"/>
                </a:solidFill>
              </a:defRPr>
            </a:lvl8pPr>
            <a:lvl9pPr lvl="8" algn="ctr" rtl="0">
              <a:spcBef>
                <a:spcPts val="0"/>
              </a:spcBef>
              <a:spcAft>
                <a:spcPts val="0"/>
              </a:spcAft>
              <a:buClr>
                <a:srgbClr val="FF5608"/>
              </a:buClr>
              <a:buSzPts val="12000"/>
              <a:buNone/>
              <a:defRPr sz="12000">
                <a:solidFill>
                  <a:srgbClr val="FF5608"/>
                </a:solidFill>
              </a:defRPr>
            </a:lvl9pPr>
          </a:lstStyle>
          <a:p>
            <a:r>
              <a:t>xx%</a:t>
            </a: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 body 01">
  <p:cSld name="TITLE_AND_BODY_1">
    <p:bg>
      <p:bgPr>
        <a:solidFill>
          <a:schemeClr val="dk2"/>
        </a:solidFill>
        <a:effectLst/>
      </p:bgPr>
    </p:bg>
    <p:spTree>
      <p:nvGrpSpPr>
        <p:cNvPr id="1" name="Shape 1016"/>
        <p:cNvGrpSpPr/>
        <p:nvPr/>
      </p:nvGrpSpPr>
      <p:grpSpPr>
        <a:xfrm>
          <a:off x="0" y="0"/>
          <a:ext cx="0" cy="0"/>
          <a:chOff x="0" y="0"/>
          <a:chExt cx="0" cy="0"/>
        </a:xfrm>
      </p:grpSpPr>
      <p:sp>
        <p:nvSpPr>
          <p:cNvPr id="1017" name="Google Shape;1017;p65"/>
          <p:cNvSpPr txBox="1">
            <a:spLocks noGrp="1"/>
          </p:cNvSpPr>
          <p:nvPr>
            <p:ph type="title"/>
          </p:nvPr>
        </p:nvSpPr>
        <p:spPr>
          <a:xfrm>
            <a:off x="720000" y="540000"/>
            <a:ext cx="7704000" cy="4572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018" name="Google Shape;1018;p65"/>
          <p:cNvSpPr txBox="1">
            <a:spLocks noGrp="1"/>
          </p:cNvSpPr>
          <p:nvPr>
            <p:ph type="subTitle" idx="1"/>
          </p:nvPr>
        </p:nvSpPr>
        <p:spPr>
          <a:xfrm>
            <a:off x="2285850" y="1240050"/>
            <a:ext cx="4572300" cy="1503000"/>
          </a:xfrm>
          <a:prstGeom prst="rect">
            <a:avLst/>
          </a:prstGeom>
        </p:spPr>
        <p:txBody>
          <a:bodyPr spcFirstLastPara="1" wrap="square" lIns="91425" tIns="91425" rIns="91425" bIns="91425" anchor="ctr" anchorCtr="0">
            <a:noAutofit/>
          </a:bodyPr>
          <a:lstStyle>
            <a:lvl1pPr lvl="0" algn="ctr" rtl="0">
              <a:lnSpc>
                <a:spcPct val="115000"/>
              </a:lnSpc>
              <a:spcBef>
                <a:spcPts val="0"/>
              </a:spcBef>
              <a:spcAft>
                <a:spcPts val="0"/>
              </a:spcAft>
              <a:buClr>
                <a:srgbClr val="FFFFFF"/>
              </a:buClr>
              <a:buSzPts val="1600"/>
              <a:buNone/>
              <a:defRPr>
                <a:solidFill>
                  <a:srgbClr val="FFFFFF"/>
                </a:solidFill>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grpSp>
        <p:nvGrpSpPr>
          <p:cNvPr id="1019" name="Google Shape;1019;p65"/>
          <p:cNvGrpSpPr/>
          <p:nvPr/>
        </p:nvGrpSpPr>
        <p:grpSpPr>
          <a:xfrm rot="899857">
            <a:off x="7222308" y="3107262"/>
            <a:ext cx="1711973" cy="1846180"/>
            <a:chOff x="-3361711" y="308336"/>
            <a:chExt cx="3987600" cy="4300200"/>
          </a:xfrm>
        </p:grpSpPr>
        <p:grpSp>
          <p:nvGrpSpPr>
            <p:cNvPr id="1020" name="Google Shape;1020;p65"/>
            <p:cNvGrpSpPr/>
            <p:nvPr/>
          </p:nvGrpSpPr>
          <p:grpSpPr>
            <a:xfrm>
              <a:off x="-3361711" y="308336"/>
              <a:ext cx="3987600" cy="4300200"/>
              <a:chOff x="-2571136" y="421611"/>
              <a:chExt cx="3987600" cy="4300200"/>
            </a:xfrm>
          </p:grpSpPr>
          <p:sp>
            <p:nvSpPr>
              <p:cNvPr id="1021" name="Google Shape;1021;p65"/>
              <p:cNvSpPr/>
              <p:nvPr/>
            </p:nvSpPr>
            <p:spPr>
              <a:xfrm>
                <a:off x="-2571136" y="421611"/>
                <a:ext cx="3987600" cy="4300200"/>
              </a:xfrm>
              <a:prstGeom prst="roundRect">
                <a:avLst>
                  <a:gd name="adj" fmla="val 5368"/>
                </a:avLst>
              </a:prstGeom>
              <a:solidFill>
                <a:srgbClr val="EAA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2" name="Google Shape;1022;p65"/>
              <p:cNvGrpSpPr/>
              <p:nvPr/>
            </p:nvGrpSpPr>
            <p:grpSpPr>
              <a:xfrm>
                <a:off x="-2206074" y="809586"/>
                <a:ext cx="3257475" cy="3524250"/>
                <a:chOff x="-2206074" y="819150"/>
                <a:chExt cx="3257475" cy="3524250"/>
              </a:xfrm>
            </p:grpSpPr>
            <p:grpSp>
              <p:nvGrpSpPr>
                <p:cNvPr id="1023" name="Google Shape;1023;p65"/>
                <p:cNvGrpSpPr/>
                <p:nvPr/>
              </p:nvGrpSpPr>
              <p:grpSpPr>
                <a:xfrm>
                  <a:off x="-2206074" y="819150"/>
                  <a:ext cx="3257475" cy="981000"/>
                  <a:chOff x="-2209800" y="819150"/>
                  <a:chExt cx="3257475" cy="981000"/>
                </a:xfrm>
              </p:grpSpPr>
              <p:sp>
                <p:nvSpPr>
                  <p:cNvPr id="1024" name="Google Shape;1024;p65"/>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65"/>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6" name="Google Shape;1026;p65"/>
                <p:cNvGrpSpPr/>
                <p:nvPr/>
              </p:nvGrpSpPr>
              <p:grpSpPr>
                <a:xfrm>
                  <a:off x="-2206074" y="3362400"/>
                  <a:ext cx="3257475" cy="981000"/>
                  <a:chOff x="-2209800" y="819150"/>
                  <a:chExt cx="3257475" cy="981000"/>
                </a:xfrm>
              </p:grpSpPr>
              <p:sp>
                <p:nvSpPr>
                  <p:cNvPr id="1027" name="Google Shape;1027;p65"/>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65"/>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029" name="Google Shape;1029;p65"/>
            <p:cNvSpPr/>
            <p:nvPr/>
          </p:nvSpPr>
          <p:spPr>
            <a:xfrm>
              <a:off x="-1858399" y="1967936"/>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0" name="Google Shape;1030;p65"/>
          <p:cNvGrpSpPr/>
          <p:nvPr/>
        </p:nvGrpSpPr>
        <p:grpSpPr>
          <a:xfrm rot="-899857" flipH="1">
            <a:off x="209708" y="190062"/>
            <a:ext cx="1711973" cy="1846180"/>
            <a:chOff x="-2571136" y="421611"/>
            <a:chExt cx="3987600" cy="4300200"/>
          </a:xfrm>
        </p:grpSpPr>
        <p:sp>
          <p:nvSpPr>
            <p:cNvPr id="1031" name="Google Shape;1031;p65"/>
            <p:cNvSpPr/>
            <p:nvPr/>
          </p:nvSpPr>
          <p:spPr>
            <a:xfrm>
              <a:off x="-2571136" y="421611"/>
              <a:ext cx="3987600" cy="4300200"/>
            </a:xfrm>
            <a:prstGeom prst="roundRect">
              <a:avLst>
                <a:gd name="adj" fmla="val 5368"/>
              </a:avLst>
            </a:prstGeom>
            <a:solidFill>
              <a:srgbClr val="EAA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2" name="Google Shape;1032;p65"/>
            <p:cNvGrpSpPr/>
            <p:nvPr/>
          </p:nvGrpSpPr>
          <p:grpSpPr>
            <a:xfrm>
              <a:off x="-2206074" y="809586"/>
              <a:ext cx="3257475" cy="3524250"/>
              <a:chOff x="-2206074" y="819150"/>
              <a:chExt cx="3257475" cy="3524250"/>
            </a:xfrm>
          </p:grpSpPr>
          <p:grpSp>
            <p:nvGrpSpPr>
              <p:cNvPr id="1033" name="Google Shape;1033;p65"/>
              <p:cNvGrpSpPr/>
              <p:nvPr/>
            </p:nvGrpSpPr>
            <p:grpSpPr>
              <a:xfrm>
                <a:off x="-2206074" y="819150"/>
                <a:ext cx="3257475" cy="981000"/>
                <a:chOff x="-2209800" y="819150"/>
                <a:chExt cx="3257475" cy="981000"/>
              </a:xfrm>
            </p:grpSpPr>
            <p:sp>
              <p:nvSpPr>
                <p:cNvPr id="1034" name="Google Shape;1034;p65"/>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65"/>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6" name="Google Shape;1036;p65"/>
              <p:cNvGrpSpPr/>
              <p:nvPr/>
            </p:nvGrpSpPr>
            <p:grpSpPr>
              <a:xfrm>
                <a:off x="-2206074" y="3362400"/>
                <a:ext cx="3257475" cy="981000"/>
                <a:chOff x="-2209800" y="819150"/>
                <a:chExt cx="3257475" cy="981000"/>
              </a:xfrm>
            </p:grpSpPr>
            <p:sp>
              <p:nvSpPr>
                <p:cNvPr id="1037" name="Google Shape;1037;p65"/>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65"/>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 Four columns">
  <p:cSld name="CUSTOM_4">
    <p:bg>
      <p:bgPr>
        <a:solidFill>
          <a:schemeClr val="dk2"/>
        </a:solidFill>
        <a:effectLst/>
      </p:bgPr>
    </p:bg>
    <p:spTree>
      <p:nvGrpSpPr>
        <p:cNvPr id="1" name="Shape 1039"/>
        <p:cNvGrpSpPr/>
        <p:nvPr/>
      </p:nvGrpSpPr>
      <p:grpSpPr>
        <a:xfrm>
          <a:off x="0" y="0"/>
          <a:ext cx="0" cy="0"/>
          <a:chOff x="0" y="0"/>
          <a:chExt cx="0" cy="0"/>
        </a:xfrm>
      </p:grpSpPr>
      <p:grpSp>
        <p:nvGrpSpPr>
          <p:cNvPr id="1040" name="Google Shape;1040;p66"/>
          <p:cNvGrpSpPr/>
          <p:nvPr/>
        </p:nvGrpSpPr>
        <p:grpSpPr>
          <a:xfrm rot="-899857" flipH="1">
            <a:off x="209708" y="190062"/>
            <a:ext cx="1711973" cy="1846180"/>
            <a:chOff x="-3361711" y="308336"/>
            <a:chExt cx="3987600" cy="4300200"/>
          </a:xfrm>
        </p:grpSpPr>
        <p:grpSp>
          <p:nvGrpSpPr>
            <p:cNvPr id="1041" name="Google Shape;1041;p66"/>
            <p:cNvGrpSpPr/>
            <p:nvPr/>
          </p:nvGrpSpPr>
          <p:grpSpPr>
            <a:xfrm>
              <a:off x="-3361711" y="308336"/>
              <a:ext cx="3987600" cy="4300200"/>
              <a:chOff x="-2571136" y="421611"/>
              <a:chExt cx="3987600" cy="4300200"/>
            </a:xfrm>
          </p:grpSpPr>
          <p:sp>
            <p:nvSpPr>
              <p:cNvPr id="1042" name="Google Shape;1042;p66"/>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3" name="Google Shape;1043;p66"/>
              <p:cNvGrpSpPr/>
              <p:nvPr/>
            </p:nvGrpSpPr>
            <p:grpSpPr>
              <a:xfrm>
                <a:off x="-2206074" y="809586"/>
                <a:ext cx="3257475" cy="3524250"/>
                <a:chOff x="-2206074" y="819150"/>
                <a:chExt cx="3257475" cy="3524250"/>
              </a:xfrm>
            </p:grpSpPr>
            <p:grpSp>
              <p:nvGrpSpPr>
                <p:cNvPr id="1044" name="Google Shape;1044;p66"/>
                <p:cNvGrpSpPr/>
                <p:nvPr/>
              </p:nvGrpSpPr>
              <p:grpSpPr>
                <a:xfrm>
                  <a:off x="-2206074" y="819150"/>
                  <a:ext cx="3257475" cy="981000"/>
                  <a:chOff x="-2209800" y="819150"/>
                  <a:chExt cx="3257475" cy="981000"/>
                </a:xfrm>
              </p:grpSpPr>
              <p:sp>
                <p:nvSpPr>
                  <p:cNvPr id="1045" name="Google Shape;1045;p66"/>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66"/>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7" name="Google Shape;1047;p66"/>
                <p:cNvGrpSpPr/>
                <p:nvPr/>
              </p:nvGrpSpPr>
              <p:grpSpPr>
                <a:xfrm>
                  <a:off x="-2206074" y="3362400"/>
                  <a:ext cx="3257475" cy="981000"/>
                  <a:chOff x="-2209800" y="819150"/>
                  <a:chExt cx="3257475" cy="981000"/>
                </a:xfrm>
              </p:grpSpPr>
              <p:sp>
                <p:nvSpPr>
                  <p:cNvPr id="1048" name="Google Shape;1048;p66"/>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66"/>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050" name="Google Shape;1050;p66"/>
            <p:cNvSpPr/>
            <p:nvPr/>
          </p:nvSpPr>
          <p:spPr>
            <a:xfrm>
              <a:off x="-1858399" y="1967936"/>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1" name="Google Shape;1051;p66"/>
          <p:cNvGrpSpPr/>
          <p:nvPr/>
        </p:nvGrpSpPr>
        <p:grpSpPr>
          <a:xfrm rot="899857">
            <a:off x="7222308" y="3107262"/>
            <a:ext cx="1711973" cy="1846180"/>
            <a:chOff x="-2571136" y="421611"/>
            <a:chExt cx="3987600" cy="4300200"/>
          </a:xfrm>
        </p:grpSpPr>
        <p:sp>
          <p:nvSpPr>
            <p:cNvPr id="1052" name="Google Shape;1052;p66"/>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3" name="Google Shape;1053;p66"/>
            <p:cNvGrpSpPr/>
            <p:nvPr/>
          </p:nvGrpSpPr>
          <p:grpSpPr>
            <a:xfrm>
              <a:off x="-2206074" y="809586"/>
              <a:ext cx="3257475" cy="3524250"/>
              <a:chOff x="-2206074" y="819150"/>
              <a:chExt cx="3257475" cy="3524250"/>
            </a:xfrm>
          </p:grpSpPr>
          <p:grpSp>
            <p:nvGrpSpPr>
              <p:cNvPr id="1054" name="Google Shape;1054;p66"/>
              <p:cNvGrpSpPr/>
              <p:nvPr/>
            </p:nvGrpSpPr>
            <p:grpSpPr>
              <a:xfrm>
                <a:off x="-2206074" y="819150"/>
                <a:ext cx="3257475" cy="981000"/>
                <a:chOff x="-2209800" y="819150"/>
                <a:chExt cx="3257475" cy="981000"/>
              </a:xfrm>
            </p:grpSpPr>
            <p:sp>
              <p:nvSpPr>
                <p:cNvPr id="1055" name="Google Shape;1055;p66"/>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66"/>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7" name="Google Shape;1057;p66"/>
              <p:cNvGrpSpPr/>
              <p:nvPr/>
            </p:nvGrpSpPr>
            <p:grpSpPr>
              <a:xfrm>
                <a:off x="-2206074" y="3362400"/>
                <a:ext cx="3257475" cy="981000"/>
                <a:chOff x="-2209800" y="819150"/>
                <a:chExt cx="3257475" cy="981000"/>
              </a:xfrm>
            </p:grpSpPr>
            <p:sp>
              <p:nvSpPr>
                <p:cNvPr id="1058" name="Google Shape;1058;p66"/>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66"/>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060" name="Google Shape;1060;p66"/>
          <p:cNvSpPr txBox="1">
            <a:spLocks noGrp="1"/>
          </p:cNvSpPr>
          <p:nvPr>
            <p:ph type="title"/>
          </p:nvPr>
        </p:nvSpPr>
        <p:spPr>
          <a:xfrm>
            <a:off x="720000" y="540000"/>
            <a:ext cx="7704000" cy="4572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solidFill>
                  <a:schemeClr val="accent1"/>
                </a:solidFill>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061" name="Google Shape;1061;p66"/>
          <p:cNvSpPr txBox="1">
            <a:spLocks noGrp="1"/>
          </p:cNvSpPr>
          <p:nvPr>
            <p:ph type="subTitle" idx="1"/>
          </p:nvPr>
        </p:nvSpPr>
        <p:spPr>
          <a:xfrm>
            <a:off x="5504841" y="1594175"/>
            <a:ext cx="2179200" cy="449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2000"/>
              <a:buFont typeface="Lilita One"/>
              <a:buNone/>
              <a:defRPr sz="2100">
                <a:solidFill>
                  <a:schemeClr val="accent2"/>
                </a:solidFill>
                <a:latin typeface="Lilita One"/>
                <a:ea typeface="Lilita One"/>
                <a:cs typeface="Lilita One"/>
                <a:sym typeface="Lilita 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1062" name="Google Shape;1062;p66"/>
          <p:cNvSpPr txBox="1">
            <a:spLocks noGrp="1"/>
          </p:cNvSpPr>
          <p:nvPr>
            <p:ph type="subTitle" idx="2"/>
          </p:nvPr>
        </p:nvSpPr>
        <p:spPr>
          <a:xfrm>
            <a:off x="5504853" y="2066625"/>
            <a:ext cx="2427300" cy="863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2000"/>
              <a:buNone/>
              <a:defRPr sz="1600">
                <a:solidFill>
                  <a:schemeClr val="accent1"/>
                </a:solidFill>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1063" name="Google Shape;1063;p66"/>
          <p:cNvSpPr txBox="1">
            <a:spLocks noGrp="1"/>
          </p:cNvSpPr>
          <p:nvPr>
            <p:ph type="subTitle" idx="3"/>
          </p:nvPr>
        </p:nvSpPr>
        <p:spPr>
          <a:xfrm>
            <a:off x="5504841" y="3151225"/>
            <a:ext cx="2179200" cy="449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2000"/>
              <a:buFont typeface="Lilita One"/>
              <a:buNone/>
              <a:defRPr sz="2100">
                <a:solidFill>
                  <a:schemeClr val="accent2"/>
                </a:solidFill>
                <a:latin typeface="Lilita One"/>
                <a:ea typeface="Lilita One"/>
                <a:cs typeface="Lilita One"/>
                <a:sym typeface="Lilita 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1064" name="Google Shape;1064;p66"/>
          <p:cNvSpPr txBox="1">
            <a:spLocks noGrp="1"/>
          </p:cNvSpPr>
          <p:nvPr>
            <p:ph type="subTitle" idx="4"/>
          </p:nvPr>
        </p:nvSpPr>
        <p:spPr>
          <a:xfrm>
            <a:off x="5504853" y="3600625"/>
            <a:ext cx="2427300" cy="863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2000"/>
              <a:buNone/>
              <a:defRPr sz="1600">
                <a:solidFill>
                  <a:schemeClr val="accent1"/>
                </a:solidFill>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1065" name="Google Shape;1065;p66"/>
          <p:cNvSpPr txBox="1">
            <a:spLocks noGrp="1"/>
          </p:cNvSpPr>
          <p:nvPr>
            <p:ph type="subTitle" idx="5"/>
          </p:nvPr>
        </p:nvSpPr>
        <p:spPr>
          <a:xfrm>
            <a:off x="1635141" y="1594175"/>
            <a:ext cx="2179200" cy="449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2000"/>
              <a:buFont typeface="Lilita One"/>
              <a:buNone/>
              <a:defRPr sz="2100">
                <a:solidFill>
                  <a:schemeClr val="accent2"/>
                </a:solidFill>
                <a:latin typeface="Lilita One"/>
                <a:ea typeface="Lilita One"/>
                <a:cs typeface="Lilita One"/>
                <a:sym typeface="Lilita 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1066" name="Google Shape;1066;p66"/>
          <p:cNvSpPr txBox="1">
            <a:spLocks noGrp="1"/>
          </p:cNvSpPr>
          <p:nvPr>
            <p:ph type="subTitle" idx="6"/>
          </p:nvPr>
        </p:nvSpPr>
        <p:spPr>
          <a:xfrm>
            <a:off x="1635153" y="2066625"/>
            <a:ext cx="2427300" cy="863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2000"/>
              <a:buNone/>
              <a:defRPr sz="1600">
                <a:solidFill>
                  <a:schemeClr val="accent1"/>
                </a:solidFill>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1067" name="Google Shape;1067;p66"/>
          <p:cNvSpPr txBox="1">
            <a:spLocks noGrp="1"/>
          </p:cNvSpPr>
          <p:nvPr>
            <p:ph type="subTitle" idx="7"/>
          </p:nvPr>
        </p:nvSpPr>
        <p:spPr>
          <a:xfrm>
            <a:off x="1635141" y="3151225"/>
            <a:ext cx="2179200" cy="449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2000"/>
              <a:buFont typeface="Lilita One"/>
              <a:buNone/>
              <a:defRPr sz="2100">
                <a:solidFill>
                  <a:schemeClr val="accent2"/>
                </a:solidFill>
                <a:latin typeface="Lilita One"/>
                <a:ea typeface="Lilita One"/>
                <a:cs typeface="Lilita One"/>
                <a:sym typeface="Lilita 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1068" name="Google Shape;1068;p66"/>
          <p:cNvSpPr txBox="1">
            <a:spLocks noGrp="1"/>
          </p:cNvSpPr>
          <p:nvPr>
            <p:ph type="subTitle" idx="8"/>
          </p:nvPr>
        </p:nvSpPr>
        <p:spPr>
          <a:xfrm>
            <a:off x="1635153" y="3600625"/>
            <a:ext cx="2427300" cy="863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2000"/>
              <a:buNone/>
              <a:defRPr sz="1600">
                <a:solidFill>
                  <a:schemeClr val="accent1"/>
                </a:solidFill>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 body 02">
  <p:cSld name="TITLE_AND_BODY_2">
    <p:bg>
      <p:bgPr>
        <a:solidFill>
          <a:schemeClr val="lt1"/>
        </a:solidFill>
        <a:effectLst/>
      </p:bgPr>
    </p:bg>
    <p:spTree>
      <p:nvGrpSpPr>
        <p:cNvPr id="1" name="Shape 1069"/>
        <p:cNvGrpSpPr/>
        <p:nvPr/>
      </p:nvGrpSpPr>
      <p:grpSpPr>
        <a:xfrm>
          <a:off x="0" y="0"/>
          <a:ext cx="0" cy="0"/>
          <a:chOff x="0" y="0"/>
          <a:chExt cx="0" cy="0"/>
        </a:xfrm>
      </p:grpSpPr>
      <p:grpSp>
        <p:nvGrpSpPr>
          <p:cNvPr id="1070" name="Google Shape;1070;p67"/>
          <p:cNvGrpSpPr/>
          <p:nvPr/>
        </p:nvGrpSpPr>
        <p:grpSpPr>
          <a:xfrm rot="899960">
            <a:off x="4715630" y="450288"/>
            <a:ext cx="3987481" cy="4300072"/>
            <a:chOff x="-3361711" y="308336"/>
            <a:chExt cx="3987600" cy="4300200"/>
          </a:xfrm>
        </p:grpSpPr>
        <p:grpSp>
          <p:nvGrpSpPr>
            <p:cNvPr id="1071" name="Google Shape;1071;p67"/>
            <p:cNvGrpSpPr/>
            <p:nvPr/>
          </p:nvGrpSpPr>
          <p:grpSpPr>
            <a:xfrm>
              <a:off x="-3361711" y="308336"/>
              <a:ext cx="3987600" cy="4300200"/>
              <a:chOff x="-2571136" y="421611"/>
              <a:chExt cx="3987600" cy="4300200"/>
            </a:xfrm>
          </p:grpSpPr>
          <p:sp>
            <p:nvSpPr>
              <p:cNvPr id="1072" name="Google Shape;1072;p67"/>
              <p:cNvSpPr/>
              <p:nvPr/>
            </p:nvSpPr>
            <p:spPr>
              <a:xfrm>
                <a:off x="-2571136" y="421611"/>
                <a:ext cx="3987600" cy="4300200"/>
              </a:xfrm>
              <a:prstGeom prst="roundRect">
                <a:avLst>
                  <a:gd name="adj" fmla="val 5368"/>
                </a:avLst>
              </a:prstGeom>
              <a:solidFill>
                <a:srgbClr val="6696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73" name="Google Shape;1073;p67"/>
              <p:cNvGrpSpPr/>
              <p:nvPr/>
            </p:nvGrpSpPr>
            <p:grpSpPr>
              <a:xfrm>
                <a:off x="-2206074" y="809586"/>
                <a:ext cx="3257475" cy="3524250"/>
                <a:chOff x="-2206074" y="819150"/>
                <a:chExt cx="3257475" cy="3524250"/>
              </a:xfrm>
            </p:grpSpPr>
            <p:grpSp>
              <p:nvGrpSpPr>
                <p:cNvPr id="1074" name="Google Shape;1074;p67"/>
                <p:cNvGrpSpPr/>
                <p:nvPr/>
              </p:nvGrpSpPr>
              <p:grpSpPr>
                <a:xfrm>
                  <a:off x="-2206074" y="819150"/>
                  <a:ext cx="3257475" cy="981000"/>
                  <a:chOff x="-2209800" y="819150"/>
                  <a:chExt cx="3257475" cy="981000"/>
                </a:xfrm>
              </p:grpSpPr>
              <p:sp>
                <p:nvSpPr>
                  <p:cNvPr id="1075" name="Google Shape;1075;p67"/>
                  <p:cNvSpPr/>
                  <p:nvPr/>
                </p:nvSpPr>
                <p:spPr>
                  <a:xfrm>
                    <a:off x="-2209800"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67"/>
                  <p:cNvSpPr/>
                  <p:nvPr/>
                </p:nvSpPr>
                <p:spPr>
                  <a:xfrm>
                    <a:off x="66675"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7" name="Google Shape;1077;p67"/>
                <p:cNvGrpSpPr/>
                <p:nvPr/>
              </p:nvGrpSpPr>
              <p:grpSpPr>
                <a:xfrm>
                  <a:off x="-2206074" y="3362400"/>
                  <a:ext cx="3257475" cy="981000"/>
                  <a:chOff x="-2209800" y="819150"/>
                  <a:chExt cx="3257475" cy="981000"/>
                </a:xfrm>
              </p:grpSpPr>
              <p:sp>
                <p:nvSpPr>
                  <p:cNvPr id="1078" name="Google Shape;1078;p67"/>
                  <p:cNvSpPr/>
                  <p:nvPr/>
                </p:nvSpPr>
                <p:spPr>
                  <a:xfrm>
                    <a:off x="-2209800"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67"/>
                  <p:cNvSpPr/>
                  <p:nvPr/>
                </p:nvSpPr>
                <p:spPr>
                  <a:xfrm>
                    <a:off x="66675"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080" name="Google Shape;1080;p67"/>
            <p:cNvSpPr/>
            <p:nvPr/>
          </p:nvSpPr>
          <p:spPr>
            <a:xfrm>
              <a:off x="-1858399" y="1967936"/>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81" name="Google Shape;1081;p67"/>
          <p:cNvSpPr txBox="1">
            <a:spLocks noGrp="1"/>
          </p:cNvSpPr>
          <p:nvPr>
            <p:ph type="title"/>
          </p:nvPr>
        </p:nvSpPr>
        <p:spPr>
          <a:xfrm>
            <a:off x="720000" y="540000"/>
            <a:ext cx="7704000" cy="4572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082" name="Google Shape;1082;p67"/>
          <p:cNvSpPr txBox="1">
            <a:spLocks noGrp="1"/>
          </p:cNvSpPr>
          <p:nvPr>
            <p:ph type="subTitle" idx="1"/>
          </p:nvPr>
        </p:nvSpPr>
        <p:spPr>
          <a:xfrm>
            <a:off x="722150" y="1606650"/>
            <a:ext cx="2849700" cy="19302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Clr>
                <a:srgbClr val="FFFFFF"/>
              </a:buClr>
              <a:buSzPts val="1600"/>
              <a:buNone/>
              <a:defRPr/>
            </a:lvl1pPr>
            <a:lvl2pPr lvl="1" rtl="0">
              <a:spcBef>
                <a:spcPts val="0"/>
              </a:spcBef>
              <a:spcAft>
                <a:spcPts val="0"/>
              </a:spcAft>
              <a:buClr>
                <a:srgbClr val="FFFFFF"/>
              </a:buClr>
              <a:buSzPts val="1600"/>
              <a:buNone/>
              <a:defRPr>
                <a:solidFill>
                  <a:srgbClr val="FFFFFF"/>
                </a:solidFill>
              </a:defRPr>
            </a:lvl2pPr>
            <a:lvl3pPr lvl="2" rtl="0">
              <a:spcBef>
                <a:spcPts val="0"/>
              </a:spcBef>
              <a:spcAft>
                <a:spcPts val="0"/>
              </a:spcAft>
              <a:buClr>
                <a:srgbClr val="FFFFFF"/>
              </a:buClr>
              <a:buSzPts val="1600"/>
              <a:buNone/>
              <a:defRPr>
                <a:solidFill>
                  <a:srgbClr val="FFFFFF"/>
                </a:solidFill>
              </a:defRPr>
            </a:lvl3pPr>
            <a:lvl4pPr lvl="3" rtl="0">
              <a:spcBef>
                <a:spcPts val="0"/>
              </a:spcBef>
              <a:spcAft>
                <a:spcPts val="0"/>
              </a:spcAft>
              <a:buClr>
                <a:srgbClr val="FFFFFF"/>
              </a:buClr>
              <a:buSzPts val="1600"/>
              <a:buNone/>
              <a:defRPr>
                <a:solidFill>
                  <a:srgbClr val="FFFFFF"/>
                </a:solidFill>
              </a:defRPr>
            </a:lvl4pPr>
            <a:lvl5pPr lvl="4" rtl="0">
              <a:spcBef>
                <a:spcPts val="0"/>
              </a:spcBef>
              <a:spcAft>
                <a:spcPts val="0"/>
              </a:spcAft>
              <a:buClr>
                <a:srgbClr val="FFFFFF"/>
              </a:buClr>
              <a:buSzPts val="1600"/>
              <a:buNone/>
              <a:defRPr>
                <a:solidFill>
                  <a:srgbClr val="FFFFFF"/>
                </a:solidFill>
              </a:defRPr>
            </a:lvl5pPr>
            <a:lvl6pPr lvl="5" rtl="0">
              <a:spcBef>
                <a:spcPts val="0"/>
              </a:spcBef>
              <a:spcAft>
                <a:spcPts val="0"/>
              </a:spcAft>
              <a:buClr>
                <a:srgbClr val="FFFFFF"/>
              </a:buClr>
              <a:buSzPts val="1600"/>
              <a:buNone/>
              <a:defRPr>
                <a:solidFill>
                  <a:srgbClr val="FFFFFF"/>
                </a:solidFill>
              </a:defRPr>
            </a:lvl6pPr>
            <a:lvl7pPr lvl="6" rtl="0">
              <a:spcBef>
                <a:spcPts val="0"/>
              </a:spcBef>
              <a:spcAft>
                <a:spcPts val="0"/>
              </a:spcAft>
              <a:buClr>
                <a:srgbClr val="FFFFFF"/>
              </a:buClr>
              <a:buSzPts val="1600"/>
              <a:buNone/>
              <a:defRPr>
                <a:solidFill>
                  <a:srgbClr val="FFFFFF"/>
                </a:solidFill>
              </a:defRPr>
            </a:lvl7pPr>
            <a:lvl8pPr lvl="7" rtl="0">
              <a:spcBef>
                <a:spcPts val="0"/>
              </a:spcBef>
              <a:spcAft>
                <a:spcPts val="0"/>
              </a:spcAft>
              <a:buClr>
                <a:srgbClr val="FFFFFF"/>
              </a:buClr>
              <a:buSzPts val="1600"/>
              <a:buNone/>
              <a:defRPr>
                <a:solidFill>
                  <a:srgbClr val="FFFFFF"/>
                </a:solidFill>
              </a:defRPr>
            </a:lvl8pPr>
            <a:lvl9pPr lvl="8" rtl="0">
              <a:spcBef>
                <a:spcPts val="0"/>
              </a:spcBef>
              <a:spcAft>
                <a:spcPts val="0"/>
              </a:spcAft>
              <a:buClr>
                <a:srgbClr val="FFFFFF"/>
              </a:buClr>
              <a:buSzPts val="1600"/>
              <a:buNone/>
              <a:defRPr>
                <a:solidFill>
                  <a:srgbClr val="FFFFFF"/>
                </a:solidFill>
              </a:defRPr>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two columns 01">
  <p:cSld name="TITLE_AND_TWO_COLUMNS_1">
    <p:bg>
      <p:bgPr>
        <a:solidFill>
          <a:schemeClr val="dk2"/>
        </a:solidFill>
        <a:effectLst/>
      </p:bgPr>
    </p:bg>
    <p:spTree>
      <p:nvGrpSpPr>
        <p:cNvPr id="1" name="Shape 1083"/>
        <p:cNvGrpSpPr/>
        <p:nvPr/>
      </p:nvGrpSpPr>
      <p:grpSpPr>
        <a:xfrm>
          <a:off x="0" y="0"/>
          <a:ext cx="0" cy="0"/>
          <a:chOff x="0" y="0"/>
          <a:chExt cx="0" cy="0"/>
        </a:xfrm>
      </p:grpSpPr>
      <p:grpSp>
        <p:nvGrpSpPr>
          <p:cNvPr id="1084" name="Google Shape;1084;p68"/>
          <p:cNvGrpSpPr/>
          <p:nvPr/>
        </p:nvGrpSpPr>
        <p:grpSpPr>
          <a:xfrm rot="9900143" flipH="1">
            <a:off x="7222308" y="190062"/>
            <a:ext cx="1711973" cy="1846180"/>
            <a:chOff x="-3361711" y="308336"/>
            <a:chExt cx="3987600" cy="4300200"/>
          </a:xfrm>
        </p:grpSpPr>
        <p:grpSp>
          <p:nvGrpSpPr>
            <p:cNvPr id="1085" name="Google Shape;1085;p68"/>
            <p:cNvGrpSpPr/>
            <p:nvPr/>
          </p:nvGrpSpPr>
          <p:grpSpPr>
            <a:xfrm>
              <a:off x="-3361711" y="308336"/>
              <a:ext cx="3987600" cy="4300200"/>
              <a:chOff x="-2571136" y="421611"/>
              <a:chExt cx="3987600" cy="4300200"/>
            </a:xfrm>
          </p:grpSpPr>
          <p:sp>
            <p:nvSpPr>
              <p:cNvPr id="1086" name="Google Shape;1086;p68"/>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87" name="Google Shape;1087;p68"/>
              <p:cNvGrpSpPr/>
              <p:nvPr/>
            </p:nvGrpSpPr>
            <p:grpSpPr>
              <a:xfrm>
                <a:off x="-2206074" y="809586"/>
                <a:ext cx="3257475" cy="3524250"/>
                <a:chOff x="-2206074" y="819150"/>
                <a:chExt cx="3257475" cy="3524250"/>
              </a:xfrm>
            </p:grpSpPr>
            <p:grpSp>
              <p:nvGrpSpPr>
                <p:cNvPr id="1088" name="Google Shape;1088;p68"/>
                <p:cNvGrpSpPr/>
                <p:nvPr/>
              </p:nvGrpSpPr>
              <p:grpSpPr>
                <a:xfrm>
                  <a:off x="-2206074" y="819150"/>
                  <a:ext cx="3257475" cy="981000"/>
                  <a:chOff x="-2209800" y="819150"/>
                  <a:chExt cx="3257475" cy="981000"/>
                </a:xfrm>
              </p:grpSpPr>
              <p:sp>
                <p:nvSpPr>
                  <p:cNvPr id="1089" name="Google Shape;1089;p68"/>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68"/>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1" name="Google Shape;1091;p68"/>
                <p:cNvGrpSpPr/>
                <p:nvPr/>
              </p:nvGrpSpPr>
              <p:grpSpPr>
                <a:xfrm>
                  <a:off x="-2206074" y="3362400"/>
                  <a:ext cx="3257475" cy="981000"/>
                  <a:chOff x="-2209800" y="819150"/>
                  <a:chExt cx="3257475" cy="981000"/>
                </a:xfrm>
              </p:grpSpPr>
              <p:sp>
                <p:nvSpPr>
                  <p:cNvPr id="1092" name="Google Shape;1092;p68"/>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68"/>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094" name="Google Shape;1094;p68"/>
            <p:cNvSpPr/>
            <p:nvPr/>
          </p:nvSpPr>
          <p:spPr>
            <a:xfrm>
              <a:off x="-1858399" y="1967936"/>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5" name="Google Shape;1095;p68"/>
          <p:cNvGrpSpPr/>
          <p:nvPr/>
        </p:nvGrpSpPr>
        <p:grpSpPr>
          <a:xfrm rot="-9900143">
            <a:off x="209708" y="190062"/>
            <a:ext cx="1711973" cy="1846180"/>
            <a:chOff x="-2571136" y="421611"/>
            <a:chExt cx="3987600" cy="4300200"/>
          </a:xfrm>
        </p:grpSpPr>
        <p:sp>
          <p:nvSpPr>
            <p:cNvPr id="1096" name="Google Shape;1096;p68"/>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7" name="Google Shape;1097;p68"/>
            <p:cNvGrpSpPr/>
            <p:nvPr/>
          </p:nvGrpSpPr>
          <p:grpSpPr>
            <a:xfrm>
              <a:off x="-2206074" y="809586"/>
              <a:ext cx="3257475" cy="3524250"/>
              <a:chOff x="-2206074" y="819150"/>
              <a:chExt cx="3257475" cy="3524250"/>
            </a:xfrm>
          </p:grpSpPr>
          <p:grpSp>
            <p:nvGrpSpPr>
              <p:cNvPr id="1098" name="Google Shape;1098;p68"/>
              <p:cNvGrpSpPr/>
              <p:nvPr/>
            </p:nvGrpSpPr>
            <p:grpSpPr>
              <a:xfrm>
                <a:off x="-2206074" y="819150"/>
                <a:ext cx="3257475" cy="981000"/>
                <a:chOff x="-2209800" y="819150"/>
                <a:chExt cx="3257475" cy="981000"/>
              </a:xfrm>
            </p:grpSpPr>
            <p:sp>
              <p:nvSpPr>
                <p:cNvPr id="1099" name="Google Shape;1099;p68"/>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68"/>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1" name="Google Shape;1101;p68"/>
              <p:cNvGrpSpPr/>
              <p:nvPr/>
            </p:nvGrpSpPr>
            <p:grpSpPr>
              <a:xfrm>
                <a:off x="-2206074" y="3362400"/>
                <a:ext cx="3257475" cy="981000"/>
                <a:chOff x="-2209800" y="819150"/>
                <a:chExt cx="3257475" cy="981000"/>
              </a:xfrm>
            </p:grpSpPr>
            <p:sp>
              <p:nvSpPr>
                <p:cNvPr id="1102" name="Google Shape;1102;p68"/>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68"/>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104" name="Google Shape;1104;p68"/>
          <p:cNvSpPr txBox="1">
            <a:spLocks noGrp="1"/>
          </p:cNvSpPr>
          <p:nvPr>
            <p:ph type="title"/>
          </p:nvPr>
        </p:nvSpPr>
        <p:spPr>
          <a:xfrm>
            <a:off x="720000" y="540000"/>
            <a:ext cx="7704000" cy="457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200"/>
              <a:buNone/>
              <a:defRPr>
                <a:solidFill>
                  <a:srgbClr val="FFFFFF"/>
                </a:solidFill>
              </a:defRPr>
            </a:lvl1pPr>
            <a:lvl2pPr lvl="1" rtl="0">
              <a:spcBef>
                <a:spcPts val="0"/>
              </a:spcBef>
              <a:spcAft>
                <a:spcPts val="0"/>
              </a:spcAft>
              <a:buClr>
                <a:srgbClr val="FFFFFF"/>
              </a:buClr>
              <a:buSzPts val="3200"/>
              <a:buNone/>
              <a:defRPr>
                <a:solidFill>
                  <a:srgbClr val="FFFFFF"/>
                </a:solidFill>
              </a:defRPr>
            </a:lvl2pPr>
            <a:lvl3pPr lvl="2" rtl="0">
              <a:spcBef>
                <a:spcPts val="0"/>
              </a:spcBef>
              <a:spcAft>
                <a:spcPts val="0"/>
              </a:spcAft>
              <a:buClr>
                <a:srgbClr val="FFFFFF"/>
              </a:buClr>
              <a:buSzPts val="3200"/>
              <a:buNone/>
              <a:defRPr>
                <a:solidFill>
                  <a:srgbClr val="FFFFFF"/>
                </a:solidFill>
              </a:defRPr>
            </a:lvl3pPr>
            <a:lvl4pPr lvl="3" rtl="0">
              <a:spcBef>
                <a:spcPts val="0"/>
              </a:spcBef>
              <a:spcAft>
                <a:spcPts val="0"/>
              </a:spcAft>
              <a:buClr>
                <a:srgbClr val="FFFFFF"/>
              </a:buClr>
              <a:buSzPts val="3200"/>
              <a:buNone/>
              <a:defRPr>
                <a:solidFill>
                  <a:srgbClr val="FFFFFF"/>
                </a:solidFill>
              </a:defRPr>
            </a:lvl4pPr>
            <a:lvl5pPr lvl="4" rtl="0">
              <a:spcBef>
                <a:spcPts val="0"/>
              </a:spcBef>
              <a:spcAft>
                <a:spcPts val="0"/>
              </a:spcAft>
              <a:buClr>
                <a:srgbClr val="FFFFFF"/>
              </a:buClr>
              <a:buSzPts val="3200"/>
              <a:buNone/>
              <a:defRPr>
                <a:solidFill>
                  <a:srgbClr val="FFFFFF"/>
                </a:solidFill>
              </a:defRPr>
            </a:lvl5pPr>
            <a:lvl6pPr lvl="5" rtl="0">
              <a:spcBef>
                <a:spcPts val="0"/>
              </a:spcBef>
              <a:spcAft>
                <a:spcPts val="0"/>
              </a:spcAft>
              <a:buClr>
                <a:srgbClr val="FFFFFF"/>
              </a:buClr>
              <a:buSzPts val="3200"/>
              <a:buNone/>
              <a:defRPr>
                <a:solidFill>
                  <a:srgbClr val="FFFFFF"/>
                </a:solidFill>
              </a:defRPr>
            </a:lvl6pPr>
            <a:lvl7pPr lvl="6" rtl="0">
              <a:spcBef>
                <a:spcPts val="0"/>
              </a:spcBef>
              <a:spcAft>
                <a:spcPts val="0"/>
              </a:spcAft>
              <a:buClr>
                <a:srgbClr val="FFFFFF"/>
              </a:buClr>
              <a:buSzPts val="3200"/>
              <a:buNone/>
              <a:defRPr>
                <a:solidFill>
                  <a:srgbClr val="FFFFFF"/>
                </a:solidFill>
              </a:defRPr>
            </a:lvl7pPr>
            <a:lvl8pPr lvl="7" rtl="0">
              <a:spcBef>
                <a:spcPts val="0"/>
              </a:spcBef>
              <a:spcAft>
                <a:spcPts val="0"/>
              </a:spcAft>
              <a:buClr>
                <a:srgbClr val="FFFFFF"/>
              </a:buClr>
              <a:buSzPts val="3200"/>
              <a:buNone/>
              <a:defRPr>
                <a:solidFill>
                  <a:srgbClr val="FFFFFF"/>
                </a:solidFill>
              </a:defRPr>
            </a:lvl8pPr>
            <a:lvl9pPr lvl="8" rtl="0">
              <a:spcBef>
                <a:spcPts val="0"/>
              </a:spcBef>
              <a:spcAft>
                <a:spcPts val="0"/>
              </a:spcAft>
              <a:buClr>
                <a:srgbClr val="FFFFFF"/>
              </a:buClr>
              <a:buSzPts val="3200"/>
              <a:buNone/>
              <a:defRPr>
                <a:solidFill>
                  <a:srgbClr val="FFFFFF"/>
                </a:solidFill>
              </a:defRPr>
            </a:lvl9pPr>
          </a:lstStyle>
          <a:p>
            <a:endParaRPr/>
          </a:p>
        </p:txBody>
      </p:sp>
      <p:sp>
        <p:nvSpPr>
          <p:cNvPr id="1105" name="Google Shape;1105;p68"/>
          <p:cNvSpPr txBox="1">
            <a:spLocks noGrp="1"/>
          </p:cNvSpPr>
          <p:nvPr>
            <p:ph type="subTitle" idx="1"/>
          </p:nvPr>
        </p:nvSpPr>
        <p:spPr>
          <a:xfrm>
            <a:off x="1405825" y="2779600"/>
            <a:ext cx="2236200" cy="1040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DA00"/>
              </a:buClr>
              <a:buSzPts val="2800"/>
              <a:buFont typeface="Lilita One"/>
              <a:buNone/>
              <a:defRPr sz="2800">
                <a:solidFill>
                  <a:schemeClr val="accent2"/>
                </a:solidFill>
                <a:latin typeface="Lilita One"/>
                <a:ea typeface="Lilita One"/>
                <a:cs typeface="Lilita One"/>
                <a:sym typeface="Lilita One"/>
              </a:defRPr>
            </a:lvl1pPr>
            <a:lvl2pPr lvl="1"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9pPr>
          </a:lstStyle>
          <a:p>
            <a:endParaRPr/>
          </a:p>
        </p:txBody>
      </p:sp>
      <p:sp>
        <p:nvSpPr>
          <p:cNvPr id="1106" name="Google Shape;1106;p68"/>
          <p:cNvSpPr txBox="1">
            <a:spLocks noGrp="1"/>
          </p:cNvSpPr>
          <p:nvPr>
            <p:ph type="subTitle" idx="2"/>
          </p:nvPr>
        </p:nvSpPr>
        <p:spPr>
          <a:xfrm>
            <a:off x="1405825" y="3829025"/>
            <a:ext cx="2236200" cy="774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chemeClr val="accent1"/>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1107" name="Google Shape;1107;p68"/>
          <p:cNvSpPr txBox="1">
            <a:spLocks noGrp="1"/>
          </p:cNvSpPr>
          <p:nvPr>
            <p:ph type="subTitle" idx="3"/>
          </p:nvPr>
        </p:nvSpPr>
        <p:spPr>
          <a:xfrm>
            <a:off x="5502000" y="2779600"/>
            <a:ext cx="2236200" cy="1040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DA00"/>
              </a:buClr>
              <a:buSzPts val="2800"/>
              <a:buFont typeface="Lilita One"/>
              <a:buNone/>
              <a:defRPr sz="2800">
                <a:solidFill>
                  <a:schemeClr val="accent2"/>
                </a:solidFill>
                <a:latin typeface="Lilita One"/>
                <a:ea typeface="Lilita One"/>
                <a:cs typeface="Lilita One"/>
                <a:sym typeface="Lilita One"/>
              </a:defRPr>
            </a:lvl1pPr>
            <a:lvl2pPr lvl="1"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800"/>
              <a:buFont typeface="Lilita One"/>
              <a:buNone/>
              <a:defRPr sz="2800">
                <a:solidFill>
                  <a:srgbClr val="FFDA00"/>
                </a:solidFill>
                <a:latin typeface="Lilita One"/>
                <a:ea typeface="Lilita One"/>
                <a:cs typeface="Lilita One"/>
                <a:sym typeface="Lilita One"/>
              </a:defRPr>
            </a:lvl9pPr>
          </a:lstStyle>
          <a:p>
            <a:endParaRPr/>
          </a:p>
        </p:txBody>
      </p:sp>
      <p:sp>
        <p:nvSpPr>
          <p:cNvPr id="1108" name="Google Shape;1108;p68"/>
          <p:cNvSpPr txBox="1">
            <a:spLocks noGrp="1"/>
          </p:cNvSpPr>
          <p:nvPr>
            <p:ph type="subTitle" idx="4"/>
          </p:nvPr>
        </p:nvSpPr>
        <p:spPr>
          <a:xfrm>
            <a:off x="5502000" y="3829025"/>
            <a:ext cx="2236200" cy="774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chemeClr val="accent1"/>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 six columns">
  <p:cSld name="CUSTOM_2_1">
    <p:bg>
      <p:bgPr>
        <a:solidFill>
          <a:schemeClr val="dk2"/>
        </a:solidFill>
        <a:effectLst/>
      </p:bgPr>
    </p:bg>
    <p:spTree>
      <p:nvGrpSpPr>
        <p:cNvPr id="1" name="Shape 1109"/>
        <p:cNvGrpSpPr/>
        <p:nvPr/>
      </p:nvGrpSpPr>
      <p:grpSpPr>
        <a:xfrm>
          <a:off x="0" y="0"/>
          <a:ext cx="0" cy="0"/>
          <a:chOff x="0" y="0"/>
          <a:chExt cx="0" cy="0"/>
        </a:xfrm>
      </p:grpSpPr>
      <p:grpSp>
        <p:nvGrpSpPr>
          <p:cNvPr id="1110" name="Google Shape;1110;p69"/>
          <p:cNvGrpSpPr/>
          <p:nvPr/>
        </p:nvGrpSpPr>
        <p:grpSpPr>
          <a:xfrm rot="899857">
            <a:off x="7222308" y="190062"/>
            <a:ext cx="1711973" cy="1846180"/>
            <a:chOff x="-3361711" y="308336"/>
            <a:chExt cx="3987600" cy="4300200"/>
          </a:xfrm>
        </p:grpSpPr>
        <p:grpSp>
          <p:nvGrpSpPr>
            <p:cNvPr id="1111" name="Google Shape;1111;p69"/>
            <p:cNvGrpSpPr/>
            <p:nvPr/>
          </p:nvGrpSpPr>
          <p:grpSpPr>
            <a:xfrm>
              <a:off x="-3361711" y="308336"/>
              <a:ext cx="3987600" cy="4300200"/>
              <a:chOff x="-2571136" y="421611"/>
              <a:chExt cx="3987600" cy="4300200"/>
            </a:xfrm>
          </p:grpSpPr>
          <p:sp>
            <p:nvSpPr>
              <p:cNvPr id="1112" name="Google Shape;1112;p69"/>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3" name="Google Shape;1113;p69"/>
              <p:cNvGrpSpPr/>
              <p:nvPr/>
            </p:nvGrpSpPr>
            <p:grpSpPr>
              <a:xfrm>
                <a:off x="-2206074" y="809586"/>
                <a:ext cx="3257475" cy="3524250"/>
                <a:chOff x="-2206074" y="819150"/>
                <a:chExt cx="3257475" cy="3524250"/>
              </a:xfrm>
            </p:grpSpPr>
            <p:grpSp>
              <p:nvGrpSpPr>
                <p:cNvPr id="1114" name="Google Shape;1114;p69"/>
                <p:cNvGrpSpPr/>
                <p:nvPr/>
              </p:nvGrpSpPr>
              <p:grpSpPr>
                <a:xfrm>
                  <a:off x="-2206074" y="819150"/>
                  <a:ext cx="3257475" cy="981000"/>
                  <a:chOff x="-2209800" y="819150"/>
                  <a:chExt cx="3257475" cy="981000"/>
                </a:xfrm>
              </p:grpSpPr>
              <p:sp>
                <p:nvSpPr>
                  <p:cNvPr id="1115" name="Google Shape;1115;p69"/>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69"/>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7" name="Google Shape;1117;p69"/>
                <p:cNvGrpSpPr/>
                <p:nvPr/>
              </p:nvGrpSpPr>
              <p:grpSpPr>
                <a:xfrm>
                  <a:off x="-2206074" y="3362400"/>
                  <a:ext cx="3257475" cy="981000"/>
                  <a:chOff x="-2209800" y="819150"/>
                  <a:chExt cx="3257475" cy="981000"/>
                </a:xfrm>
              </p:grpSpPr>
              <p:sp>
                <p:nvSpPr>
                  <p:cNvPr id="1118" name="Google Shape;1118;p69"/>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69"/>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120" name="Google Shape;1120;p69"/>
            <p:cNvSpPr/>
            <p:nvPr/>
          </p:nvSpPr>
          <p:spPr>
            <a:xfrm>
              <a:off x="-1858399" y="1967936"/>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1" name="Google Shape;1121;p69"/>
          <p:cNvGrpSpPr/>
          <p:nvPr/>
        </p:nvGrpSpPr>
        <p:grpSpPr>
          <a:xfrm rot="-899857" flipH="1">
            <a:off x="209708" y="190062"/>
            <a:ext cx="1711973" cy="1846180"/>
            <a:chOff x="-2571136" y="421611"/>
            <a:chExt cx="3987600" cy="4300200"/>
          </a:xfrm>
        </p:grpSpPr>
        <p:sp>
          <p:nvSpPr>
            <p:cNvPr id="1122" name="Google Shape;1122;p69"/>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3" name="Google Shape;1123;p69"/>
            <p:cNvGrpSpPr/>
            <p:nvPr/>
          </p:nvGrpSpPr>
          <p:grpSpPr>
            <a:xfrm>
              <a:off x="-2206074" y="809586"/>
              <a:ext cx="3257475" cy="3524250"/>
              <a:chOff x="-2206074" y="819150"/>
              <a:chExt cx="3257475" cy="3524250"/>
            </a:xfrm>
          </p:grpSpPr>
          <p:grpSp>
            <p:nvGrpSpPr>
              <p:cNvPr id="1124" name="Google Shape;1124;p69"/>
              <p:cNvGrpSpPr/>
              <p:nvPr/>
            </p:nvGrpSpPr>
            <p:grpSpPr>
              <a:xfrm>
                <a:off x="-2206074" y="819150"/>
                <a:ext cx="3257475" cy="981000"/>
                <a:chOff x="-2209800" y="819150"/>
                <a:chExt cx="3257475" cy="981000"/>
              </a:xfrm>
            </p:grpSpPr>
            <p:sp>
              <p:nvSpPr>
                <p:cNvPr id="1125" name="Google Shape;1125;p69"/>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69"/>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7" name="Google Shape;1127;p69"/>
              <p:cNvGrpSpPr/>
              <p:nvPr/>
            </p:nvGrpSpPr>
            <p:grpSpPr>
              <a:xfrm>
                <a:off x="-2206074" y="3362400"/>
                <a:ext cx="3257475" cy="981000"/>
                <a:chOff x="-2209800" y="819150"/>
                <a:chExt cx="3257475" cy="981000"/>
              </a:xfrm>
            </p:grpSpPr>
            <p:sp>
              <p:nvSpPr>
                <p:cNvPr id="1128" name="Google Shape;1128;p69"/>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69"/>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130" name="Google Shape;1130;p69"/>
          <p:cNvSpPr txBox="1">
            <a:spLocks noGrp="1"/>
          </p:cNvSpPr>
          <p:nvPr>
            <p:ph type="title"/>
          </p:nvPr>
        </p:nvSpPr>
        <p:spPr>
          <a:xfrm>
            <a:off x="720000" y="540000"/>
            <a:ext cx="7704000" cy="457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200"/>
              <a:buNone/>
              <a:defRPr>
                <a:solidFill>
                  <a:srgbClr val="FFFFFF"/>
                </a:solidFill>
              </a:defRPr>
            </a:lvl1pPr>
            <a:lvl2pPr lvl="1" rtl="0">
              <a:spcBef>
                <a:spcPts val="0"/>
              </a:spcBef>
              <a:spcAft>
                <a:spcPts val="0"/>
              </a:spcAft>
              <a:buClr>
                <a:srgbClr val="FFFFFF"/>
              </a:buClr>
              <a:buSzPts val="3200"/>
              <a:buNone/>
              <a:defRPr>
                <a:solidFill>
                  <a:srgbClr val="FFFFFF"/>
                </a:solidFill>
              </a:defRPr>
            </a:lvl2pPr>
            <a:lvl3pPr lvl="2" rtl="0">
              <a:spcBef>
                <a:spcPts val="0"/>
              </a:spcBef>
              <a:spcAft>
                <a:spcPts val="0"/>
              </a:spcAft>
              <a:buClr>
                <a:srgbClr val="FFFFFF"/>
              </a:buClr>
              <a:buSzPts val="3200"/>
              <a:buNone/>
              <a:defRPr>
                <a:solidFill>
                  <a:srgbClr val="FFFFFF"/>
                </a:solidFill>
              </a:defRPr>
            </a:lvl3pPr>
            <a:lvl4pPr lvl="3" rtl="0">
              <a:spcBef>
                <a:spcPts val="0"/>
              </a:spcBef>
              <a:spcAft>
                <a:spcPts val="0"/>
              </a:spcAft>
              <a:buClr>
                <a:srgbClr val="FFFFFF"/>
              </a:buClr>
              <a:buSzPts val="3200"/>
              <a:buNone/>
              <a:defRPr>
                <a:solidFill>
                  <a:srgbClr val="FFFFFF"/>
                </a:solidFill>
              </a:defRPr>
            </a:lvl4pPr>
            <a:lvl5pPr lvl="4" rtl="0">
              <a:spcBef>
                <a:spcPts val="0"/>
              </a:spcBef>
              <a:spcAft>
                <a:spcPts val="0"/>
              </a:spcAft>
              <a:buClr>
                <a:srgbClr val="FFFFFF"/>
              </a:buClr>
              <a:buSzPts val="3200"/>
              <a:buNone/>
              <a:defRPr>
                <a:solidFill>
                  <a:srgbClr val="FFFFFF"/>
                </a:solidFill>
              </a:defRPr>
            </a:lvl5pPr>
            <a:lvl6pPr lvl="5" rtl="0">
              <a:spcBef>
                <a:spcPts val="0"/>
              </a:spcBef>
              <a:spcAft>
                <a:spcPts val="0"/>
              </a:spcAft>
              <a:buClr>
                <a:srgbClr val="FFFFFF"/>
              </a:buClr>
              <a:buSzPts val="3200"/>
              <a:buNone/>
              <a:defRPr>
                <a:solidFill>
                  <a:srgbClr val="FFFFFF"/>
                </a:solidFill>
              </a:defRPr>
            </a:lvl6pPr>
            <a:lvl7pPr lvl="6" rtl="0">
              <a:spcBef>
                <a:spcPts val="0"/>
              </a:spcBef>
              <a:spcAft>
                <a:spcPts val="0"/>
              </a:spcAft>
              <a:buClr>
                <a:srgbClr val="FFFFFF"/>
              </a:buClr>
              <a:buSzPts val="3200"/>
              <a:buNone/>
              <a:defRPr>
                <a:solidFill>
                  <a:srgbClr val="FFFFFF"/>
                </a:solidFill>
              </a:defRPr>
            </a:lvl7pPr>
            <a:lvl8pPr lvl="7" rtl="0">
              <a:spcBef>
                <a:spcPts val="0"/>
              </a:spcBef>
              <a:spcAft>
                <a:spcPts val="0"/>
              </a:spcAft>
              <a:buClr>
                <a:srgbClr val="FFFFFF"/>
              </a:buClr>
              <a:buSzPts val="3200"/>
              <a:buNone/>
              <a:defRPr>
                <a:solidFill>
                  <a:srgbClr val="FFFFFF"/>
                </a:solidFill>
              </a:defRPr>
            </a:lvl8pPr>
            <a:lvl9pPr lvl="8" rtl="0">
              <a:spcBef>
                <a:spcPts val="0"/>
              </a:spcBef>
              <a:spcAft>
                <a:spcPts val="0"/>
              </a:spcAft>
              <a:buClr>
                <a:srgbClr val="FFFFFF"/>
              </a:buClr>
              <a:buSzPts val="3200"/>
              <a:buNone/>
              <a:defRPr>
                <a:solidFill>
                  <a:srgbClr val="FFFFFF"/>
                </a:solidFill>
              </a:defRPr>
            </a:lvl9pPr>
          </a:lstStyle>
          <a:p>
            <a:endParaRPr/>
          </a:p>
        </p:txBody>
      </p:sp>
      <p:sp>
        <p:nvSpPr>
          <p:cNvPr id="1131" name="Google Shape;1131;p69"/>
          <p:cNvSpPr txBox="1">
            <a:spLocks noGrp="1"/>
          </p:cNvSpPr>
          <p:nvPr>
            <p:ph type="subTitle" idx="1"/>
          </p:nvPr>
        </p:nvSpPr>
        <p:spPr>
          <a:xfrm>
            <a:off x="720000" y="3627200"/>
            <a:ext cx="2345100" cy="5163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FDA00"/>
              </a:buClr>
              <a:buSzPts val="2100"/>
              <a:buFont typeface="Lilita One"/>
              <a:buNone/>
              <a:defRPr sz="2100">
                <a:solidFill>
                  <a:schemeClr val="accent2"/>
                </a:solidFill>
                <a:latin typeface="Lilita One"/>
                <a:ea typeface="Lilita One"/>
                <a:cs typeface="Lilita One"/>
                <a:sym typeface="Lilita One"/>
              </a:defRPr>
            </a:lvl1pPr>
            <a:lvl2pPr lvl="1"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9pPr>
          </a:lstStyle>
          <a:p>
            <a:endParaRPr/>
          </a:p>
        </p:txBody>
      </p:sp>
      <p:sp>
        <p:nvSpPr>
          <p:cNvPr id="1132" name="Google Shape;1132;p69"/>
          <p:cNvSpPr txBox="1">
            <a:spLocks noGrp="1"/>
          </p:cNvSpPr>
          <p:nvPr>
            <p:ph type="subTitle" idx="2"/>
          </p:nvPr>
        </p:nvSpPr>
        <p:spPr>
          <a:xfrm>
            <a:off x="720000" y="4078425"/>
            <a:ext cx="23451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rgbClr val="FFFFFF"/>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1133" name="Google Shape;1133;p69"/>
          <p:cNvSpPr txBox="1">
            <a:spLocks noGrp="1"/>
          </p:cNvSpPr>
          <p:nvPr>
            <p:ph type="subTitle" idx="3"/>
          </p:nvPr>
        </p:nvSpPr>
        <p:spPr>
          <a:xfrm>
            <a:off x="3399450" y="3627200"/>
            <a:ext cx="2345100" cy="5163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FDA00"/>
              </a:buClr>
              <a:buSzPts val="2100"/>
              <a:buFont typeface="Lilita One"/>
              <a:buNone/>
              <a:defRPr sz="2100">
                <a:solidFill>
                  <a:schemeClr val="accent2"/>
                </a:solidFill>
                <a:latin typeface="Lilita One"/>
                <a:ea typeface="Lilita One"/>
                <a:cs typeface="Lilita One"/>
                <a:sym typeface="Lilita One"/>
              </a:defRPr>
            </a:lvl1pPr>
            <a:lvl2pPr lvl="1"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9pPr>
          </a:lstStyle>
          <a:p>
            <a:endParaRPr/>
          </a:p>
        </p:txBody>
      </p:sp>
      <p:sp>
        <p:nvSpPr>
          <p:cNvPr id="1134" name="Google Shape;1134;p69"/>
          <p:cNvSpPr txBox="1">
            <a:spLocks noGrp="1"/>
          </p:cNvSpPr>
          <p:nvPr>
            <p:ph type="subTitle" idx="4"/>
          </p:nvPr>
        </p:nvSpPr>
        <p:spPr>
          <a:xfrm>
            <a:off x="3399450" y="4078425"/>
            <a:ext cx="23451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rgbClr val="FFFFFF"/>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1135" name="Google Shape;1135;p69"/>
          <p:cNvSpPr txBox="1">
            <a:spLocks noGrp="1"/>
          </p:cNvSpPr>
          <p:nvPr>
            <p:ph type="subTitle" idx="5"/>
          </p:nvPr>
        </p:nvSpPr>
        <p:spPr>
          <a:xfrm>
            <a:off x="6078900" y="3627200"/>
            <a:ext cx="2345100" cy="5163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FDA00"/>
              </a:buClr>
              <a:buSzPts val="2100"/>
              <a:buFont typeface="Lilita One"/>
              <a:buNone/>
              <a:defRPr sz="2100">
                <a:solidFill>
                  <a:schemeClr val="accent2"/>
                </a:solidFill>
                <a:latin typeface="Lilita One"/>
                <a:ea typeface="Lilita One"/>
                <a:cs typeface="Lilita One"/>
                <a:sym typeface="Lilita One"/>
              </a:defRPr>
            </a:lvl1pPr>
            <a:lvl2pPr lvl="1"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9pPr>
          </a:lstStyle>
          <a:p>
            <a:endParaRPr/>
          </a:p>
        </p:txBody>
      </p:sp>
      <p:sp>
        <p:nvSpPr>
          <p:cNvPr id="1136" name="Google Shape;1136;p69"/>
          <p:cNvSpPr txBox="1">
            <a:spLocks noGrp="1"/>
          </p:cNvSpPr>
          <p:nvPr>
            <p:ph type="subTitle" idx="6"/>
          </p:nvPr>
        </p:nvSpPr>
        <p:spPr>
          <a:xfrm>
            <a:off x="6078900" y="4078425"/>
            <a:ext cx="23451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rgbClr val="FFFFFF"/>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1137" name="Google Shape;1137;p69"/>
          <p:cNvSpPr txBox="1">
            <a:spLocks noGrp="1"/>
          </p:cNvSpPr>
          <p:nvPr>
            <p:ph type="subTitle" idx="7"/>
          </p:nvPr>
        </p:nvSpPr>
        <p:spPr>
          <a:xfrm>
            <a:off x="720000" y="1872446"/>
            <a:ext cx="2345100" cy="5163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FDA00"/>
              </a:buClr>
              <a:buSzPts val="2100"/>
              <a:buFont typeface="Lilita One"/>
              <a:buNone/>
              <a:defRPr sz="2100">
                <a:solidFill>
                  <a:schemeClr val="accent2"/>
                </a:solidFill>
                <a:latin typeface="Lilita One"/>
                <a:ea typeface="Lilita One"/>
                <a:cs typeface="Lilita One"/>
                <a:sym typeface="Lilita One"/>
              </a:defRPr>
            </a:lvl1pPr>
            <a:lvl2pPr lvl="1"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9pPr>
          </a:lstStyle>
          <a:p>
            <a:endParaRPr/>
          </a:p>
        </p:txBody>
      </p:sp>
      <p:sp>
        <p:nvSpPr>
          <p:cNvPr id="1138" name="Google Shape;1138;p69"/>
          <p:cNvSpPr txBox="1">
            <a:spLocks noGrp="1"/>
          </p:cNvSpPr>
          <p:nvPr>
            <p:ph type="subTitle" idx="8"/>
          </p:nvPr>
        </p:nvSpPr>
        <p:spPr>
          <a:xfrm>
            <a:off x="720000" y="2323681"/>
            <a:ext cx="23451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rgbClr val="FFFFFF"/>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1139" name="Google Shape;1139;p69"/>
          <p:cNvSpPr txBox="1">
            <a:spLocks noGrp="1"/>
          </p:cNvSpPr>
          <p:nvPr>
            <p:ph type="subTitle" idx="9"/>
          </p:nvPr>
        </p:nvSpPr>
        <p:spPr>
          <a:xfrm>
            <a:off x="3399450" y="1872446"/>
            <a:ext cx="2345100" cy="5163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FDA00"/>
              </a:buClr>
              <a:buSzPts val="2100"/>
              <a:buFont typeface="Lilita One"/>
              <a:buNone/>
              <a:defRPr sz="2100">
                <a:solidFill>
                  <a:schemeClr val="accent2"/>
                </a:solidFill>
                <a:latin typeface="Lilita One"/>
                <a:ea typeface="Lilita One"/>
                <a:cs typeface="Lilita One"/>
                <a:sym typeface="Lilita One"/>
              </a:defRPr>
            </a:lvl1pPr>
            <a:lvl2pPr lvl="1"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9pPr>
          </a:lstStyle>
          <a:p>
            <a:endParaRPr/>
          </a:p>
        </p:txBody>
      </p:sp>
      <p:sp>
        <p:nvSpPr>
          <p:cNvPr id="1140" name="Google Shape;1140;p69"/>
          <p:cNvSpPr txBox="1">
            <a:spLocks noGrp="1"/>
          </p:cNvSpPr>
          <p:nvPr>
            <p:ph type="subTitle" idx="13"/>
          </p:nvPr>
        </p:nvSpPr>
        <p:spPr>
          <a:xfrm>
            <a:off x="3399450" y="2323681"/>
            <a:ext cx="23451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rgbClr val="FFFFFF"/>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1141" name="Google Shape;1141;p69"/>
          <p:cNvSpPr txBox="1">
            <a:spLocks noGrp="1"/>
          </p:cNvSpPr>
          <p:nvPr>
            <p:ph type="subTitle" idx="14"/>
          </p:nvPr>
        </p:nvSpPr>
        <p:spPr>
          <a:xfrm>
            <a:off x="6078900" y="1872446"/>
            <a:ext cx="2345100" cy="5163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FDA00"/>
              </a:buClr>
              <a:buSzPts val="2100"/>
              <a:buFont typeface="Lilita One"/>
              <a:buNone/>
              <a:defRPr sz="2100">
                <a:solidFill>
                  <a:schemeClr val="accent2"/>
                </a:solidFill>
                <a:latin typeface="Lilita One"/>
                <a:ea typeface="Lilita One"/>
                <a:cs typeface="Lilita One"/>
                <a:sym typeface="Lilita One"/>
              </a:defRPr>
            </a:lvl1pPr>
            <a:lvl2pPr lvl="1"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9pPr>
          </a:lstStyle>
          <a:p>
            <a:endParaRPr/>
          </a:p>
        </p:txBody>
      </p:sp>
      <p:sp>
        <p:nvSpPr>
          <p:cNvPr id="1142" name="Google Shape;1142;p69"/>
          <p:cNvSpPr txBox="1">
            <a:spLocks noGrp="1"/>
          </p:cNvSpPr>
          <p:nvPr>
            <p:ph type="subTitle" idx="15"/>
          </p:nvPr>
        </p:nvSpPr>
        <p:spPr>
          <a:xfrm>
            <a:off x="6078900" y="2323681"/>
            <a:ext cx="23451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1600"/>
              <a:buNone/>
              <a:defRPr>
                <a:solidFill>
                  <a:srgbClr val="FFFFFF"/>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hanks">
  <p:cSld name="CUSTOM_5">
    <p:bg>
      <p:bgPr>
        <a:solidFill>
          <a:schemeClr val="dk2"/>
        </a:solidFill>
        <a:effectLst/>
      </p:bgPr>
    </p:bg>
    <p:spTree>
      <p:nvGrpSpPr>
        <p:cNvPr id="1" name="Shape 1143"/>
        <p:cNvGrpSpPr/>
        <p:nvPr/>
      </p:nvGrpSpPr>
      <p:grpSpPr>
        <a:xfrm>
          <a:off x="0" y="0"/>
          <a:ext cx="0" cy="0"/>
          <a:chOff x="0" y="0"/>
          <a:chExt cx="0" cy="0"/>
        </a:xfrm>
      </p:grpSpPr>
      <p:grpSp>
        <p:nvGrpSpPr>
          <p:cNvPr id="1144" name="Google Shape;1144;p70"/>
          <p:cNvGrpSpPr/>
          <p:nvPr/>
        </p:nvGrpSpPr>
        <p:grpSpPr>
          <a:xfrm flipH="1">
            <a:off x="4179311" y="-21003"/>
            <a:ext cx="4964700" cy="5185500"/>
            <a:chOff x="4227036" y="7547"/>
            <a:chExt cx="4964700" cy="5185500"/>
          </a:xfrm>
        </p:grpSpPr>
        <p:sp>
          <p:nvSpPr>
            <p:cNvPr id="1145" name="Google Shape;1145;p70"/>
            <p:cNvSpPr/>
            <p:nvPr/>
          </p:nvSpPr>
          <p:spPr>
            <a:xfrm rot="-899950" flipH="1">
              <a:off x="4715607" y="450278"/>
              <a:ext cx="3987558" cy="4300039"/>
            </a:xfrm>
            <a:prstGeom prst="roundRect">
              <a:avLst>
                <a:gd name="adj" fmla="val 5368"/>
              </a:avLst>
            </a:prstGeom>
            <a:solidFill>
              <a:srgbClr val="DA7280"/>
            </a:solidFill>
            <a:ln w="9525" cap="flat" cmpd="sng">
              <a:solidFill>
                <a:srgbClr val="DA728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6" name="Google Shape;1146;p70"/>
            <p:cNvGrpSpPr/>
            <p:nvPr/>
          </p:nvGrpSpPr>
          <p:grpSpPr>
            <a:xfrm rot="-899960" flipH="1">
              <a:off x="5080682" y="838252"/>
              <a:ext cx="3257378" cy="3524145"/>
              <a:chOff x="-2206074" y="819150"/>
              <a:chExt cx="3257475" cy="3524250"/>
            </a:xfrm>
          </p:grpSpPr>
          <p:grpSp>
            <p:nvGrpSpPr>
              <p:cNvPr id="1147" name="Google Shape;1147;p70"/>
              <p:cNvGrpSpPr/>
              <p:nvPr/>
            </p:nvGrpSpPr>
            <p:grpSpPr>
              <a:xfrm>
                <a:off x="-2206074" y="819150"/>
                <a:ext cx="3257475" cy="981000"/>
                <a:chOff x="-2209800" y="819150"/>
                <a:chExt cx="3257475" cy="981000"/>
              </a:xfrm>
            </p:grpSpPr>
            <p:sp>
              <p:nvSpPr>
                <p:cNvPr id="1148" name="Google Shape;1148;p70"/>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70"/>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0" name="Google Shape;1150;p70"/>
              <p:cNvGrpSpPr/>
              <p:nvPr/>
            </p:nvGrpSpPr>
            <p:grpSpPr>
              <a:xfrm>
                <a:off x="-2206074" y="3362400"/>
                <a:ext cx="3257475" cy="981000"/>
                <a:chOff x="-2209800" y="819150"/>
                <a:chExt cx="3257475" cy="981000"/>
              </a:xfrm>
            </p:grpSpPr>
            <p:sp>
              <p:nvSpPr>
                <p:cNvPr id="1151" name="Google Shape;1151;p70"/>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70"/>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153" name="Google Shape;1153;p70"/>
          <p:cNvSpPr txBox="1">
            <a:spLocks noGrp="1"/>
          </p:cNvSpPr>
          <p:nvPr>
            <p:ph type="ctrTitle"/>
          </p:nvPr>
        </p:nvSpPr>
        <p:spPr>
          <a:xfrm flipH="1">
            <a:off x="720000" y="540000"/>
            <a:ext cx="2623200" cy="612600"/>
          </a:xfrm>
          <a:prstGeom prst="rect">
            <a:avLst/>
          </a:prstGeom>
        </p:spPr>
        <p:txBody>
          <a:bodyPr spcFirstLastPara="1" wrap="square" lIns="91425" tIns="91425" rIns="91425" bIns="91425" anchor="ctr" anchorCtr="0">
            <a:noAutofit/>
          </a:bodyPr>
          <a:lstStyle>
            <a:lvl1pPr lvl="0" algn="l" rtl="0">
              <a:spcBef>
                <a:spcPts val="0"/>
              </a:spcBef>
              <a:spcAft>
                <a:spcPts val="0"/>
              </a:spcAft>
              <a:buClr>
                <a:srgbClr val="FFFFFF"/>
              </a:buClr>
              <a:buSzPts val="6000"/>
              <a:buNone/>
              <a:defRPr sz="6200">
                <a:latin typeface="Lilita One"/>
                <a:ea typeface="Lilita One"/>
                <a:cs typeface="Lilita One"/>
                <a:sym typeface="Lilita One"/>
              </a:defRPr>
            </a:lvl1pPr>
            <a:lvl2pPr lvl="1" algn="l" rtl="0">
              <a:spcBef>
                <a:spcPts val="0"/>
              </a:spcBef>
              <a:spcAft>
                <a:spcPts val="0"/>
              </a:spcAft>
              <a:buClr>
                <a:srgbClr val="FFFFFF"/>
              </a:buClr>
              <a:buSzPts val="5200"/>
              <a:buNone/>
              <a:defRPr sz="5200">
                <a:solidFill>
                  <a:srgbClr val="FFFFFF"/>
                </a:solidFill>
                <a:highlight>
                  <a:srgbClr val="291F4D"/>
                </a:highlight>
              </a:defRPr>
            </a:lvl2pPr>
            <a:lvl3pPr lvl="2" algn="l" rtl="0">
              <a:spcBef>
                <a:spcPts val="0"/>
              </a:spcBef>
              <a:spcAft>
                <a:spcPts val="0"/>
              </a:spcAft>
              <a:buClr>
                <a:srgbClr val="FFFFFF"/>
              </a:buClr>
              <a:buSzPts val="5200"/>
              <a:buNone/>
              <a:defRPr sz="5200">
                <a:solidFill>
                  <a:srgbClr val="FFFFFF"/>
                </a:solidFill>
                <a:highlight>
                  <a:srgbClr val="291F4D"/>
                </a:highlight>
              </a:defRPr>
            </a:lvl3pPr>
            <a:lvl4pPr lvl="3" algn="l" rtl="0">
              <a:spcBef>
                <a:spcPts val="0"/>
              </a:spcBef>
              <a:spcAft>
                <a:spcPts val="0"/>
              </a:spcAft>
              <a:buClr>
                <a:srgbClr val="FFFFFF"/>
              </a:buClr>
              <a:buSzPts val="5200"/>
              <a:buNone/>
              <a:defRPr sz="5200">
                <a:solidFill>
                  <a:srgbClr val="FFFFFF"/>
                </a:solidFill>
                <a:highlight>
                  <a:srgbClr val="291F4D"/>
                </a:highlight>
              </a:defRPr>
            </a:lvl4pPr>
            <a:lvl5pPr lvl="4" algn="l" rtl="0">
              <a:spcBef>
                <a:spcPts val="0"/>
              </a:spcBef>
              <a:spcAft>
                <a:spcPts val="0"/>
              </a:spcAft>
              <a:buClr>
                <a:srgbClr val="FFFFFF"/>
              </a:buClr>
              <a:buSzPts val="5200"/>
              <a:buNone/>
              <a:defRPr sz="5200">
                <a:solidFill>
                  <a:srgbClr val="FFFFFF"/>
                </a:solidFill>
                <a:highlight>
                  <a:srgbClr val="291F4D"/>
                </a:highlight>
              </a:defRPr>
            </a:lvl5pPr>
            <a:lvl6pPr lvl="5" algn="l" rtl="0">
              <a:spcBef>
                <a:spcPts val="0"/>
              </a:spcBef>
              <a:spcAft>
                <a:spcPts val="0"/>
              </a:spcAft>
              <a:buClr>
                <a:srgbClr val="FFFFFF"/>
              </a:buClr>
              <a:buSzPts val="5200"/>
              <a:buNone/>
              <a:defRPr sz="5200">
                <a:solidFill>
                  <a:srgbClr val="FFFFFF"/>
                </a:solidFill>
                <a:highlight>
                  <a:srgbClr val="291F4D"/>
                </a:highlight>
              </a:defRPr>
            </a:lvl6pPr>
            <a:lvl7pPr lvl="6" algn="l" rtl="0">
              <a:spcBef>
                <a:spcPts val="0"/>
              </a:spcBef>
              <a:spcAft>
                <a:spcPts val="0"/>
              </a:spcAft>
              <a:buClr>
                <a:srgbClr val="FFFFFF"/>
              </a:buClr>
              <a:buSzPts val="5200"/>
              <a:buNone/>
              <a:defRPr sz="5200">
                <a:solidFill>
                  <a:srgbClr val="FFFFFF"/>
                </a:solidFill>
                <a:highlight>
                  <a:srgbClr val="291F4D"/>
                </a:highlight>
              </a:defRPr>
            </a:lvl7pPr>
            <a:lvl8pPr lvl="7" algn="l" rtl="0">
              <a:spcBef>
                <a:spcPts val="0"/>
              </a:spcBef>
              <a:spcAft>
                <a:spcPts val="0"/>
              </a:spcAft>
              <a:buClr>
                <a:srgbClr val="FFFFFF"/>
              </a:buClr>
              <a:buSzPts val="5200"/>
              <a:buNone/>
              <a:defRPr sz="5200">
                <a:solidFill>
                  <a:srgbClr val="FFFFFF"/>
                </a:solidFill>
                <a:highlight>
                  <a:srgbClr val="291F4D"/>
                </a:highlight>
              </a:defRPr>
            </a:lvl8pPr>
            <a:lvl9pPr lvl="8" algn="l" rtl="0">
              <a:spcBef>
                <a:spcPts val="0"/>
              </a:spcBef>
              <a:spcAft>
                <a:spcPts val="0"/>
              </a:spcAft>
              <a:buClr>
                <a:srgbClr val="FFFFFF"/>
              </a:buClr>
              <a:buSzPts val="5200"/>
              <a:buNone/>
              <a:defRPr sz="5200">
                <a:solidFill>
                  <a:srgbClr val="FFFFFF"/>
                </a:solidFill>
                <a:highlight>
                  <a:srgbClr val="291F4D"/>
                </a:highlight>
              </a:defRPr>
            </a:lvl9pPr>
          </a:lstStyle>
          <a:p>
            <a:endParaRPr/>
          </a:p>
        </p:txBody>
      </p:sp>
      <p:sp>
        <p:nvSpPr>
          <p:cNvPr id="1154" name="Google Shape;1154;p70"/>
          <p:cNvSpPr txBox="1">
            <a:spLocks noGrp="1"/>
          </p:cNvSpPr>
          <p:nvPr>
            <p:ph type="subTitle" idx="1"/>
          </p:nvPr>
        </p:nvSpPr>
        <p:spPr>
          <a:xfrm flipH="1">
            <a:off x="720000" y="2095500"/>
            <a:ext cx="4052100" cy="355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DA00"/>
              </a:buClr>
              <a:buSzPts val="2100"/>
              <a:buFont typeface="Lilita One"/>
              <a:buNone/>
              <a:defRPr sz="2100">
                <a:latin typeface="Lilita One"/>
                <a:ea typeface="Lilita One"/>
                <a:cs typeface="Lilita One"/>
                <a:sym typeface="Lilita One"/>
              </a:defRPr>
            </a:lvl1pPr>
            <a:lvl2pPr lvl="1" rtl="0">
              <a:lnSpc>
                <a:spcPct val="100000"/>
              </a:lnSpc>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2pPr>
            <a:lvl3pPr lvl="2" rtl="0">
              <a:lnSpc>
                <a:spcPct val="100000"/>
              </a:lnSpc>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3pPr>
            <a:lvl4pPr lvl="3" rtl="0">
              <a:lnSpc>
                <a:spcPct val="100000"/>
              </a:lnSpc>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4pPr>
            <a:lvl5pPr lvl="4" rtl="0">
              <a:lnSpc>
                <a:spcPct val="100000"/>
              </a:lnSpc>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5pPr>
            <a:lvl6pPr lvl="5" rtl="0">
              <a:lnSpc>
                <a:spcPct val="100000"/>
              </a:lnSpc>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6pPr>
            <a:lvl7pPr lvl="6" rtl="0">
              <a:lnSpc>
                <a:spcPct val="100000"/>
              </a:lnSpc>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7pPr>
            <a:lvl8pPr lvl="7" rtl="0">
              <a:lnSpc>
                <a:spcPct val="100000"/>
              </a:lnSpc>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8pPr>
            <a:lvl9pPr lvl="8" rtl="0">
              <a:lnSpc>
                <a:spcPct val="100000"/>
              </a:lnSpc>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9pPr>
          </a:lstStyle>
          <a:p>
            <a:endParaRPr/>
          </a:p>
        </p:txBody>
      </p:sp>
      <p:sp>
        <p:nvSpPr>
          <p:cNvPr id="1155" name="Google Shape;1155;p70"/>
          <p:cNvSpPr txBox="1">
            <a:spLocks noGrp="1"/>
          </p:cNvSpPr>
          <p:nvPr>
            <p:ph type="subTitle" idx="2"/>
          </p:nvPr>
        </p:nvSpPr>
        <p:spPr>
          <a:xfrm flipH="1">
            <a:off x="720000" y="2490150"/>
            <a:ext cx="4052100" cy="815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600"/>
              <a:buNone/>
              <a:defRPr>
                <a:solidFill>
                  <a:srgbClr val="FFFFFF"/>
                </a:solidFill>
              </a:defRPr>
            </a:lvl1pPr>
            <a:lvl2pPr lvl="1" rtl="0">
              <a:lnSpc>
                <a:spcPct val="100000"/>
              </a:lnSpc>
              <a:spcBef>
                <a:spcPts val="0"/>
              </a:spcBef>
              <a:spcAft>
                <a:spcPts val="0"/>
              </a:spcAft>
              <a:buClr>
                <a:srgbClr val="FFFFFF"/>
              </a:buClr>
              <a:buSzPts val="1600"/>
              <a:buNone/>
              <a:defRPr>
                <a:solidFill>
                  <a:srgbClr val="FFFFFF"/>
                </a:solidFill>
              </a:defRPr>
            </a:lvl2pPr>
            <a:lvl3pPr lvl="2" rtl="0">
              <a:lnSpc>
                <a:spcPct val="100000"/>
              </a:lnSpc>
              <a:spcBef>
                <a:spcPts val="0"/>
              </a:spcBef>
              <a:spcAft>
                <a:spcPts val="0"/>
              </a:spcAft>
              <a:buClr>
                <a:srgbClr val="FFFFFF"/>
              </a:buClr>
              <a:buSzPts val="1600"/>
              <a:buNone/>
              <a:defRPr>
                <a:solidFill>
                  <a:srgbClr val="FFFFFF"/>
                </a:solidFill>
              </a:defRPr>
            </a:lvl3pPr>
            <a:lvl4pPr lvl="3" rtl="0">
              <a:lnSpc>
                <a:spcPct val="100000"/>
              </a:lnSpc>
              <a:spcBef>
                <a:spcPts val="0"/>
              </a:spcBef>
              <a:spcAft>
                <a:spcPts val="0"/>
              </a:spcAft>
              <a:buClr>
                <a:srgbClr val="FFFFFF"/>
              </a:buClr>
              <a:buSzPts val="1600"/>
              <a:buNone/>
              <a:defRPr>
                <a:solidFill>
                  <a:srgbClr val="FFFFFF"/>
                </a:solidFill>
              </a:defRPr>
            </a:lvl4pPr>
            <a:lvl5pPr lvl="4" rtl="0">
              <a:lnSpc>
                <a:spcPct val="100000"/>
              </a:lnSpc>
              <a:spcBef>
                <a:spcPts val="0"/>
              </a:spcBef>
              <a:spcAft>
                <a:spcPts val="0"/>
              </a:spcAft>
              <a:buClr>
                <a:srgbClr val="FFFFFF"/>
              </a:buClr>
              <a:buSzPts val="1600"/>
              <a:buNone/>
              <a:defRPr>
                <a:solidFill>
                  <a:srgbClr val="FFFFFF"/>
                </a:solidFill>
              </a:defRPr>
            </a:lvl5pPr>
            <a:lvl6pPr lvl="5" rtl="0">
              <a:lnSpc>
                <a:spcPct val="100000"/>
              </a:lnSpc>
              <a:spcBef>
                <a:spcPts val="0"/>
              </a:spcBef>
              <a:spcAft>
                <a:spcPts val="0"/>
              </a:spcAft>
              <a:buClr>
                <a:srgbClr val="FFFFFF"/>
              </a:buClr>
              <a:buSzPts val="1600"/>
              <a:buNone/>
              <a:defRPr>
                <a:solidFill>
                  <a:srgbClr val="FFFFFF"/>
                </a:solidFill>
              </a:defRPr>
            </a:lvl6pPr>
            <a:lvl7pPr lvl="6" rtl="0">
              <a:lnSpc>
                <a:spcPct val="100000"/>
              </a:lnSpc>
              <a:spcBef>
                <a:spcPts val="0"/>
              </a:spcBef>
              <a:spcAft>
                <a:spcPts val="0"/>
              </a:spcAft>
              <a:buClr>
                <a:srgbClr val="FFFFFF"/>
              </a:buClr>
              <a:buSzPts val="1600"/>
              <a:buNone/>
              <a:defRPr>
                <a:solidFill>
                  <a:srgbClr val="FFFFFF"/>
                </a:solidFill>
              </a:defRPr>
            </a:lvl7pPr>
            <a:lvl8pPr lvl="7" rtl="0">
              <a:lnSpc>
                <a:spcPct val="100000"/>
              </a:lnSpc>
              <a:spcBef>
                <a:spcPts val="0"/>
              </a:spcBef>
              <a:spcAft>
                <a:spcPts val="0"/>
              </a:spcAft>
              <a:buClr>
                <a:srgbClr val="FFFFFF"/>
              </a:buClr>
              <a:buSzPts val="1600"/>
              <a:buNone/>
              <a:defRPr>
                <a:solidFill>
                  <a:srgbClr val="FFFFFF"/>
                </a:solidFill>
              </a:defRPr>
            </a:lvl8pPr>
            <a:lvl9pPr lvl="8" rtl="0">
              <a:lnSpc>
                <a:spcPct val="100000"/>
              </a:lnSpc>
              <a:spcBef>
                <a:spcPts val="0"/>
              </a:spcBef>
              <a:spcAft>
                <a:spcPts val="0"/>
              </a:spcAft>
              <a:buClr>
                <a:srgbClr val="FFFFFF"/>
              </a:buClr>
              <a:buSzPts val="1600"/>
              <a:buNone/>
              <a:defRPr>
                <a:solidFill>
                  <a:srgbClr val="FFFFFF"/>
                </a:solidFill>
              </a:defRPr>
            </a:lvl9pPr>
          </a:lstStyle>
          <a:p>
            <a:endParaRPr/>
          </a:p>
        </p:txBody>
      </p:sp>
      <p:sp>
        <p:nvSpPr>
          <p:cNvPr id="1156" name="Google Shape;1156;p70"/>
          <p:cNvSpPr txBox="1"/>
          <p:nvPr/>
        </p:nvSpPr>
        <p:spPr>
          <a:xfrm>
            <a:off x="720000" y="3446025"/>
            <a:ext cx="4149600" cy="716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300"/>
              </a:spcBef>
              <a:spcAft>
                <a:spcPts val="0"/>
              </a:spcAft>
              <a:buNone/>
            </a:pPr>
            <a:r>
              <a:rPr lang="en" b="1">
                <a:solidFill>
                  <a:schemeClr val="accent2"/>
                </a:solidFill>
                <a:latin typeface="Roboto"/>
                <a:ea typeface="Roboto"/>
                <a:cs typeface="Roboto"/>
                <a:sym typeface="Roboto"/>
              </a:rPr>
              <a:t>CREDITS:</a:t>
            </a:r>
            <a:r>
              <a:rPr lang="en">
                <a:solidFill>
                  <a:schemeClr val="accent1"/>
                </a:solidFill>
                <a:latin typeface="Roboto"/>
                <a:ea typeface="Roboto"/>
                <a:cs typeface="Roboto"/>
                <a:sym typeface="Roboto"/>
              </a:rPr>
              <a:t> This presentation template was created by </a:t>
            </a:r>
            <a:r>
              <a:rPr lang="en" b="1">
                <a:solidFill>
                  <a:schemeClr val="accent2"/>
                </a:solidFill>
                <a:uFill>
                  <a:noFill/>
                </a:uFill>
                <a:latin typeface="Roboto"/>
                <a:ea typeface="Roboto"/>
                <a:cs typeface="Roboto"/>
                <a:sym typeface="Roboto"/>
                <a:hlinkClick r:id="rId2">
                  <a:extLst>
                    <a:ext uri="{A12FA001-AC4F-418D-AE19-62706E023703}">
                      <ahyp:hlinkClr xmlns:ahyp="http://schemas.microsoft.com/office/drawing/2018/hyperlinkcolor" val="tx"/>
                    </a:ext>
                  </a:extLst>
                </a:hlinkClick>
              </a:rPr>
              <a:t>Slidesgo</a:t>
            </a:r>
            <a:r>
              <a:rPr lang="en">
                <a:solidFill>
                  <a:schemeClr val="accent2"/>
                </a:solidFill>
                <a:latin typeface="Roboto"/>
                <a:ea typeface="Roboto"/>
                <a:cs typeface="Roboto"/>
                <a:sym typeface="Roboto"/>
              </a:rPr>
              <a:t>,</a:t>
            </a:r>
            <a:r>
              <a:rPr lang="en">
                <a:solidFill>
                  <a:schemeClr val="accent1"/>
                </a:solidFill>
                <a:latin typeface="Roboto"/>
                <a:ea typeface="Roboto"/>
                <a:cs typeface="Roboto"/>
                <a:sym typeface="Roboto"/>
              </a:rPr>
              <a:t> including icons by </a:t>
            </a:r>
            <a:r>
              <a:rPr lang="en" b="1">
                <a:solidFill>
                  <a:schemeClr val="accent2"/>
                </a:solidFill>
                <a:uFill>
                  <a:noFill/>
                </a:uFill>
                <a:latin typeface="Roboto"/>
                <a:ea typeface="Roboto"/>
                <a:cs typeface="Roboto"/>
                <a:sym typeface="Roboto"/>
                <a:hlinkClick r:id="rId3">
                  <a:extLst>
                    <a:ext uri="{A12FA001-AC4F-418D-AE19-62706E023703}">
                      <ahyp:hlinkClr xmlns:ahyp="http://schemas.microsoft.com/office/drawing/2018/hyperlinkcolor" val="tx"/>
                    </a:ext>
                  </a:extLst>
                </a:hlinkClick>
              </a:rPr>
              <a:t>Flaticon</a:t>
            </a:r>
            <a:r>
              <a:rPr lang="en">
                <a:solidFill>
                  <a:schemeClr val="accent1"/>
                </a:solidFill>
                <a:latin typeface="Roboto"/>
                <a:ea typeface="Roboto"/>
                <a:cs typeface="Roboto"/>
                <a:sym typeface="Roboto"/>
              </a:rPr>
              <a:t>, and infographics &amp; images by </a:t>
            </a:r>
            <a:r>
              <a:rPr lang="en" b="1">
                <a:solidFill>
                  <a:schemeClr val="accent2"/>
                </a:solidFill>
                <a:uFill>
                  <a:noFill/>
                </a:uFill>
                <a:latin typeface="Roboto"/>
                <a:ea typeface="Roboto"/>
                <a:cs typeface="Roboto"/>
                <a:sym typeface="Roboto"/>
                <a:hlinkClick r:id="rId4">
                  <a:extLst>
                    <a:ext uri="{A12FA001-AC4F-418D-AE19-62706E023703}">
                      <ahyp:hlinkClr xmlns:ahyp="http://schemas.microsoft.com/office/drawing/2018/hyperlinkcolor" val="tx"/>
                    </a:ext>
                  </a:extLst>
                </a:hlinkClick>
              </a:rPr>
              <a:t>Freepik</a:t>
            </a:r>
            <a:endParaRPr sz="1600" b="1">
              <a:solidFill>
                <a:schemeClr val="accent2"/>
              </a:solidFill>
              <a:latin typeface="Roboto"/>
              <a:ea typeface="Roboto"/>
              <a:cs typeface="Roboto"/>
              <a:sym typeface="Roboto"/>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 body 03">
  <p:cSld name="TITLE_ONLY_1_1">
    <p:bg>
      <p:bgPr>
        <a:solidFill>
          <a:schemeClr val="dk2"/>
        </a:solidFill>
        <a:effectLst/>
      </p:bgPr>
    </p:bg>
    <p:spTree>
      <p:nvGrpSpPr>
        <p:cNvPr id="1" name="Shape 1157"/>
        <p:cNvGrpSpPr/>
        <p:nvPr/>
      </p:nvGrpSpPr>
      <p:grpSpPr>
        <a:xfrm>
          <a:off x="0" y="0"/>
          <a:ext cx="0" cy="0"/>
          <a:chOff x="0" y="0"/>
          <a:chExt cx="0" cy="0"/>
        </a:xfrm>
      </p:grpSpPr>
      <p:sp>
        <p:nvSpPr>
          <p:cNvPr id="1158" name="Google Shape;1158;p71"/>
          <p:cNvSpPr txBox="1">
            <a:spLocks noGrp="1"/>
          </p:cNvSpPr>
          <p:nvPr>
            <p:ph type="title"/>
          </p:nvPr>
        </p:nvSpPr>
        <p:spPr>
          <a:xfrm>
            <a:off x="720000" y="540000"/>
            <a:ext cx="7704000" cy="457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200"/>
              <a:buNone/>
              <a:defRPr>
                <a:solidFill>
                  <a:schemeClr val="accent1"/>
                </a:solidFill>
              </a:defRPr>
            </a:lvl1pPr>
            <a:lvl2pPr lvl="1" rtl="0">
              <a:spcBef>
                <a:spcPts val="0"/>
              </a:spcBef>
              <a:spcAft>
                <a:spcPts val="0"/>
              </a:spcAft>
              <a:buClr>
                <a:srgbClr val="FFFFFF"/>
              </a:buClr>
              <a:buSzPts val="3200"/>
              <a:buNone/>
              <a:defRPr>
                <a:solidFill>
                  <a:srgbClr val="FFFFFF"/>
                </a:solidFill>
              </a:defRPr>
            </a:lvl2pPr>
            <a:lvl3pPr lvl="2" rtl="0">
              <a:spcBef>
                <a:spcPts val="0"/>
              </a:spcBef>
              <a:spcAft>
                <a:spcPts val="0"/>
              </a:spcAft>
              <a:buClr>
                <a:srgbClr val="FFFFFF"/>
              </a:buClr>
              <a:buSzPts val="3200"/>
              <a:buNone/>
              <a:defRPr>
                <a:solidFill>
                  <a:srgbClr val="FFFFFF"/>
                </a:solidFill>
              </a:defRPr>
            </a:lvl3pPr>
            <a:lvl4pPr lvl="3" rtl="0">
              <a:spcBef>
                <a:spcPts val="0"/>
              </a:spcBef>
              <a:spcAft>
                <a:spcPts val="0"/>
              </a:spcAft>
              <a:buClr>
                <a:srgbClr val="FFFFFF"/>
              </a:buClr>
              <a:buSzPts val="3200"/>
              <a:buNone/>
              <a:defRPr>
                <a:solidFill>
                  <a:srgbClr val="FFFFFF"/>
                </a:solidFill>
              </a:defRPr>
            </a:lvl4pPr>
            <a:lvl5pPr lvl="4" rtl="0">
              <a:spcBef>
                <a:spcPts val="0"/>
              </a:spcBef>
              <a:spcAft>
                <a:spcPts val="0"/>
              </a:spcAft>
              <a:buClr>
                <a:srgbClr val="FFFFFF"/>
              </a:buClr>
              <a:buSzPts val="3200"/>
              <a:buNone/>
              <a:defRPr>
                <a:solidFill>
                  <a:srgbClr val="FFFFFF"/>
                </a:solidFill>
              </a:defRPr>
            </a:lvl5pPr>
            <a:lvl6pPr lvl="5" rtl="0">
              <a:spcBef>
                <a:spcPts val="0"/>
              </a:spcBef>
              <a:spcAft>
                <a:spcPts val="0"/>
              </a:spcAft>
              <a:buClr>
                <a:srgbClr val="FFFFFF"/>
              </a:buClr>
              <a:buSzPts val="3200"/>
              <a:buNone/>
              <a:defRPr>
                <a:solidFill>
                  <a:srgbClr val="FFFFFF"/>
                </a:solidFill>
              </a:defRPr>
            </a:lvl6pPr>
            <a:lvl7pPr lvl="6" rtl="0">
              <a:spcBef>
                <a:spcPts val="0"/>
              </a:spcBef>
              <a:spcAft>
                <a:spcPts val="0"/>
              </a:spcAft>
              <a:buClr>
                <a:srgbClr val="FFFFFF"/>
              </a:buClr>
              <a:buSzPts val="3200"/>
              <a:buNone/>
              <a:defRPr>
                <a:solidFill>
                  <a:srgbClr val="FFFFFF"/>
                </a:solidFill>
              </a:defRPr>
            </a:lvl7pPr>
            <a:lvl8pPr lvl="7" rtl="0">
              <a:spcBef>
                <a:spcPts val="0"/>
              </a:spcBef>
              <a:spcAft>
                <a:spcPts val="0"/>
              </a:spcAft>
              <a:buClr>
                <a:srgbClr val="FFFFFF"/>
              </a:buClr>
              <a:buSzPts val="3200"/>
              <a:buNone/>
              <a:defRPr>
                <a:solidFill>
                  <a:srgbClr val="FFFFFF"/>
                </a:solidFill>
              </a:defRPr>
            </a:lvl8pPr>
            <a:lvl9pPr lvl="8" rtl="0">
              <a:spcBef>
                <a:spcPts val="0"/>
              </a:spcBef>
              <a:spcAft>
                <a:spcPts val="0"/>
              </a:spcAft>
              <a:buClr>
                <a:srgbClr val="FFFFFF"/>
              </a:buClr>
              <a:buSzPts val="3200"/>
              <a:buNone/>
              <a:defRPr>
                <a:solidFill>
                  <a:srgbClr val="FFFFFF"/>
                </a:solidFill>
              </a:defRPr>
            </a:lvl9pPr>
          </a:lstStyle>
          <a:p>
            <a:endParaRPr/>
          </a:p>
        </p:txBody>
      </p:sp>
      <p:sp>
        <p:nvSpPr>
          <p:cNvPr id="1159" name="Google Shape;1159;p71"/>
          <p:cNvSpPr txBox="1">
            <a:spLocks noGrp="1"/>
          </p:cNvSpPr>
          <p:nvPr>
            <p:ph type="subTitle" idx="1"/>
          </p:nvPr>
        </p:nvSpPr>
        <p:spPr>
          <a:xfrm>
            <a:off x="745900" y="1644550"/>
            <a:ext cx="3710400" cy="29589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42279D"/>
              </a:buClr>
              <a:buSzPts val="1600"/>
              <a:buNone/>
              <a:defRPr>
                <a:solidFill>
                  <a:srgbClr val="42279D"/>
                </a:solidFill>
              </a:defRPr>
            </a:lvl1pPr>
            <a:lvl2pPr lvl="1" rtl="0">
              <a:spcBef>
                <a:spcPts val="0"/>
              </a:spcBef>
              <a:spcAft>
                <a:spcPts val="0"/>
              </a:spcAft>
              <a:buClr>
                <a:srgbClr val="42279D"/>
              </a:buClr>
              <a:buSzPts val="1600"/>
              <a:buNone/>
              <a:defRPr>
                <a:solidFill>
                  <a:srgbClr val="42279D"/>
                </a:solidFill>
              </a:defRPr>
            </a:lvl2pPr>
            <a:lvl3pPr lvl="2" rtl="0">
              <a:spcBef>
                <a:spcPts val="0"/>
              </a:spcBef>
              <a:spcAft>
                <a:spcPts val="0"/>
              </a:spcAft>
              <a:buClr>
                <a:srgbClr val="42279D"/>
              </a:buClr>
              <a:buSzPts val="1600"/>
              <a:buNone/>
              <a:defRPr>
                <a:solidFill>
                  <a:srgbClr val="42279D"/>
                </a:solidFill>
              </a:defRPr>
            </a:lvl3pPr>
            <a:lvl4pPr lvl="3" rtl="0">
              <a:spcBef>
                <a:spcPts val="0"/>
              </a:spcBef>
              <a:spcAft>
                <a:spcPts val="0"/>
              </a:spcAft>
              <a:buClr>
                <a:srgbClr val="42279D"/>
              </a:buClr>
              <a:buSzPts val="1600"/>
              <a:buNone/>
              <a:defRPr>
                <a:solidFill>
                  <a:srgbClr val="42279D"/>
                </a:solidFill>
              </a:defRPr>
            </a:lvl4pPr>
            <a:lvl5pPr lvl="4" rtl="0">
              <a:spcBef>
                <a:spcPts val="0"/>
              </a:spcBef>
              <a:spcAft>
                <a:spcPts val="0"/>
              </a:spcAft>
              <a:buClr>
                <a:srgbClr val="42279D"/>
              </a:buClr>
              <a:buSzPts val="1600"/>
              <a:buNone/>
              <a:defRPr>
                <a:solidFill>
                  <a:srgbClr val="42279D"/>
                </a:solidFill>
              </a:defRPr>
            </a:lvl5pPr>
            <a:lvl6pPr lvl="5" rtl="0">
              <a:spcBef>
                <a:spcPts val="0"/>
              </a:spcBef>
              <a:spcAft>
                <a:spcPts val="0"/>
              </a:spcAft>
              <a:buClr>
                <a:srgbClr val="42279D"/>
              </a:buClr>
              <a:buSzPts val="1600"/>
              <a:buNone/>
              <a:defRPr>
                <a:solidFill>
                  <a:srgbClr val="42279D"/>
                </a:solidFill>
              </a:defRPr>
            </a:lvl6pPr>
            <a:lvl7pPr lvl="6" rtl="0">
              <a:spcBef>
                <a:spcPts val="0"/>
              </a:spcBef>
              <a:spcAft>
                <a:spcPts val="0"/>
              </a:spcAft>
              <a:buClr>
                <a:srgbClr val="42279D"/>
              </a:buClr>
              <a:buSzPts val="1600"/>
              <a:buNone/>
              <a:defRPr>
                <a:solidFill>
                  <a:srgbClr val="42279D"/>
                </a:solidFill>
              </a:defRPr>
            </a:lvl7pPr>
            <a:lvl8pPr lvl="7" rtl="0">
              <a:spcBef>
                <a:spcPts val="0"/>
              </a:spcBef>
              <a:spcAft>
                <a:spcPts val="0"/>
              </a:spcAft>
              <a:buClr>
                <a:srgbClr val="42279D"/>
              </a:buClr>
              <a:buSzPts val="1600"/>
              <a:buNone/>
              <a:defRPr>
                <a:solidFill>
                  <a:srgbClr val="42279D"/>
                </a:solidFill>
              </a:defRPr>
            </a:lvl8pPr>
            <a:lvl9pPr lvl="8" rtl="0">
              <a:spcBef>
                <a:spcPts val="0"/>
              </a:spcBef>
              <a:spcAft>
                <a:spcPts val="0"/>
              </a:spcAft>
              <a:buClr>
                <a:srgbClr val="42279D"/>
              </a:buClr>
              <a:buSzPts val="1600"/>
              <a:buNone/>
              <a:defRPr>
                <a:solidFill>
                  <a:srgbClr val="42279D"/>
                </a:solidFill>
              </a:defRPr>
            </a:lvl9pPr>
          </a:lstStyle>
          <a:p>
            <a:endParaRPr/>
          </a:p>
        </p:txBody>
      </p:sp>
      <p:sp>
        <p:nvSpPr>
          <p:cNvPr id="1160" name="Google Shape;1160;p71"/>
          <p:cNvSpPr txBox="1">
            <a:spLocks noGrp="1"/>
          </p:cNvSpPr>
          <p:nvPr>
            <p:ph type="subTitle" idx="2"/>
          </p:nvPr>
        </p:nvSpPr>
        <p:spPr>
          <a:xfrm>
            <a:off x="4713925" y="1644550"/>
            <a:ext cx="3710400" cy="1167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42279D"/>
              </a:buClr>
              <a:buSzPts val="1600"/>
              <a:buNone/>
              <a:defRPr>
                <a:solidFill>
                  <a:srgbClr val="42279D"/>
                </a:solidFill>
              </a:defRPr>
            </a:lvl1pPr>
            <a:lvl2pPr lvl="1" rtl="0">
              <a:spcBef>
                <a:spcPts val="0"/>
              </a:spcBef>
              <a:spcAft>
                <a:spcPts val="0"/>
              </a:spcAft>
              <a:buClr>
                <a:srgbClr val="42279D"/>
              </a:buClr>
              <a:buSzPts val="1600"/>
              <a:buNone/>
              <a:defRPr>
                <a:solidFill>
                  <a:srgbClr val="42279D"/>
                </a:solidFill>
              </a:defRPr>
            </a:lvl2pPr>
            <a:lvl3pPr lvl="2" rtl="0">
              <a:spcBef>
                <a:spcPts val="0"/>
              </a:spcBef>
              <a:spcAft>
                <a:spcPts val="0"/>
              </a:spcAft>
              <a:buClr>
                <a:srgbClr val="42279D"/>
              </a:buClr>
              <a:buSzPts val="1600"/>
              <a:buNone/>
              <a:defRPr>
                <a:solidFill>
                  <a:srgbClr val="42279D"/>
                </a:solidFill>
              </a:defRPr>
            </a:lvl3pPr>
            <a:lvl4pPr lvl="3" rtl="0">
              <a:spcBef>
                <a:spcPts val="0"/>
              </a:spcBef>
              <a:spcAft>
                <a:spcPts val="0"/>
              </a:spcAft>
              <a:buClr>
                <a:srgbClr val="42279D"/>
              </a:buClr>
              <a:buSzPts val="1600"/>
              <a:buNone/>
              <a:defRPr>
                <a:solidFill>
                  <a:srgbClr val="42279D"/>
                </a:solidFill>
              </a:defRPr>
            </a:lvl4pPr>
            <a:lvl5pPr lvl="4" rtl="0">
              <a:spcBef>
                <a:spcPts val="0"/>
              </a:spcBef>
              <a:spcAft>
                <a:spcPts val="0"/>
              </a:spcAft>
              <a:buClr>
                <a:srgbClr val="42279D"/>
              </a:buClr>
              <a:buSzPts val="1600"/>
              <a:buNone/>
              <a:defRPr>
                <a:solidFill>
                  <a:srgbClr val="42279D"/>
                </a:solidFill>
              </a:defRPr>
            </a:lvl5pPr>
            <a:lvl6pPr lvl="5" rtl="0">
              <a:spcBef>
                <a:spcPts val="0"/>
              </a:spcBef>
              <a:spcAft>
                <a:spcPts val="0"/>
              </a:spcAft>
              <a:buClr>
                <a:srgbClr val="42279D"/>
              </a:buClr>
              <a:buSzPts val="1600"/>
              <a:buNone/>
              <a:defRPr>
                <a:solidFill>
                  <a:srgbClr val="42279D"/>
                </a:solidFill>
              </a:defRPr>
            </a:lvl6pPr>
            <a:lvl7pPr lvl="6" rtl="0">
              <a:spcBef>
                <a:spcPts val="0"/>
              </a:spcBef>
              <a:spcAft>
                <a:spcPts val="0"/>
              </a:spcAft>
              <a:buClr>
                <a:srgbClr val="42279D"/>
              </a:buClr>
              <a:buSzPts val="1600"/>
              <a:buNone/>
              <a:defRPr>
                <a:solidFill>
                  <a:srgbClr val="42279D"/>
                </a:solidFill>
              </a:defRPr>
            </a:lvl7pPr>
            <a:lvl8pPr lvl="7" rtl="0">
              <a:spcBef>
                <a:spcPts val="0"/>
              </a:spcBef>
              <a:spcAft>
                <a:spcPts val="0"/>
              </a:spcAft>
              <a:buClr>
                <a:srgbClr val="42279D"/>
              </a:buClr>
              <a:buSzPts val="1600"/>
              <a:buNone/>
              <a:defRPr>
                <a:solidFill>
                  <a:srgbClr val="42279D"/>
                </a:solidFill>
              </a:defRPr>
            </a:lvl8pPr>
            <a:lvl9pPr lvl="8" rtl="0">
              <a:spcBef>
                <a:spcPts val="0"/>
              </a:spcBef>
              <a:spcAft>
                <a:spcPts val="0"/>
              </a:spcAft>
              <a:buClr>
                <a:srgbClr val="42279D"/>
              </a:buClr>
              <a:buSzPts val="1600"/>
              <a:buNone/>
              <a:defRPr>
                <a:solidFill>
                  <a:srgbClr val="42279D"/>
                </a:solidFill>
              </a:defRPr>
            </a:lvl9pPr>
          </a:lstStyle>
          <a:p>
            <a:endParaRPr/>
          </a:p>
        </p:txBody>
      </p:sp>
      <p:grpSp>
        <p:nvGrpSpPr>
          <p:cNvPr id="1161" name="Google Shape;1161;p71"/>
          <p:cNvGrpSpPr/>
          <p:nvPr/>
        </p:nvGrpSpPr>
        <p:grpSpPr>
          <a:xfrm rot="899857">
            <a:off x="7222308" y="3107262"/>
            <a:ext cx="1711973" cy="1846180"/>
            <a:chOff x="-3361711" y="308336"/>
            <a:chExt cx="3987600" cy="4300200"/>
          </a:xfrm>
        </p:grpSpPr>
        <p:grpSp>
          <p:nvGrpSpPr>
            <p:cNvPr id="1162" name="Google Shape;1162;p71"/>
            <p:cNvGrpSpPr/>
            <p:nvPr/>
          </p:nvGrpSpPr>
          <p:grpSpPr>
            <a:xfrm>
              <a:off x="-3361711" y="308336"/>
              <a:ext cx="3987600" cy="4300200"/>
              <a:chOff x="-2571136" y="421611"/>
              <a:chExt cx="3987600" cy="4300200"/>
            </a:xfrm>
          </p:grpSpPr>
          <p:sp>
            <p:nvSpPr>
              <p:cNvPr id="1163" name="Google Shape;1163;p71"/>
              <p:cNvSpPr/>
              <p:nvPr/>
            </p:nvSpPr>
            <p:spPr>
              <a:xfrm>
                <a:off x="-2571136" y="421611"/>
                <a:ext cx="3987600" cy="4300200"/>
              </a:xfrm>
              <a:prstGeom prst="roundRect">
                <a:avLst>
                  <a:gd name="adj" fmla="val 5368"/>
                </a:avLst>
              </a:prstGeom>
              <a:solidFill>
                <a:srgbClr val="EA73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4" name="Google Shape;1164;p71"/>
              <p:cNvGrpSpPr/>
              <p:nvPr/>
            </p:nvGrpSpPr>
            <p:grpSpPr>
              <a:xfrm>
                <a:off x="-2206074" y="809586"/>
                <a:ext cx="3257475" cy="3524250"/>
                <a:chOff x="-2206074" y="819150"/>
                <a:chExt cx="3257475" cy="3524250"/>
              </a:xfrm>
            </p:grpSpPr>
            <p:grpSp>
              <p:nvGrpSpPr>
                <p:cNvPr id="1165" name="Google Shape;1165;p71"/>
                <p:cNvGrpSpPr/>
                <p:nvPr/>
              </p:nvGrpSpPr>
              <p:grpSpPr>
                <a:xfrm>
                  <a:off x="-2206074" y="819150"/>
                  <a:ext cx="3257475" cy="981000"/>
                  <a:chOff x="-2209800" y="819150"/>
                  <a:chExt cx="3257475" cy="981000"/>
                </a:xfrm>
              </p:grpSpPr>
              <p:sp>
                <p:nvSpPr>
                  <p:cNvPr id="1166" name="Google Shape;1166;p71"/>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71"/>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8" name="Google Shape;1168;p71"/>
                <p:cNvGrpSpPr/>
                <p:nvPr/>
              </p:nvGrpSpPr>
              <p:grpSpPr>
                <a:xfrm>
                  <a:off x="-2206074" y="3362400"/>
                  <a:ext cx="3257475" cy="981000"/>
                  <a:chOff x="-2209800" y="819150"/>
                  <a:chExt cx="3257475" cy="981000"/>
                </a:xfrm>
              </p:grpSpPr>
              <p:sp>
                <p:nvSpPr>
                  <p:cNvPr id="1169" name="Google Shape;1169;p71"/>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71"/>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171" name="Google Shape;1171;p71"/>
            <p:cNvSpPr/>
            <p:nvPr/>
          </p:nvSpPr>
          <p:spPr>
            <a:xfrm>
              <a:off x="-1858399" y="1967936"/>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2" name="Google Shape;1172;p71"/>
          <p:cNvGrpSpPr/>
          <p:nvPr/>
        </p:nvGrpSpPr>
        <p:grpSpPr>
          <a:xfrm rot="-899857" flipH="1">
            <a:off x="209708" y="190062"/>
            <a:ext cx="1711973" cy="1846180"/>
            <a:chOff x="-2571136" y="421611"/>
            <a:chExt cx="3987600" cy="4300200"/>
          </a:xfrm>
        </p:grpSpPr>
        <p:sp>
          <p:nvSpPr>
            <p:cNvPr id="1173" name="Google Shape;1173;p71"/>
            <p:cNvSpPr/>
            <p:nvPr/>
          </p:nvSpPr>
          <p:spPr>
            <a:xfrm>
              <a:off x="-2571136" y="421611"/>
              <a:ext cx="3987600" cy="4300200"/>
            </a:xfrm>
            <a:prstGeom prst="roundRect">
              <a:avLst>
                <a:gd name="adj" fmla="val 5368"/>
              </a:avLst>
            </a:prstGeom>
            <a:solidFill>
              <a:srgbClr val="EA73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4" name="Google Shape;1174;p71"/>
            <p:cNvGrpSpPr/>
            <p:nvPr/>
          </p:nvGrpSpPr>
          <p:grpSpPr>
            <a:xfrm>
              <a:off x="-2206074" y="809586"/>
              <a:ext cx="3257475" cy="3524250"/>
              <a:chOff x="-2206074" y="819150"/>
              <a:chExt cx="3257475" cy="3524250"/>
            </a:xfrm>
          </p:grpSpPr>
          <p:grpSp>
            <p:nvGrpSpPr>
              <p:cNvPr id="1175" name="Google Shape;1175;p71"/>
              <p:cNvGrpSpPr/>
              <p:nvPr/>
            </p:nvGrpSpPr>
            <p:grpSpPr>
              <a:xfrm>
                <a:off x="-2206074" y="819150"/>
                <a:ext cx="3257475" cy="981000"/>
                <a:chOff x="-2209800" y="819150"/>
                <a:chExt cx="3257475" cy="981000"/>
              </a:xfrm>
            </p:grpSpPr>
            <p:sp>
              <p:nvSpPr>
                <p:cNvPr id="1176" name="Google Shape;1176;p71"/>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71"/>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8" name="Google Shape;1178;p71"/>
              <p:cNvGrpSpPr/>
              <p:nvPr/>
            </p:nvGrpSpPr>
            <p:grpSpPr>
              <a:xfrm>
                <a:off x="-2206074" y="3362400"/>
                <a:ext cx="3257475" cy="981000"/>
                <a:chOff x="-2209800" y="819150"/>
                <a:chExt cx="3257475" cy="981000"/>
              </a:xfrm>
            </p:grpSpPr>
            <p:sp>
              <p:nvSpPr>
                <p:cNvPr id="1179" name="Google Shape;1179;p71"/>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71"/>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 Title and three columns 01">
  <p:cSld name="TITLE_AND_TWO_COLUMNS_2">
    <p:bg>
      <p:bgPr>
        <a:solidFill>
          <a:schemeClr val="lt1"/>
        </a:solidFill>
        <a:effectLst/>
      </p:bgPr>
    </p:bg>
    <p:spTree>
      <p:nvGrpSpPr>
        <p:cNvPr id="1" name="Shape 1181"/>
        <p:cNvGrpSpPr/>
        <p:nvPr/>
      </p:nvGrpSpPr>
      <p:grpSpPr>
        <a:xfrm>
          <a:off x="0" y="0"/>
          <a:ext cx="0" cy="0"/>
          <a:chOff x="0" y="0"/>
          <a:chExt cx="0" cy="0"/>
        </a:xfrm>
      </p:grpSpPr>
      <p:grpSp>
        <p:nvGrpSpPr>
          <p:cNvPr id="1182" name="Google Shape;1182;p72"/>
          <p:cNvGrpSpPr/>
          <p:nvPr/>
        </p:nvGrpSpPr>
        <p:grpSpPr>
          <a:xfrm rot="10800000" flipH="1">
            <a:off x="7012447" y="10"/>
            <a:ext cx="2131500" cy="2226300"/>
            <a:chOff x="7012442" y="2917195"/>
            <a:chExt cx="2131500" cy="2226300"/>
          </a:xfrm>
        </p:grpSpPr>
        <p:sp>
          <p:nvSpPr>
            <p:cNvPr id="1183" name="Google Shape;1183;p72"/>
            <p:cNvSpPr/>
            <p:nvPr/>
          </p:nvSpPr>
          <p:spPr>
            <a:xfrm rot="900037">
              <a:off x="7222223" y="3107281"/>
              <a:ext cx="1711938" cy="1846129"/>
            </a:xfrm>
            <a:prstGeom prst="roundRect">
              <a:avLst>
                <a:gd name="adj" fmla="val 5368"/>
              </a:avLst>
            </a:prstGeom>
            <a:solidFill>
              <a:srgbClr val="6696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72"/>
            <p:cNvSpPr/>
            <p:nvPr/>
          </p:nvSpPr>
          <p:spPr>
            <a:xfrm rot="899198">
              <a:off x="7867772" y="3819737"/>
              <a:ext cx="421124" cy="421124"/>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5" name="Google Shape;1185;p72"/>
          <p:cNvGrpSpPr/>
          <p:nvPr/>
        </p:nvGrpSpPr>
        <p:grpSpPr>
          <a:xfrm rot="10800000">
            <a:off x="7012442" y="2917210"/>
            <a:ext cx="2131500" cy="2226300"/>
            <a:chOff x="47" y="-5"/>
            <a:chExt cx="2131500" cy="2226300"/>
          </a:xfrm>
        </p:grpSpPr>
        <p:sp>
          <p:nvSpPr>
            <p:cNvPr id="1186" name="Google Shape;1186;p72"/>
            <p:cNvSpPr/>
            <p:nvPr/>
          </p:nvSpPr>
          <p:spPr>
            <a:xfrm rot="-900037" flipH="1">
              <a:off x="209828" y="190081"/>
              <a:ext cx="1711938" cy="1846129"/>
            </a:xfrm>
            <a:prstGeom prst="roundRect">
              <a:avLst>
                <a:gd name="adj" fmla="val 5368"/>
              </a:avLst>
            </a:prstGeom>
            <a:solidFill>
              <a:srgbClr val="6696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7" name="Google Shape;1187;p72"/>
            <p:cNvGrpSpPr/>
            <p:nvPr/>
          </p:nvGrpSpPr>
          <p:grpSpPr>
            <a:xfrm rot="-899857" flipH="1">
              <a:off x="366438" y="356630"/>
              <a:ext cx="1398513" cy="1513046"/>
              <a:chOff x="-2206074" y="819150"/>
              <a:chExt cx="3257475" cy="3524250"/>
            </a:xfrm>
          </p:grpSpPr>
          <p:sp>
            <p:nvSpPr>
              <p:cNvPr id="1188" name="Google Shape;1188;p72"/>
              <p:cNvSpPr/>
              <p:nvPr/>
            </p:nvSpPr>
            <p:spPr>
              <a:xfrm>
                <a:off x="-2206074"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72"/>
              <p:cNvSpPr/>
              <p:nvPr/>
            </p:nvSpPr>
            <p:spPr>
              <a:xfrm>
                <a:off x="70401" y="336240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0" name="Google Shape;1190;p72"/>
            <p:cNvSpPr/>
            <p:nvPr/>
          </p:nvSpPr>
          <p:spPr>
            <a:xfrm rot="-899198" flipH="1">
              <a:off x="855093" y="902537"/>
              <a:ext cx="421124" cy="421124"/>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1" name="Google Shape;1191;p72"/>
          <p:cNvSpPr txBox="1">
            <a:spLocks noGrp="1"/>
          </p:cNvSpPr>
          <p:nvPr>
            <p:ph type="title"/>
          </p:nvPr>
        </p:nvSpPr>
        <p:spPr>
          <a:xfrm>
            <a:off x="720000" y="540000"/>
            <a:ext cx="7704000" cy="457200"/>
          </a:xfrm>
          <a:prstGeom prst="rect">
            <a:avLst/>
          </a:prstGeom>
        </p:spPr>
        <p:txBody>
          <a:bodyPr spcFirstLastPara="1" wrap="square" lIns="91425" tIns="91425" rIns="91425" bIns="91425" anchor="t" anchorCtr="0">
            <a:noAutofit/>
          </a:bodyPr>
          <a:lstStyle>
            <a:lvl1pPr lvl="0" algn="l" rtl="0">
              <a:spcBef>
                <a:spcPts val="0"/>
              </a:spcBef>
              <a:spcAft>
                <a:spcPts val="0"/>
              </a:spcAft>
              <a:buClr>
                <a:srgbClr val="FFFFFF"/>
              </a:buClr>
              <a:buSzPts val="3200"/>
              <a:buNone/>
              <a:defRPr/>
            </a:lvl1pPr>
            <a:lvl2pPr lvl="1" rtl="0">
              <a:spcBef>
                <a:spcPts val="0"/>
              </a:spcBef>
              <a:spcAft>
                <a:spcPts val="0"/>
              </a:spcAft>
              <a:buClr>
                <a:srgbClr val="FFFFFF"/>
              </a:buClr>
              <a:buSzPts val="3200"/>
              <a:buNone/>
              <a:defRPr>
                <a:solidFill>
                  <a:srgbClr val="FFFFFF"/>
                </a:solidFill>
              </a:defRPr>
            </a:lvl2pPr>
            <a:lvl3pPr lvl="2" rtl="0">
              <a:spcBef>
                <a:spcPts val="0"/>
              </a:spcBef>
              <a:spcAft>
                <a:spcPts val="0"/>
              </a:spcAft>
              <a:buClr>
                <a:srgbClr val="FFFFFF"/>
              </a:buClr>
              <a:buSzPts val="3200"/>
              <a:buNone/>
              <a:defRPr>
                <a:solidFill>
                  <a:srgbClr val="FFFFFF"/>
                </a:solidFill>
              </a:defRPr>
            </a:lvl3pPr>
            <a:lvl4pPr lvl="3" rtl="0">
              <a:spcBef>
                <a:spcPts val="0"/>
              </a:spcBef>
              <a:spcAft>
                <a:spcPts val="0"/>
              </a:spcAft>
              <a:buClr>
                <a:srgbClr val="FFFFFF"/>
              </a:buClr>
              <a:buSzPts val="3200"/>
              <a:buNone/>
              <a:defRPr>
                <a:solidFill>
                  <a:srgbClr val="FFFFFF"/>
                </a:solidFill>
              </a:defRPr>
            </a:lvl4pPr>
            <a:lvl5pPr lvl="4" rtl="0">
              <a:spcBef>
                <a:spcPts val="0"/>
              </a:spcBef>
              <a:spcAft>
                <a:spcPts val="0"/>
              </a:spcAft>
              <a:buClr>
                <a:srgbClr val="FFFFFF"/>
              </a:buClr>
              <a:buSzPts val="3200"/>
              <a:buNone/>
              <a:defRPr>
                <a:solidFill>
                  <a:srgbClr val="FFFFFF"/>
                </a:solidFill>
              </a:defRPr>
            </a:lvl5pPr>
            <a:lvl6pPr lvl="5" rtl="0">
              <a:spcBef>
                <a:spcPts val="0"/>
              </a:spcBef>
              <a:spcAft>
                <a:spcPts val="0"/>
              </a:spcAft>
              <a:buClr>
                <a:srgbClr val="FFFFFF"/>
              </a:buClr>
              <a:buSzPts val="3200"/>
              <a:buNone/>
              <a:defRPr>
                <a:solidFill>
                  <a:srgbClr val="FFFFFF"/>
                </a:solidFill>
              </a:defRPr>
            </a:lvl6pPr>
            <a:lvl7pPr lvl="6" rtl="0">
              <a:spcBef>
                <a:spcPts val="0"/>
              </a:spcBef>
              <a:spcAft>
                <a:spcPts val="0"/>
              </a:spcAft>
              <a:buClr>
                <a:srgbClr val="FFFFFF"/>
              </a:buClr>
              <a:buSzPts val="3200"/>
              <a:buNone/>
              <a:defRPr>
                <a:solidFill>
                  <a:srgbClr val="FFFFFF"/>
                </a:solidFill>
              </a:defRPr>
            </a:lvl7pPr>
            <a:lvl8pPr lvl="7" rtl="0">
              <a:spcBef>
                <a:spcPts val="0"/>
              </a:spcBef>
              <a:spcAft>
                <a:spcPts val="0"/>
              </a:spcAft>
              <a:buClr>
                <a:srgbClr val="FFFFFF"/>
              </a:buClr>
              <a:buSzPts val="3200"/>
              <a:buNone/>
              <a:defRPr>
                <a:solidFill>
                  <a:srgbClr val="FFFFFF"/>
                </a:solidFill>
              </a:defRPr>
            </a:lvl8pPr>
            <a:lvl9pPr lvl="8" rtl="0">
              <a:spcBef>
                <a:spcPts val="0"/>
              </a:spcBef>
              <a:spcAft>
                <a:spcPts val="0"/>
              </a:spcAft>
              <a:buClr>
                <a:srgbClr val="FFFFFF"/>
              </a:buClr>
              <a:buSzPts val="3200"/>
              <a:buNone/>
              <a:defRPr>
                <a:solidFill>
                  <a:srgbClr val="FFFFFF"/>
                </a:solidFill>
              </a:defRPr>
            </a:lvl9pPr>
          </a:lstStyle>
          <a:p>
            <a:endParaRPr/>
          </a:p>
        </p:txBody>
      </p:sp>
      <p:sp>
        <p:nvSpPr>
          <p:cNvPr id="1192" name="Google Shape;1192;p72"/>
          <p:cNvSpPr txBox="1">
            <a:spLocks noGrp="1"/>
          </p:cNvSpPr>
          <p:nvPr>
            <p:ph type="subTitle" idx="1"/>
          </p:nvPr>
        </p:nvSpPr>
        <p:spPr>
          <a:xfrm>
            <a:off x="713225" y="2244200"/>
            <a:ext cx="2483400" cy="516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DA00"/>
              </a:buClr>
              <a:buSzPts val="2100"/>
              <a:buFont typeface="Lilita One"/>
              <a:buNone/>
              <a:defRPr sz="2100">
                <a:solidFill>
                  <a:schemeClr val="dk1"/>
                </a:solidFill>
                <a:latin typeface="Lilita One"/>
                <a:ea typeface="Lilita One"/>
                <a:cs typeface="Lilita One"/>
                <a:sym typeface="Lilita One"/>
              </a:defRPr>
            </a:lvl1pPr>
            <a:lvl2pPr lvl="1"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9pPr>
          </a:lstStyle>
          <a:p>
            <a:endParaRPr/>
          </a:p>
        </p:txBody>
      </p:sp>
      <p:sp>
        <p:nvSpPr>
          <p:cNvPr id="1193" name="Google Shape;1193;p72"/>
          <p:cNvSpPr txBox="1">
            <a:spLocks noGrp="1"/>
          </p:cNvSpPr>
          <p:nvPr>
            <p:ph type="subTitle" idx="2"/>
          </p:nvPr>
        </p:nvSpPr>
        <p:spPr>
          <a:xfrm>
            <a:off x="713225" y="2781150"/>
            <a:ext cx="3363600" cy="774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1600"/>
              <a:buNone/>
              <a:defRPr>
                <a:solidFill>
                  <a:schemeClr val="accent1"/>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1194" name="Google Shape;1194;p72"/>
          <p:cNvSpPr txBox="1">
            <a:spLocks noGrp="1"/>
          </p:cNvSpPr>
          <p:nvPr>
            <p:ph type="subTitle" idx="3"/>
          </p:nvPr>
        </p:nvSpPr>
        <p:spPr>
          <a:xfrm>
            <a:off x="713225" y="3555725"/>
            <a:ext cx="2483400" cy="516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DA00"/>
              </a:buClr>
              <a:buSzPts val="2100"/>
              <a:buFont typeface="Lilita One"/>
              <a:buNone/>
              <a:defRPr sz="2100">
                <a:solidFill>
                  <a:schemeClr val="dk1"/>
                </a:solidFill>
                <a:latin typeface="Lilita One"/>
                <a:ea typeface="Lilita One"/>
                <a:cs typeface="Lilita One"/>
                <a:sym typeface="Lilita One"/>
              </a:defRPr>
            </a:lvl1pPr>
            <a:lvl2pPr lvl="1"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9pPr>
          </a:lstStyle>
          <a:p>
            <a:endParaRPr/>
          </a:p>
        </p:txBody>
      </p:sp>
      <p:sp>
        <p:nvSpPr>
          <p:cNvPr id="1195" name="Google Shape;1195;p72"/>
          <p:cNvSpPr txBox="1">
            <a:spLocks noGrp="1"/>
          </p:cNvSpPr>
          <p:nvPr>
            <p:ph type="subTitle" idx="4"/>
          </p:nvPr>
        </p:nvSpPr>
        <p:spPr>
          <a:xfrm>
            <a:off x="713225" y="4016475"/>
            <a:ext cx="3363600" cy="774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1600"/>
              <a:buNone/>
              <a:defRPr>
                <a:solidFill>
                  <a:schemeClr val="accent1"/>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
        <p:nvSpPr>
          <p:cNvPr id="1196" name="Google Shape;1196;p72"/>
          <p:cNvSpPr txBox="1">
            <a:spLocks noGrp="1"/>
          </p:cNvSpPr>
          <p:nvPr>
            <p:ph type="subTitle" idx="5"/>
          </p:nvPr>
        </p:nvSpPr>
        <p:spPr>
          <a:xfrm>
            <a:off x="713225" y="1005950"/>
            <a:ext cx="2483400" cy="516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DA00"/>
              </a:buClr>
              <a:buSzPts val="2100"/>
              <a:buFont typeface="Lilita One"/>
              <a:buNone/>
              <a:defRPr sz="2100">
                <a:solidFill>
                  <a:schemeClr val="dk1"/>
                </a:solidFill>
                <a:latin typeface="Lilita One"/>
                <a:ea typeface="Lilita One"/>
                <a:cs typeface="Lilita One"/>
                <a:sym typeface="Lilita One"/>
              </a:defRPr>
            </a:lvl1pPr>
            <a:lvl2pPr lvl="1"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2pPr>
            <a:lvl3pPr lvl="2"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3pPr>
            <a:lvl4pPr lvl="3"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4pPr>
            <a:lvl5pPr lvl="4"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5pPr>
            <a:lvl6pPr lvl="5"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6pPr>
            <a:lvl7pPr lvl="6"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7pPr>
            <a:lvl8pPr lvl="7"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8pPr>
            <a:lvl9pPr lvl="8" algn="ctr" rtl="0">
              <a:spcBef>
                <a:spcPts val="0"/>
              </a:spcBef>
              <a:spcAft>
                <a:spcPts val="0"/>
              </a:spcAft>
              <a:buClr>
                <a:srgbClr val="FFDA00"/>
              </a:buClr>
              <a:buSzPts val="2100"/>
              <a:buFont typeface="Lilita One"/>
              <a:buNone/>
              <a:defRPr sz="2100">
                <a:solidFill>
                  <a:srgbClr val="FFDA00"/>
                </a:solidFill>
                <a:latin typeface="Lilita One"/>
                <a:ea typeface="Lilita One"/>
                <a:cs typeface="Lilita One"/>
                <a:sym typeface="Lilita One"/>
              </a:defRPr>
            </a:lvl9pPr>
          </a:lstStyle>
          <a:p>
            <a:endParaRPr/>
          </a:p>
        </p:txBody>
      </p:sp>
      <p:sp>
        <p:nvSpPr>
          <p:cNvPr id="1197" name="Google Shape;1197;p72"/>
          <p:cNvSpPr txBox="1">
            <a:spLocks noGrp="1"/>
          </p:cNvSpPr>
          <p:nvPr>
            <p:ph type="subTitle" idx="6"/>
          </p:nvPr>
        </p:nvSpPr>
        <p:spPr>
          <a:xfrm>
            <a:off x="713225" y="1542900"/>
            <a:ext cx="3363600" cy="774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1600"/>
              <a:buNone/>
              <a:defRPr>
                <a:solidFill>
                  <a:schemeClr val="accent1"/>
                </a:solidFill>
              </a:defRPr>
            </a:lvl1pPr>
            <a:lvl2pPr lvl="1" algn="ctr" rtl="0">
              <a:spcBef>
                <a:spcPts val="0"/>
              </a:spcBef>
              <a:spcAft>
                <a:spcPts val="0"/>
              </a:spcAft>
              <a:buClr>
                <a:srgbClr val="FFFFFF"/>
              </a:buClr>
              <a:buSzPts val="1600"/>
              <a:buNone/>
              <a:defRPr>
                <a:solidFill>
                  <a:srgbClr val="FFFFFF"/>
                </a:solidFill>
              </a:defRPr>
            </a:lvl2pPr>
            <a:lvl3pPr lvl="2" algn="ctr" rtl="0">
              <a:spcBef>
                <a:spcPts val="0"/>
              </a:spcBef>
              <a:spcAft>
                <a:spcPts val="0"/>
              </a:spcAft>
              <a:buClr>
                <a:srgbClr val="FFFFFF"/>
              </a:buClr>
              <a:buSzPts val="1600"/>
              <a:buNone/>
              <a:defRPr>
                <a:solidFill>
                  <a:srgbClr val="FFFFFF"/>
                </a:solidFill>
              </a:defRPr>
            </a:lvl3pPr>
            <a:lvl4pPr lvl="3" algn="ctr" rtl="0">
              <a:spcBef>
                <a:spcPts val="0"/>
              </a:spcBef>
              <a:spcAft>
                <a:spcPts val="0"/>
              </a:spcAft>
              <a:buClr>
                <a:srgbClr val="FFFFFF"/>
              </a:buClr>
              <a:buSzPts val="1600"/>
              <a:buNone/>
              <a:defRPr>
                <a:solidFill>
                  <a:srgbClr val="FFFFFF"/>
                </a:solidFill>
              </a:defRPr>
            </a:lvl4pPr>
            <a:lvl5pPr lvl="4" algn="ctr" rtl="0">
              <a:spcBef>
                <a:spcPts val="0"/>
              </a:spcBef>
              <a:spcAft>
                <a:spcPts val="0"/>
              </a:spcAft>
              <a:buClr>
                <a:srgbClr val="FFFFFF"/>
              </a:buClr>
              <a:buSzPts val="1600"/>
              <a:buNone/>
              <a:defRPr>
                <a:solidFill>
                  <a:srgbClr val="FFFFFF"/>
                </a:solidFill>
              </a:defRPr>
            </a:lvl5pPr>
            <a:lvl6pPr lvl="5" algn="ctr" rtl="0">
              <a:spcBef>
                <a:spcPts val="0"/>
              </a:spcBef>
              <a:spcAft>
                <a:spcPts val="0"/>
              </a:spcAft>
              <a:buClr>
                <a:srgbClr val="FFFFFF"/>
              </a:buClr>
              <a:buSzPts val="1600"/>
              <a:buNone/>
              <a:defRPr>
                <a:solidFill>
                  <a:srgbClr val="FFFFFF"/>
                </a:solidFill>
              </a:defRPr>
            </a:lvl6pPr>
            <a:lvl7pPr lvl="6" algn="ctr" rtl="0">
              <a:spcBef>
                <a:spcPts val="0"/>
              </a:spcBef>
              <a:spcAft>
                <a:spcPts val="0"/>
              </a:spcAft>
              <a:buClr>
                <a:srgbClr val="FFFFFF"/>
              </a:buClr>
              <a:buSzPts val="1600"/>
              <a:buNone/>
              <a:defRPr>
                <a:solidFill>
                  <a:srgbClr val="FFFFFF"/>
                </a:solidFill>
              </a:defRPr>
            </a:lvl7pPr>
            <a:lvl8pPr lvl="7" algn="ctr" rtl="0">
              <a:spcBef>
                <a:spcPts val="0"/>
              </a:spcBef>
              <a:spcAft>
                <a:spcPts val="0"/>
              </a:spcAft>
              <a:buClr>
                <a:srgbClr val="FFFFFF"/>
              </a:buClr>
              <a:buSzPts val="1600"/>
              <a:buNone/>
              <a:defRPr>
                <a:solidFill>
                  <a:srgbClr val="FFFFFF"/>
                </a:solidFill>
              </a:defRPr>
            </a:lvl8pPr>
            <a:lvl9pPr lvl="8" algn="ctr" rtl="0">
              <a:spcBef>
                <a:spcPts val="0"/>
              </a:spcBef>
              <a:spcAft>
                <a:spcPts val="0"/>
              </a:spcAft>
              <a:buClr>
                <a:srgbClr val="FFFFFF"/>
              </a:buClr>
              <a:buSzPts val="1600"/>
              <a:buNone/>
              <a:defRPr>
                <a:solidFill>
                  <a:srgbClr val="FFFFFF"/>
                </a:solidFill>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only 1">
  <p:cSld name="TITLE_AND_BODY_3">
    <p:bg>
      <p:bgPr>
        <a:solidFill>
          <a:schemeClr val="dk2"/>
        </a:solidFill>
        <a:effectLst/>
      </p:bgPr>
    </p:bg>
    <p:spTree>
      <p:nvGrpSpPr>
        <p:cNvPr id="1" name="Shape 1198"/>
        <p:cNvGrpSpPr/>
        <p:nvPr/>
      </p:nvGrpSpPr>
      <p:grpSpPr>
        <a:xfrm>
          <a:off x="0" y="0"/>
          <a:ext cx="0" cy="0"/>
          <a:chOff x="0" y="0"/>
          <a:chExt cx="0" cy="0"/>
        </a:xfrm>
      </p:grpSpPr>
      <p:grpSp>
        <p:nvGrpSpPr>
          <p:cNvPr id="1199" name="Google Shape;1199;p73"/>
          <p:cNvGrpSpPr/>
          <p:nvPr/>
        </p:nvGrpSpPr>
        <p:grpSpPr>
          <a:xfrm rot="899857">
            <a:off x="7222308" y="190062"/>
            <a:ext cx="1711973" cy="1846180"/>
            <a:chOff x="-3361711" y="308336"/>
            <a:chExt cx="3987600" cy="4300200"/>
          </a:xfrm>
        </p:grpSpPr>
        <p:grpSp>
          <p:nvGrpSpPr>
            <p:cNvPr id="1200" name="Google Shape;1200;p73"/>
            <p:cNvGrpSpPr/>
            <p:nvPr/>
          </p:nvGrpSpPr>
          <p:grpSpPr>
            <a:xfrm>
              <a:off x="-3361711" y="308336"/>
              <a:ext cx="3987600" cy="4300200"/>
              <a:chOff x="-2571136" y="421611"/>
              <a:chExt cx="3987600" cy="4300200"/>
            </a:xfrm>
          </p:grpSpPr>
          <p:sp>
            <p:nvSpPr>
              <p:cNvPr id="1201" name="Google Shape;1201;p73"/>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02" name="Google Shape;1202;p73"/>
              <p:cNvGrpSpPr/>
              <p:nvPr/>
            </p:nvGrpSpPr>
            <p:grpSpPr>
              <a:xfrm>
                <a:off x="-2206074" y="809586"/>
                <a:ext cx="3257475" cy="3524250"/>
                <a:chOff x="-2206074" y="819150"/>
                <a:chExt cx="3257475" cy="3524250"/>
              </a:xfrm>
            </p:grpSpPr>
            <p:grpSp>
              <p:nvGrpSpPr>
                <p:cNvPr id="1203" name="Google Shape;1203;p73"/>
                <p:cNvGrpSpPr/>
                <p:nvPr/>
              </p:nvGrpSpPr>
              <p:grpSpPr>
                <a:xfrm>
                  <a:off x="-2206074" y="819150"/>
                  <a:ext cx="3257475" cy="981000"/>
                  <a:chOff x="-2209800" y="819150"/>
                  <a:chExt cx="3257475" cy="981000"/>
                </a:xfrm>
              </p:grpSpPr>
              <p:sp>
                <p:nvSpPr>
                  <p:cNvPr id="1204" name="Google Shape;1204;p73"/>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73"/>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6" name="Google Shape;1206;p73"/>
                <p:cNvGrpSpPr/>
                <p:nvPr/>
              </p:nvGrpSpPr>
              <p:grpSpPr>
                <a:xfrm>
                  <a:off x="-2206074" y="3362400"/>
                  <a:ext cx="3257475" cy="981000"/>
                  <a:chOff x="-2209800" y="819150"/>
                  <a:chExt cx="3257475" cy="981000"/>
                </a:xfrm>
              </p:grpSpPr>
              <p:sp>
                <p:nvSpPr>
                  <p:cNvPr id="1207" name="Google Shape;1207;p73"/>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73"/>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209" name="Google Shape;1209;p73"/>
            <p:cNvSpPr/>
            <p:nvPr/>
          </p:nvSpPr>
          <p:spPr>
            <a:xfrm>
              <a:off x="-1858399" y="1967936"/>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0" name="Google Shape;1210;p73"/>
          <p:cNvGrpSpPr/>
          <p:nvPr/>
        </p:nvGrpSpPr>
        <p:grpSpPr>
          <a:xfrm rot="-899857" flipH="1">
            <a:off x="209708" y="3107262"/>
            <a:ext cx="1711973" cy="1846180"/>
            <a:chOff x="-2571136" y="421611"/>
            <a:chExt cx="3987600" cy="4300200"/>
          </a:xfrm>
        </p:grpSpPr>
        <p:sp>
          <p:nvSpPr>
            <p:cNvPr id="1211" name="Google Shape;1211;p73"/>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12" name="Google Shape;1212;p73"/>
            <p:cNvGrpSpPr/>
            <p:nvPr/>
          </p:nvGrpSpPr>
          <p:grpSpPr>
            <a:xfrm>
              <a:off x="-2206074" y="809586"/>
              <a:ext cx="3257475" cy="3524250"/>
              <a:chOff x="-2206074" y="819150"/>
              <a:chExt cx="3257475" cy="3524250"/>
            </a:xfrm>
          </p:grpSpPr>
          <p:grpSp>
            <p:nvGrpSpPr>
              <p:cNvPr id="1213" name="Google Shape;1213;p73"/>
              <p:cNvGrpSpPr/>
              <p:nvPr/>
            </p:nvGrpSpPr>
            <p:grpSpPr>
              <a:xfrm>
                <a:off x="-2206074" y="819150"/>
                <a:ext cx="3257475" cy="981000"/>
                <a:chOff x="-2209800" y="819150"/>
                <a:chExt cx="3257475" cy="981000"/>
              </a:xfrm>
            </p:grpSpPr>
            <p:sp>
              <p:nvSpPr>
                <p:cNvPr id="1214" name="Google Shape;1214;p73"/>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73"/>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6" name="Google Shape;1216;p73"/>
              <p:cNvGrpSpPr/>
              <p:nvPr/>
            </p:nvGrpSpPr>
            <p:grpSpPr>
              <a:xfrm>
                <a:off x="-2206074" y="3362400"/>
                <a:ext cx="3257475" cy="981000"/>
                <a:chOff x="-2209800" y="819150"/>
                <a:chExt cx="3257475" cy="981000"/>
              </a:xfrm>
            </p:grpSpPr>
            <p:sp>
              <p:nvSpPr>
                <p:cNvPr id="1217" name="Google Shape;1217;p73"/>
                <p:cNvSpPr/>
                <p:nvPr/>
              </p:nvSpPr>
              <p:spPr>
                <a:xfrm>
                  <a:off x="-2209800"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73"/>
                <p:cNvSpPr/>
                <p:nvPr/>
              </p:nvSpPr>
              <p:spPr>
                <a:xfrm>
                  <a:off x="66675" y="819150"/>
                  <a:ext cx="981000" cy="981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219" name="Google Shape;1219;p73"/>
          <p:cNvSpPr txBox="1">
            <a:spLocks noGrp="1"/>
          </p:cNvSpPr>
          <p:nvPr>
            <p:ph type="title"/>
          </p:nvPr>
        </p:nvSpPr>
        <p:spPr>
          <a:xfrm>
            <a:off x="720000" y="540000"/>
            <a:ext cx="7704000" cy="457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200"/>
              <a:buNone/>
              <a:defRPr>
                <a:solidFill>
                  <a:schemeClr val="accent1"/>
                </a:solidFill>
              </a:defRPr>
            </a:lvl1pPr>
            <a:lvl2pPr lvl="1" rtl="0">
              <a:spcBef>
                <a:spcPts val="0"/>
              </a:spcBef>
              <a:spcAft>
                <a:spcPts val="0"/>
              </a:spcAft>
              <a:buClr>
                <a:srgbClr val="FFFFFF"/>
              </a:buClr>
              <a:buSzPts val="3200"/>
              <a:buNone/>
              <a:defRPr>
                <a:solidFill>
                  <a:srgbClr val="FFFFFF"/>
                </a:solidFill>
              </a:defRPr>
            </a:lvl2pPr>
            <a:lvl3pPr lvl="2" rtl="0">
              <a:spcBef>
                <a:spcPts val="0"/>
              </a:spcBef>
              <a:spcAft>
                <a:spcPts val="0"/>
              </a:spcAft>
              <a:buClr>
                <a:srgbClr val="FFFFFF"/>
              </a:buClr>
              <a:buSzPts val="3200"/>
              <a:buNone/>
              <a:defRPr>
                <a:solidFill>
                  <a:srgbClr val="FFFFFF"/>
                </a:solidFill>
              </a:defRPr>
            </a:lvl3pPr>
            <a:lvl4pPr lvl="3" rtl="0">
              <a:spcBef>
                <a:spcPts val="0"/>
              </a:spcBef>
              <a:spcAft>
                <a:spcPts val="0"/>
              </a:spcAft>
              <a:buClr>
                <a:srgbClr val="FFFFFF"/>
              </a:buClr>
              <a:buSzPts val="3200"/>
              <a:buNone/>
              <a:defRPr>
                <a:solidFill>
                  <a:srgbClr val="FFFFFF"/>
                </a:solidFill>
              </a:defRPr>
            </a:lvl4pPr>
            <a:lvl5pPr lvl="4" rtl="0">
              <a:spcBef>
                <a:spcPts val="0"/>
              </a:spcBef>
              <a:spcAft>
                <a:spcPts val="0"/>
              </a:spcAft>
              <a:buClr>
                <a:srgbClr val="FFFFFF"/>
              </a:buClr>
              <a:buSzPts val="3200"/>
              <a:buNone/>
              <a:defRPr>
                <a:solidFill>
                  <a:srgbClr val="FFFFFF"/>
                </a:solidFill>
              </a:defRPr>
            </a:lvl5pPr>
            <a:lvl6pPr lvl="5" rtl="0">
              <a:spcBef>
                <a:spcPts val="0"/>
              </a:spcBef>
              <a:spcAft>
                <a:spcPts val="0"/>
              </a:spcAft>
              <a:buClr>
                <a:srgbClr val="FFFFFF"/>
              </a:buClr>
              <a:buSzPts val="3200"/>
              <a:buNone/>
              <a:defRPr>
                <a:solidFill>
                  <a:srgbClr val="FFFFFF"/>
                </a:solidFill>
              </a:defRPr>
            </a:lvl6pPr>
            <a:lvl7pPr lvl="6" rtl="0">
              <a:spcBef>
                <a:spcPts val="0"/>
              </a:spcBef>
              <a:spcAft>
                <a:spcPts val="0"/>
              </a:spcAft>
              <a:buClr>
                <a:srgbClr val="FFFFFF"/>
              </a:buClr>
              <a:buSzPts val="3200"/>
              <a:buNone/>
              <a:defRPr>
                <a:solidFill>
                  <a:srgbClr val="FFFFFF"/>
                </a:solidFill>
              </a:defRPr>
            </a:lvl7pPr>
            <a:lvl8pPr lvl="7" rtl="0">
              <a:spcBef>
                <a:spcPts val="0"/>
              </a:spcBef>
              <a:spcAft>
                <a:spcPts val="0"/>
              </a:spcAft>
              <a:buClr>
                <a:srgbClr val="FFFFFF"/>
              </a:buClr>
              <a:buSzPts val="3200"/>
              <a:buNone/>
              <a:defRPr>
                <a:solidFill>
                  <a:srgbClr val="FFFFFF"/>
                </a:solidFill>
              </a:defRPr>
            </a:lvl8pPr>
            <a:lvl9pPr lvl="8" rtl="0">
              <a:spcBef>
                <a:spcPts val="0"/>
              </a:spcBef>
              <a:spcAft>
                <a:spcPts val="0"/>
              </a:spcAft>
              <a:buClr>
                <a:srgbClr val="FFFFFF"/>
              </a:buClr>
              <a:buSzPts val="3200"/>
              <a:buNone/>
              <a:defRPr>
                <a:solidFill>
                  <a:srgbClr val="FFFFFF"/>
                </a:solidFill>
              </a:defRPr>
            </a:lvl9p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only 2">
  <p:cSld name="TITLE_AND_BODY_3_1">
    <p:bg>
      <p:bgPr>
        <a:solidFill>
          <a:schemeClr val="lt2"/>
        </a:solidFill>
        <a:effectLst/>
      </p:bgPr>
    </p:bg>
    <p:spTree>
      <p:nvGrpSpPr>
        <p:cNvPr id="1" name="Shape 1220"/>
        <p:cNvGrpSpPr/>
        <p:nvPr/>
      </p:nvGrpSpPr>
      <p:grpSpPr>
        <a:xfrm>
          <a:off x="0" y="0"/>
          <a:ext cx="0" cy="0"/>
          <a:chOff x="0" y="0"/>
          <a:chExt cx="0" cy="0"/>
        </a:xfrm>
      </p:grpSpPr>
      <p:grpSp>
        <p:nvGrpSpPr>
          <p:cNvPr id="1221" name="Google Shape;1221;p74"/>
          <p:cNvGrpSpPr/>
          <p:nvPr/>
        </p:nvGrpSpPr>
        <p:grpSpPr>
          <a:xfrm rot="899857">
            <a:off x="7222308" y="190062"/>
            <a:ext cx="1711973" cy="1846180"/>
            <a:chOff x="-3361711" y="308336"/>
            <a:chExt cx="3987600" cy="4300200"/>
          </a:xfrm>
        </p:grpSpPr>
        <p:grpSp>
          <p:nvGrpSpPr>
            <p:cNvPr id="1222" name="Google Shape;1222;p74"/>
            <p:cNvGrpSpPr/>
            <p:nvPr/>
          </p:nvGrpSpPr>
          <p:grpSpPr>
            <a:xfrm>
              <a:off x="-3361711" y="308336"/>
              <a:ext cx="3987600" cy="4300200"/>
              <a:chOff x="-2571136" y="421611"/>
              <a:chExt cx="3987600" cy="4300200"/>
            </a:xfrm>
          </p:grpSpPr>
          <p:sp>
            <p:nvSpPr>
              <p:cNvPr id="1223" name="Google Shape;1223;p74"/>
              <p:cNvSpPr/>
              <p:nvPr/>
            </p:nvSpPr>
            <p:spPr>
              <a:xfrm>
                <a:off x="-2571136" y="421611"/>
                <a:ext cx="3987600" cy="4300200"/>
              </a:xfrm>
              <a:prstGeom prst="roundRect">
                <a:avLst>
                  <a:gd name="adj" fmla="val 5368"/>
                </a:avLst>
              </a:prstGeom>
              <a:solidFill>
                <a:srgbClr val="C8B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24" name="Google Shape;1224;p74"/>
              <p:cNvGrpSpPr/>
              <p:nvPr/>
            </p:nvGrpSpPr>
            <p:grpSpPr>
              <a:xfrm>
                <a:off x="-2206074" y="809586"/>
                <a:ext cx="3257475" cy="3524250"/>
                <a:chOff x="-2206074" y="819150"/>
                <a:chExt cx="3257475" cy="3524250"/>
              </a:xfrm>
            </p:grpSpPr>
            <p:grpSp>
              <p:nvGrpSpPr>
                <p:cNvPr id="1225" name="Google Shape;1225;p74"/>
                <p:cNvGrpSpPr/>
                <p:nvPr/>
              </p:nvGrpSpPr>
              <p:grpSpPr>
                <a:xfrm>
                  <a:off x="-2206074" y="819150"/>
                  <a:ext cx="3257475" cy="981000"/>
                  <a:chOff x="-2209800" y="819150"/>
                  <a:chExt cx="3257475" cy="981000"/>
                </a:xfrm>
              </p:grpSpPr>
              <p:sp>
                <p:nvSpPr>
                  <p:cNvPr id="1226" name="Google Shape;1226;p74"/>
                  <p:cNvSpPr/>
                  <p:nvPr/>
                </p:nvSpPr>
                <p:spPr>
                  <a:xfrm>
                    <a:off x="-2209800"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74"/>
                  <p:cNvSpPr/>
                  <p:nvPr/>
                </p:nvSpPr>
                <p:spPr>
                  <a:xfrm>
                    <a:off x="66675"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8" name="Google Shape;1228;p74"/>
                <p:cNvGrpSpPr/>
                <p:nvPr/>
              </p:nvGrpSpPr>
              <p:grpSpPr>
                <a:xfrm>
                  <a:off x="-2206074" y="3362400"/>
                  <a:ext cx="3257475" cy="981000"/>
                  <a:chOff x="-2209800" y="819150"/>
                  <a:chExt cx="3257475" cy="981000"/>
                </a:xfrm>
              </p:grpSpPr>
              <p:sp>
                <p:nvSpPr>
                  <p:cNvPr id="1229" name="Google Shape;1229;p74"/>
                  <p:cNvSpPr/>
                  <p:nvPr/>
                </p:nvSpPr>
                <p:spPr>
                  <a:xfrm>
                    <a:off x="-2209800"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74"/>
                  <p:cNvSpPr/>
                  <p:nvPr/>
                </p:nvSpPr>
                <p:spPr>
                  <a:xfrm>
                    <a:off x="66675"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231" name="Google Shape;1231;p74"/>
            <p:cNvSpPr/>
            <p:nvPr/>
          </p:nvSpPr>
          <p:spPr>
            <a:xfrm>
              <a:off x="-1858399" y="1967936"/>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2" name="Google Shape;1232;p74"/>
          <p:cNvGrpSpPr/>
          <p:nvPr/>
        </p:nvGrpSpPr>
        <p:grpSpPr>
          <a:xfrm rot="-899857" flipH="1">
            <a:off x="209708" y="190062"/>
            <a:ext cx="1711973" cy="1846180"/>
            <a:chOff x="-2571136" y="421611"/>
            <a:chExt cx="3987600" cy="4300200"/>
          </a:xfrm>
        </p:grpSpPr>
        <p:sp>
          <p:nvSpPr>
            <p:cNvPr id="1233" name="Google Shape;1233;p74"/>
            <p:cNvSpPr/>
            <p:nvPr/>
          </p:nvSpPr>
          <p:spPr>
            <a:xfrm>
              <a:off x="-2571136" y="421611"/>
              <a:ext cx="3987600" cy="4300200"/>
            </a:xfrm>
            <a:prstGeom prst="roundRect">
              <a:avLst>
                <a:gd name="adj" fmla="val 5368"/>
              </a:avLst>
            </a:prstGeom>
            <a:solidFill>
              <a:srgbClr val="C8B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4" name="Google Shape;1234;p74"/>
            <p:cNvGrpSpPr/>
            <p:nvPr/>
          </p:nvGrpSpPr>
          <p:grpSpPr>
            <a:xfrm>
              <a:off x="-2206074" y="809586"/>
              <a:ext cx="3257475" cy="3524250"/>
              <a:chOff x="-2206074" y="819150"/>
              <a:chExt cx="3257475" cy="3524250"/>
            </a:xfrm>
          </p:grpSpPr>
          <p:grpSp>
            <p:nvGrpSpPr>
              <p:cNvPr id="1235" name="Google Shape;1235;p74"/>
              <p:cNvGrpSpPr/>
              <p:nvPr/>
            </p:nvGrpSpPr>
            <p:grpSpPr>
              <a:xfrm>
                <a:off x="-2206074" y="819150"/>
                <a:ext cx="3257475" cy="981000"/>
                <a:chOff x="-2209800" y="819150"/>
                <a:chExt cx="3257475" cy="981000"/>
              </a:xfrm>
            </p:grpSpPr>
            <p:sp>
              <p:nvSpPr>
                <p:cNvPr id="1236" name="Google Shape;1236;p74"/>
                <p:cNvSpPr/>
                <p:nvPr/>
              </p:nvSpPr>
              <p:spPr>
                <a:xfrm>
                  <a:off x="-2209800"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74"/>
                <p:cNvSpPr/>
                <p:nvPr/>
              </p:nvSpPr>
              <p:spPr>
                <a:xfrm>
                  <a:off x="66675"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8" name="Google Shape;1238;p74"/>
              <p:cNvGrpSpPr/>
              <p:nvPr/>
            </p:nvGrpSpPr>
            <p:grpSpPr>
              <a:xfrm>
                <a:off x="-2206074" y="3362400"/>
                <a:ext cx="3257475" cy="981000"/>
                <a:chOff x="-2209800" y="819150"/>
                <a:chExt cx="3257475" cy="981000"/>
              </a:xfrm>
            </p:grpSpPr>
            <p:sp>
              <p:nvSpPr>
                <p:cNvPr id="1239" name="Google Shape;1239;p74"/>
                <p:cNvSpPr/>
                <p:nvPr/>
              </p:nvSpPr>
              <p:spPr>
                <a:xfrm>
                  <a:off x="-2209800"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74"/>
                <p:cNvSpPr/>
                <p:nvPr/>
              </p:nvSpPr>
              <p:spPr>
                <a:xfrm>
                  <a:off x="66675"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241" name="Google Shape;1241;p74"/>
          <p:cNvSpPr txBox="1">
            <a:spLocks noGrp="1"/>
          </p:cNvSpPr>
          <p:nvPr>
            <p:ph type="title"/>
          </p:nvPr>
        </p:nvSpPr>
        <p:spPr>
          <a:xfrm>
            <a:off x="720000" y="540000"/>
            <a:ext cx="7704000" cy="457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200"/>
              <a:buNone/>
              <a:defRPr>
                <a:solidFill>
                  <a:schemeClr val="accent4"/>
                </a:solidFill>
              </a:defRPr>
            </a:lvl1pPr>
            <a:lvl2pPr lvl="1" rtl="0">
              <a:spcBef>
                <a:spcPts val="0"/>
              </a:spcBef>
              <a:spcAft>
                <a:spcPts val="0"/>
              </a:spcAft>
              <a:buClr>
                <a:srgbClr val="FFFFFF"/>
              </a:buClr>
              <a:buSzPts val="3200"/>
              <a:buNone/>
              <a:defRPr>
                <a:solidFill>
                  <a:srgbClr val="FFFFFF"/>
                </a:solidFill>
              </a:defRPr>
            </a:lvl2pPr>
            <a:lvl3pPr lvl="2" rtl="0">
              <a:spcBef>
                <a:spcPts val="0"/>
              </a:spcBef>
              <a:spcAft>
                <a:spcPts val="0"/>
              </a:spcAft>
              <a:buClr>
                <a:srgbClr val="FFFFFF"/>
              </a:buClr>
              <a:buSzPts val="3200"/>
              <a:buNone/>
              <a:defRPr>
                <a:solidFill>
                  <a:srgbClr val="FFFFFF"/>
                </a:solidFill>
              </a:defRPr>
            </a:lvl3pPr>
            <a:lvl4pPr lvl="3" rtl="0">
              <a:spcBef>
                <a:spcPts val="0"/>
              </a:spcBef>
              <a:spcAft>
                <a:spcPts val="0"/>
              </a:spcAft>
              <a:buClr>
                <a:srgbClr val="FFFFFF"/>
              </a:buClr>
              <a:buSzPts val="3200"/>
              <a:buNone/>
              <a:defRPr>
                <a:solidFill>
                  <a:srgbClr val="FFFFFF"/>
                </a:solidFill>
              </a:defRPr>
            </a:lvl4pPr>
            <a:lvl5pPr lvl="4" rtl="0">
              <a:spcBef>
                <a:spcPts val="0"/>
              </a:spcBef>
              <a:spcAft>
                <a:spcPts val="0"/>
              </a:spcAft>
              <a:buClr>
                <a:srgbClr val="FFFFFF"/>
              </a:buClr>
              <a:buSzPts val="3200"/>
              <a:buNone/>
              <a:defRPr>
                <a:solidFill>
                  <a:srgbClr val="FFFFFF"/>
                </a:solidFill>
              </a:defRPr>
            </a:lvl5pPr>
            <a:lvl6pPr lvl="5" rtl="0">
              <a:spcBef>
                <a:spcPts val="0"/>
              </a:spcBef>
              <a:spcAft>
                <a:spcPts val="0"/>
              </a:spcAft>
              <a:buClr>
                <a:srgbClr val="FFFFFF"/>
              </a:buClr>
              <a:buSzPts val="3200"/>
              <a:buNone/>
              <a:defRPr>
                <a:solidFill>
                  <a:srgbClr val="FFFFFF"/>
                </a:solidFill>
              </a:defRPr>
            </a:lvl6pPr>
            <a:lvl7pPr lvl="6" rtl="0">
              <a:spcBef>
                <a:spcPts val="0"/>
              </a:spcBef>
              <a:spcAft>
                <a:spcPts val="0"/>
              </a:spcAft>
              <a:buClr>
                <a:srgbClr val="FFFFFF"/>
              </a:buClr>
              <a:buSzPts val="3200"/>
              <a:buNone/>
              <a:defRPr>
                <a:solidFill>
                  <a:srgbClr val="FFFFFF"/>
                </a:solidFill>
              </a:defRPr>
            </a:lvl7pPr>
            <a:lvl8pPr lvl="7" rtl="0">
              <a:spcBef>
                <a:spcPts val="0"/>
              </a:spcBef>
              <a:spcAft>
                <a:spcPts val="0"/>
              </a:spcAft>
              <a:buClr>
                <a:srgbClr val="FFFFFF"/>
              </a:buClr>
              <a:buSzPts val="3200"/>
              <a:buNone/>
              <a:defRPr>
                <a:solidFill>
                  <a:srgbClr val="FFFFFF"/>
                </a:solidFill>
              </a:defRPr>
            </a:lvl8pPr>
            <a:lvl9pPr lvl="8" rtl="0">
              <a:spcBef>
                <a:spcPts val="0"/>
              </a:spcBef>
              <a:spcAft>
                <a:spcPts val="0"/>
              </a:spcAft>
              <a:buClr>
                <a:srgbClr val="FFFFFF"/>
              </a:buClr>
              <a:buSzPts val="3200"/>
              <a:buNone/>
              <a:defRPr>
                <a:solidFill>
                  <a:srgbClr val="FFFFFF"/>
                </a:solidFill>
              </a:defRPr>
            </a:lvl9pPr>
          </a:lstStyle>
          <a:p>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Background">
  <p:cSld name="SECTION_TITLE_AND_DESCRIPTION_1">
    <p:bg>
      <p:bgPr>
        <a:solidFill>
          <a:schemeClr val="dk2"/>
        </a:solidFill>
        <a:effectLst/>
      </p:bgPr>
    </p:bg>
    <p:spTree>
      <p:nvGrpSpPr>
        <p:cNvPr id="1" name="Shape 1242"/>
        <p:cNvGrpSpPr/>
        <p:nvPr/>
      </p:nvGrpSpPr>
      <p:grpSpPr>
        <a:xfrm>
          <a:off x="0" y="0"/>
          <a:ext cx="0" cy="0"/>
          <a:chOff x="0" y="0"/>
          <a:chExt cx="0" cy="0"/>
        </a:xfrm>
      </p:grpSpPr>
      <p:grpSp>
        <p:nvGrpSpPr>
          <p:cNvPr id="1243" name="Google Shape;1243;p75"/>
          <p:cNvGrpSpPr/>
          <p:nvPr/>
        </p:nvGrpSpPr>
        <p:grpSpPr>
          <a:xfrm rot="-899857" flipH="1">
            <a:off x="209708" y="1648662"/>
            <a:ext cx="1711973" cy="1846180"/>
            <a:chOff x="-3361711" y="308336"/>
            <a:chExt cx="3987600" cy="4300200"/>
          </a:xfrm>
        </p:grpSpPr>
        <p:grpSp>
          <p:nvGrpSpPr>
            <p:cNvPr id="1244" name="Google Shape;1244;p75"/>
            <p:cNvGrpSpPr/>
            <p:nvPr/>
          </p:nvGrpSpPr>
          <p:grpSpPr>
            <a:xfrm>
              <a:off x="-3361711" y="308336"/>
              <a:ext cx="3987600" cy="4300200"/>
              <a:chOff x="-2571136" y="421611"/>
              <a:chExt cx="3987600" cy="4300200"/>
            </a:xfrm>
          </p:grpSpPr>
          <p:sp>
            <p:nvSpPr>
              <p:cNvPr id="1245" name="Google Shape;1245;p75"/>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6" name="Google Shape;1246;p75"/>
              <p:cNvGrpSpPr/>
              <p:nvPr/>
            </p:nvGrpSpPr>
            <p:grpSpPr>
              <a:xfrm>
                <a:off x="-2206074" y="809586"/>
                <a:ext cx="3257475" cy="3524250"/>
                <a:chOff x="-2206074" y="819150"/>
                <a:chExt cx="3257475" cy="3524250"/>
              </a:xfrm>
            </p:grpSpPr>
            <p:grpSp>
              <p:nvGrpSpPr>
                <p:cNvPr id="1247" name="Google Shape;1247;p75"/>
                <p:cNvGrpSpPr/>
                <p:nvPr/>
              </p:nvGrpSpPr>
              <p:grpSpPr>
                <a:xfrm>
                  <a:off x="-2206074" y="819150"/>
                  <a:ext cx="3257475" cy="981000"/>
                  <a:chOff x="-2209800" y="819150"/>
                  <a:chExt cx="3257475" cy="981000"/>
                </a:xfrm>
              </p:grpSpPr>
              <p:sp>
                <p:nvSpPr>
                  <p:cNvPr id="1248" name="Google Shape;1248;p75"/>
                  <p:cNvSpPr/>
                  <p:nvPr/>
                </p:nvSpPr>
                <p:spPr>
                  <a:xfrm>
                    <a:off x="-2209800"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75"/>
                  <p:cNvSpPr/>
                  <p:nvPr/>
                </p:nvSpPr>
                <p:spPr>
                  <a:xfrm>
                    <a:off x="66675"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0" name="Google Shape;1250;p75"/>
                <p:cNvGrpSpPr/>
                <p:nvPr/>
              </p:nvGrpSpPr>
              <p:grpSpPr>
                <a:xfrm>
                  <a:off x="-2206074" y="3362400"/>
                  <a:ext cx="3257475" cy="981000"/>
                  <a:chOff x="-2209800" y="819150"/>
                  <a:chExt cx="3257475" cy="981000"/>
                </a:xfrm>
              </p:grpSpPr>
              <p:sp>
                <p:nvSpPr>
                  <p:cNvPr id="1251" name="Google Shape;1251;p75"/>
                  <p:cNvSpPr/>
                  <p:nvPr/>
                </p:nvSpPr>
                <p:spPr>
                  <a:xfrm>
                    <a:off x="-2209800"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75"/>
                  <p:cNvSpPr/>
                  <p:nvPr/>
                </p:nvSpPr>
                <p:spPr>
                  <a:xfrm>
                    <a:off x="66675"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253" name="Google Shape;1253;p75"/>
            <p:cNvSpPr/>
            <p:nvPr/>
          </p:nvSpPr>
          <p:spPr>
            <a:xfrm>
              <a:off x="-1858399" y="1967936"/>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4" name="Google Shape;1254;p75"/>
          <p:cNvGrpSpPr/>
          <p:nvPr/>
        </p:nvGrpSpPr>
        <p:grpSpPr>
          <a:xfrm rot="899857">
            <a:off x="7222308" y="1648662"/>
            <a:ext cx="1711973" cy="1846180"/>
            <a:chOff x="-2571136" y="421611"/>
            <a:chExt cx="3987600" cy="4300200"/>
          </a:xfrm>
        </p:grpSpPr>
        <p:sp>
          <p:nvSpPr>
            <p:cNvPr id="1255" name="Google Shape;1255;p75"/>
            <p:cNvSpPr/>
            <p:nvPr/>
          </p:nvSpPr>
          <p:spPr>
            <a:xfrm>
              <a:off x="-2571136" y="421611"/>
              <a:ext cx="3987600" cy="4300200"/>
            </a:xfrm>
            <a:prstGeom prst="roundRect">
              <a:avLst>
                <a:gd name="adj" fmla="val 5368"/>
              </a:avLst>
            </a:prstGeom>
            <a:solidFill>
              <a:srgbClr val="DA7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56" name="Google Shape;1256;p75"/>
            <p:cNvGrpSpPr/>
            <p:nvPr/>
          </p:nvGrpSpPr>
          <p:grpSpPr>
            <a:xfrm>
              <a:off x="-2206074" y="809586"/>
              <a:ext cx="3257475" cy="3524250"/>
              <a:chOff x="-2206074" y="819150"/>
              <a:chExt cx="3257475" cy="3524250"/>
            </a:xfrm>
          </p:grpSpPr>
          <p:grpSp>
            <p:nvGrpSpPr>
              <p:cNvPr id="1257" name="Google Shape;1257;p75"/>
              <p:cNvGrpSpPr/>
              <p:nvPr/>
            </p:nvGrpSpPr>
            <p:grpSpPr>
              <a:xfrm>
                <a:off x="-2206074" y="819150"/>
                <a:ext cx="3257475" cy="981000"/>
                <a:chOff x="-2209800" y="819150"/>
                <a:chExt cx="3257475" cy="981000"/>
              </a:xfrm>
            </p:grpSpPr>
            <p:sp>
              <p:nvSpPr>
                <p:cNvPr id="1258" name="Google Shape;1258;p75"/>
                <p:cNvSpPr/>
                <p:nvPr/>
              </p:nvSpPr>
              <p:spPr>
                <a:xfrm>
                  <a:off x="-2209800"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75"/>
                <p:cNvSpPr/>
                <p:nvPr/>
              </p:nvSpPr>
              <p:spPr>
                <a:xfrm>
                  <a:off x="66675"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0" name="Google Shape;1260;p75"/>
              <p:cNvGrpSpPr/>
              <p:nvPr/>
            </p:nvGrpSpPr>
            <p:grpSpPr>
              <a:xfrm>
                <a:off x="-2206074" y="3362400"/>
                <a:ext cx="3257475" cy="981000"/>
                <a:chOff x="-2209800" y="819150"/>
                <a:chExt cx="3257475" cy="981000"/>
              </a:xfrm>
            </p:grpSpPr>
            <p:sp>
              <p:nvSpPr>
                <p:cNvPr id="1261" name="Google Shape;1261;p75"/>
                <p:cNvSpPr/>
                <p:nvPr/>
              </p:nvSpPr>
              <p:spPr>
                <a:xfrm>
                  <a:off x="-2209800"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75"/>
                <p:cNvSpPr/>
                <p:nvPr/>
              </p:nvSpPr>
              <p:spPr>
                <a:xfrm>
                  <a:off x="66675" y="819150"/>
                  <a:ext cx="981000" cy="981000"/>
                </a:xfrm>
                <a:prstGeom prst="ellipse">
                  <a:avLst/>
                </a:pr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Background 1">
  <p:cSld name="SECTION_TITLE_AND_DESCRIPTION_1_1">
    <p:bg>
      <p:bgPr>
        <a:solidFill>
          <a:schemeClr val="lt1"/>
        </a:solidFill>
        <a:effectLst/>
      </p:bgPr>
    </p:bg>
    <p:spTree>
      <p:nvGrpSpPr>
        <p:cNvPr id="1" name="Shape 1263"/>
        <p:cNvGrpSpPr/>
        <p:nvPr/>
      </p:nvGrpSpPr>
      <p:grpSpPr>
        <a:xfrm>
          <a:off x="0" y="0"/>
          <a:ext cx="0" cy="0"/>
          <a:chOff x="0" y="0"/>
          <a:chExt cx="0" cy="0"/>
        </a:xfrm>
      </p:grpSpPr>
      <p:grpSp>
        <p:nvGrpSpPr>
          <p:cNvPr id="1264" name="Google Shape;1264;p76"/>
          <p:cNvGrpSpPr/>
          <p:nvPr/>
        </p:nvGrpSpPr>
        <p:grpSpPr>
          <a:xfrm rot="899857">
            <a:off x="7222308" y="1648662"/>
            <a:ext cx="1711973" cy="1846180"/>
            <a:chOff x="-3361711" y="308336"/>
            <a:chExt cx="3987600" cy="4300200"/>
          </a:xfrm>
        </p:grpSpPr>
        <p:grpSp>
          <p:nvGrpSpPr>
            <p:cNvPr id="1265" name="Google Shape;1265;p76"/>
            <p:cNvGrpSpPr/>
            <p:nvPr/>
          </p:nvGrpSpPr>
          <p:grpSpPr>
            <a:xfrm>
              <a:off x="-3361711" y="308336"/>
              <a:ext cx="3987600" cy="4300200"/>
              <a:chOff x="-2571136" y="421611"/>
              <a:chExt cx="3987600" cy="4300200"/>
            </a:xfrm>
          </p:grpSpPr>
          <p:sp>
            <p:nvSpPr>
              <p:cNvPr id="1266" name="Google Shape;1266;p76"/>
              <p:cNvSpPr/>
              <p:nvPr/>
            </p:nvSpPr>
            <p:spPr>
              <a:xfrm>
                <a:off x="-2571136" y="421611"/>
                <a:ext cx="3987600" cy="4300200"/>
              </a:xfrm>
              <a:prstGeom prst="roundRect">
                <a:avLst>
                  <a:gd name="adj" fmla="val 5368"/>
                </a:avLst>
              </a:prstGeom>
              <a:solidFill>
                <a:srgbClr val="5F8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67" name="Google Shape;1267;p76"/>
              <p:cNvGrpSpPr/>
              <p:nvPr/>
            </p:nvGrpSpPr>
            <p:grpSpPr>
              <a:xfrm>
                <a:off x="-2206074" y="809586"/>
                <a:ext cx="3257475" cy="3524250"/>
                <a:chOff x="-2206074" y="819150"/>
                <a:chExt cx="3257475" cy="3524250"/>
              </a:xfrm>
            </p:grpSpPr>
            <p:grpSp>
              <p:nvGrpSpPr>
                <p:cNvPr id="1268" name="Google Shape;1268;p76"/>
                <p:cNvGrpSpPr/>
                <p:nvPr/>
              </p:nvGrpSpPr>
              <p:grpSpPr>
                <a:xfrm>
                  <a:off x="-2206074" y="819150"/>
                  <a:ext cx="3257475" cy="981000"/>
                  <a:chOff x="-2209800" y="819150"/>
                  <a:chExt cx="3257475" cy="981000"/>
                </a:xfrm>
              </p:grpSpPr>
              <p:sp>
                <p:nvSpPr>
                  <p:cNvPr id="1269" name="Google Shape;1269;p76"/>
                  <p:cNvSpPr/>
                  <p:nvPr/>
                </p:nvSpPr>
                <p:spPr>
                  <a:xfrm>
                    <a:off x="-2209800"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76"/>
                  <p:cNvSpPr/>
                  <p:nvPr/>
                </p:nvSpPr>
                <p:spPr>
                  <a:xfrm>
                    <a:off x="66675"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1" name="Google Shape;1271;p76"/>
                <p:cNvGrpSpPr/>
                <p:nvPr/>
              </p:nvGrpSpPr>
              <p:grpSpPr>
                <a:xfrm>
                  <a:off x="-2206074" y="3362400"/>
                  <a:ext cx="3257475" cy="981000"/>
                  <a:chOff x="-2209800" y="819150"/>
                  <a:chExt cx="3257475" cy="981000"/>
                </a:xfrm>
              </p:grpSpPr>
              <p:sp>
                <p:nvSpPr>
                  <p:cNvPr id="1272" name="Google Shape;1272;p76"/>
                  <p:cNvSpPr/>
                  <p:nvPr/>
                </p:nvSpPr>
                <p:spPr>
                  <a:xfrm>
                    <a:off x="-2209800"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76"/>
                  <p:cNvSpPr/>
                  <p:nvPr/>
                </p:nvSpPr>
                <p:spPr>
                  <a:xfrm>
                    <a:off x="66675"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274" name="Google Shape;1274;p76"/>
            <p:cNvSpPr/>
            <p:nvPr/>
          </p:nvSpPr>
          <p:spPr>
            <a:xfrm>
              <a:off x="-1858399" y="1967936"/>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5" name="Google Shape;1275;p76"/>
          <p:cNvGrpSpPr/>
          <p:nvPr/>
        </p:nvGrpSpPr>
        <p:grpSpPr>
          <a:xfrm rot="-899857" flipH="1">
            <a:off x="209708" y="1648662"/>
            <a:ext cx="1711973" cy="1846180"/>
            <a:chOff x="-2571136" y="421611"/>
            <a:chExt cx="3987600" cy="4300200"/>
          </a:xfrm>
        </p:grpSpPr>
        <p:sp>
          <p:nvSpPr>
            <p:cNvPr id="1276" name="Google Shape;1276;p76"/>
            <p:cNvSpPr/>
            <p:nvPr/>
          </p:nvSpPr>
          <p:spPr>
            <a:xfrm>
              <a:off x="-2571136" y="421611"/>
              <a:ext cx="3987600" cy="4300200"/>
            </a:xfrm>
            <a:prstGeom prst="roundRect">
              <a:avLst>
                <a:gd name="adj" fmla="val 5368"/>
              </a:avLst>
            </a:prstGeom>
            <a:solidFill>
              <a:srgbClr val="5F8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77" name="Google Shape;1277;p76"/>
            <p:cNvGrpSpPr/>
            <p:nvPr/>
          </p:nvGrpSpPr>
          <p:grpSpPr>
            <a:xfrm>
              <a:off x="-2206074" y="809586"/>
              <a:ext cx="3257475" cy="3524250"/>
              <a:chOff x="-2206074" y="819150"/>
              <a:chExt cx="3257475" cy="3524250"/>
            </a:xfrm>
          </p:grpSpPr>
          <p:grpSp>
            <p:nvGrpSpPr>
              <p:cNvPr id="1278" name="Google Shape;1278;p76"/>
              <p:cNvGrpSpPr/>
              <p:nvPr/>
            </p:nvGrpSpPr>
            <p:grpSpPr>
              <a:xfrm>
                <a:off x="-2206074" y="819150"/>
                <a:ext cx="3257475" cy="981000"/>
                <a:chOff x="-2209800" y="819150"/>
                <a:chExt cx="3257475" cy="981000"/>
              </a:xfrm>
            </p:grpSpPr>
            <p:sp>
              <p:nvSpPr>
                <p:cNvPr id="1279" name="Google Shape;1279;p76"/>
                <p:cNvSpPr/>
                <p:nvPr/>
              </p:nvSpPr>
              <p:spPr>
                <a:xfrm>
                  <a:off x="-2209800"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76"/>
                <p:cNvSpPr/>
                <p:nvPr/>
              </p:nvSpPr>
              <p:spPr>
                <a:xfrm>
                  <a:off x="66675"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76"/>
              <p:cNvGrpSpPr/>
              <p:nvPr/>
            </p:nvGrpSpPr>
            <p:grpSpPr>
              <a:xfrm>
                <a:off x="-2206074" y="3362400"/>
                <a:ext cx="3257475" cy="981000"/>
                <a:chOff x="-2209800" y="819150"/>
                <a:chExt cx="3257475" cy="981000"/>
              </a:xfrm>
            </p:grpSpPr>
            <p:sp>
              <p:nvSpPr>
                <p:cNvPr id="1282" name="Google Shape;1282;p76"/>
                <p:cNvSpPr/>
                <p:nvPr/>
              </p:nvSpPr>
              <p:spPr>
                <a:xfrm>
                  <a:off x="-2209800"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76"/>
                <p:cNvSpPr/>
                <p:nvPr/>
              </p:nvSpPr>
              <p:spPr>
                <a:xfrm>
                  <a:off x="66675" y="819150"/>
                  <a:ext cx="981000" cy="981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Background 2">
  <p:cSld name="SECTION_TITLE_AND_DESCRIPTION_1_1_1">
    <p:bg>
      <p:bgPr>
        <a:solidFill>
          <a:schemeClr val="lt2"/>
        </a:solidFill>
        <a:effectLst/>
      </p:bgPr>
    </p:bg>
    <p:spTree>
      <p:nvGrpSpPr>
        <p:cNvPr id="1" name="Shape 1284"/>
        <p:cNvGrpSpPr/>
        <p:nvPr/>
      </p:nvGrpSpPr>
      <p:grpSpPr>
        <a:xfrm>
          <a:off x="0" y="0"/>
          <a:ext cx="0" cy="0"/>
          <a:chOff x="0" y="0"/>
          <a:chExt cx="0" cy="0"/>
        </a:xfrm>
      </p:grpSpPr>
      <p:grpSp>
        <p:nvGrpSpPr>
          <p:cNvPr id="1285" name="Google Shape;1285;p77"/>
          <p:cNvGrpSpPr/>
          <p:nvPr/>
        </p:nvGrpSpPr>
        <p:grpSpPr>
          <a:xfrm rot="899857">
            <a:off x="7222308" y="1648662"/>
            <a:ext cx="1711973" cy="1846180"/>
            <a:chOff x="-3361711" y="308336"/>
            <a:chExt cx="3987600" cy="4300200"/>
          </a:xfrm>
        </p:grpSpPr>
        <p:grpSp>
          <p:nvGrpSpPr>
            <p:cNvPr id="1286" name="Google Shape;1286;p77"/>
            <p:cNvGrpSpPr/>
            <p:nvPr/>
          </p:nvGrpSpPr>
          <p:grpSpPr>
            <a:xfrm>
              <a:off x="-3361711" y="308336"/>
              <a:ext cx="3987600" cy="4300200"/>
              <a:chOff x="-2571136" y="421611"/>
              <a:chExt cx="3987600" cy="4300200"/>
            </a:xfrm>
          </p:grpSpPr>
          <p:sp>
            <p:nvSpPr>
              <p:cNvPr id="1287" name="Google Shape;1287;p77"/>
              <p:cNvSpPr/>
              <p:nvPr/>
            </p:nvSpPr>
            <p:spPr>
              <a:xfrm>
                <a:off x="-2571136" y="421611"/>
                <a:ext cx="3987600" cy="4300200"/>
              </a:xfrm>
              <a:prstGeom prst="roundRect">
                <a:avLst>
                  <a:gd name="adj" fmla="val 5368"/>
                </a:avLst>
              </a:prstGeom>
              <a:solidFill>
                <a:srgbClr val="C3AF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88" name="Google Shape;1288;p77"/>
              <p:cNvGrpSpPr/>
              <p:nvPr/>
            </p:nvGrpSpPr>
            <p:grpSpPr>
              <a:xfrm>
                <a:off x="-2206074" y="809586"/>
                <a:ext cx="3257475" cy="3524250"/>
                <a:chOff x="-2206074" y="819150"/>
                <a:chExt cx="3257475" cy="3524250"/>
              </a:xfrm>
            </p:grpSpPr>
            <p:grpSp>
              <p:nvGrpSpPr>
                <p:cNvPr id="1289" name="Google Shape;1289;p77"/>
                <p:cNvGrpSpPr/>
                <p:nvPr/>
              </p:nvGrpSpPr>
              <p:grpSpPr>
                <a:xfrm>
                  <a:off x="-2206074" y="819150"/>
                  <a:ext cx="3257475" cy="981000"/>
                  <a:chOff x="-2209800" y="819150"/>
                  <a:chExt cx="3257475" cy="981000"/>
                </a:xfrm>
              </p:grpSpPr>
              <p:sp>
                <p:nvSpPr>
                  <p:cNvPr id="1290" name="Google Shape;1290;p77"/>
                  <p:cNvSpPr/>
                  <p:nvPr/>
                </p:nvSpPr>
                <p:spPr>
                  <a:xfrm>
                    <a:off x="-2209800"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77"/>
                  <p:cNvSpPr/>
                  <p:nvPr/>
                </p:nvSpPr>
                <p:spPr>
                  <a:xfrm>
                    <a:off x="66675"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2" name="Google Shape;1292;p77"/>
                <p:cNvGrpSpPr/>
                <p:nvPr/>
              </p:nvGrpSpPr>
              <p:grpSpPr>
                <a:xfrm>
                  <a:off x="-2206074" y="3362400"/>
                  <a:ext cx="3257475" cy="981000"/>
                  <a:chOff x="-2209800" y="819150"/>
                  <a:chExt cx="3257475" cy="981000"/>
                </a:xfrm>
              </p:grpSpPr>
              <p:sp>
                <p:nvSpPr>
                  <p:cNvPr id="1293" name="Google Shape;1293;p77"/>
                  <p:cNvSpPr/>
                  <p:nvPr/>
                </p:nvSpPr>
                <p:spPr>
                  <a:xfrm>
                    <a:off x="-2209800"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77"/>
                  <p:cNvSpPr/>
                  <p:nvPr/>
                </p:nvSpPr>
                <p:spPr>
                  <a:xfrm>
                    <a:off x="66675"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295" name="Google Shape;1295;p77"/>
            <p:cNvSpPr/>
            <p:nvPr/>
          </p:nvSpPr>
          <p:spPr>
            <a:xfrm>
              <a:off x="-1858399" y="1967936"/>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6" name="Google Shape;1296;p77"/>
          <p:cNvGrpSpPr/>
          <p:nvPr/>
        </p:nvGrpSpPr>
        <p:grpSpPr>
          <a:xfrm rot="-899857" flipH="1">
            <a:off x="209708" y="1648662"/>
            <a:ext cx="1711973" cy="1846180"/>
            <a:chOff x="-2571136" y="421611"/>
            <a:chExt cx="3987600" cy="4300200"/>
          </a:xfrm>
        </p:grpSpPr>
        <p:sp>
          <p:nvSpPr>
            <p:cNvPr id="1297" name="Google Shape;1297;p77"/>
            <p:cNvSpPr/>
            <p:nvPr/>
          </p:nvSpPr>
          <p:spPr>
            <a:xfrm>
              <a:off x="-2571136" y="421611"/>
              <a:ext cx="3987600" cy="4300200"/>
            </a:xfrm>
            <a:prstGeom prst="roundRect">
              <a:avLst>
                <a:gd name="adj" fmla="val 5368"/>
              </a:avLst>
            </a:prstGeom>
            <a:solidFill>
              <a:srgbClr val="C3AF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8" name="Google Shape;1298;p77"/>
            <p:cNvGrpSpPr/>
            <p:nvPr/>
          </p:nvGrpSpPr>
          <p:grpSpPr>
            <a:xfrm>
              <a:off x="-2206074" y="809586"/>
              <a:ext cx="3257475" cy="3524250"/>
              <a:chOff x="-2206074" y="819150"/>
              <a:chExt cx="3257475" cy="3524250"/>
            </a:xfrm>
          </p:grpSpPr>
          <p:grpSp>
            <p:nvGrpSpPr>
              <p:cNvPr id="1299" name="Google Shape;1299;p77"/>
              <p:cNvGrpSpPr/>
              <p:nvPr/>
            </p:nvGrpSpPr>
            <p:grpSpPr>
              <a:xfrm>
                <a:off x="-2206074" y="819150"/>
                <a:ext cx="3257475" cy="981000"/>
                <a:chOff x="-2209800" y="819150"/>
                <a:chExt cx="3257475" cy="981000"/>
              </a:xfrm>
            </p:grpSpPr>
            <p:sp>
              <p:nvSpPr>
                <p:cNvPr id="1300" name="Google Shape;1300;p77"/>
                <p:cNvSpPr/>
                <p:nvPr/>
              </p:nvSpPr>
              <p:spPr>
                <a:xfrm>
                  <a:off x="-2209800"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77"/>
                <p:cNvSpPr/>
                <p:nvPr/>
              </p:nvSpPr>
              <p:spPr>
                <a:xfrm>
                  <a:off x="66675"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2" name="Google Shape;1302;p77"/>
              <p:cNvGrpSpPr/>
              <p:nvPr/>
            </p:nvGrpSpPr>
            <p:grpSpPr>
              <a:xfrm>
                <a:off x="-2206074" y="3362400"/>
                <a:ext cx="3257475" cy="981000"/>
                <a:chOff x="-2209800" y="819150"/>
                <a:chExt cx="3257475" cy="981000"/>
              </a:xfrm>
            </p:grpSpPr>
            <p:sp>
              <p:nvSpPr>
                <p:cNvPr id="1303" name="Google Shape;1303;p77"/>
                <p:cNvSpPr/>
                <p:nvPr/>
              </p:nvSpPr>
              <p:spPr>
                <a:xfrm>
                  <a:off x="-2209800"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77"/>
                <p:cNvSpPr/>
                <p:nvPr/>
              </p:nvSpPr>
              <p:spPr>
                <a:xfrm>
                  <a:off x="66675" y="819150"/>
                  <a:ext cx="981000" cy="98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3" Type="http://schemas.openxmlformats.org/officeDocument/2006/relationships/slideLayout" Target="../slideLayouts/slideLayout21.xml"/><Relationship Id="rId21" Type="http://schemas.openxmlformats.org/officeDocument/2006/relationships/slideLayout" Target="../slideLayouts/slideLayout39.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slideLayout" Target="../slideLayouts/slideLayout38.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23" Type="http://schemas.openxmlformats.org/officeDocument/2006/relationships/theme" Target="../theme/theme2.xml"/><Relationship Id="rId10" Type="http://schemas.openxmlformats.org/officeDocument/2006/relationships/slideLayout" Target="../slideLayouts/slideLayout28.xml"/><Relationship Id="rId19" Type="http://schemas.openxmlformats.org/officeDocument/2006/relationships/slideLayout" Target="../slideLayouts/slideLayout37.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slideLayout" Target="../slideLayouts/slideLayout4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18" Type="http://schemas.openxmlformats.org/officeDocument/2006/relationships/slideLayout" Target="../slideLayouts/slideLayout58.xml"/><Relationship Id="rId26" Type="http://schemas.openxmlformats.org/officeDocument/2006/relationships/slideLayout" Target="../slideLayouts/slideLayout66.xml"/><Relationship Id="rId3" Type="http://schemas.openxmlformats.org/officeDocument/2006/relationships/slideLayout" Target="../slideLayouts/slideLayout43.xml"/><Relationship Id="rId21" Type="http://schemas.openxmlformats.org/officeDocument/2006/relationships/slideLayout" Target="../slideLayouts/slideLayout61.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25" Type="http://schemas.openxmlformats.org/officeDocument/2006/relationships/slideLayout" Target="../slideLayouts/slideLayout65.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20" Type="http://schemas.openxmlformats.org/officeDocument/2006/relationships/slideLayout" Target="../slideLayouts/slideLayout60.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24" Type="http://schemas.openxmlformats.org/officeDocument/2006/relationships/slideLayout" Target="../slideLayouts/slideLayout64.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23" Type="http://schemas.openxmlformats.org/officeDocument/2006/relationships/slideLayout" Target="../slideLayouts/slideLayout63.xml"/><Relationship Id="rId28" Type="http://schemas.openxmlformats.org/officeDocument/2006/relationships/theme" Target="../theme/theme3.xml"/><Relationship Id="rId10" Type="http://schemas.openxmlformats.org/officeDocument/2006/relationships/slideLayout" Target="../slideLayouts/slideLayout50.xml"/><Relationship Id="rId19" Type="http://schemas.openxmlformats.org/officeDocument/2006/relationships/slideLayout" Target="../slideLayouts/slideLayout59.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 Id="rId22" Type="http://schemas.openxmlformats.org/officeDocument/2006/relationships/slideLayout" Target="../slideLayouts/slideLayout62.xml"/><Relationship Id="rId27"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6100" y="542575"/>
            <a:ext cx="7691700" cy="4752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accent1"/>
              </a:buClr>
              <a:buSzPts val="3200"/>
              <a:buFont typeface="Lilita One"/>
              <a:buNone/>
              <a:defRPr sz="3200">
                <a:solidFill>
                  <a:schemeClr val="accent1"/>
                </a:solidFill>
                <a:latin typeface="Lilita One"/>
                <a:ea typeface="Lilita One"/>
                <a:cs typeface="Lilita One"/>
                <a:sym typeface="Lilita One"/>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726100" y="1152475"/>
            <a:ext cx="76917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accent1"/>
              </a:buClr>
              <a:buSzPts val="1800"/>
              <a:buFont typeface="Roboto"/>
              <a:buChar char="●"/>
              <a:defRPr sz="1800">
                <a:solidFill>
                  <a:schemeClr val="accent1"/>
                </a:solidFill>
                <a:latin typeface="Roboto"/>
                <a:ea typeface="Roboto"/>
                <a:cs typeface="Roboto"/>
                <a:sym typeface="Roboto"/>
              </a:defRPr>
            </a:lvl1pPr>
            <a:lvl2pPr marL="914400" lvl="1" indent="-317500">
              <a:lnSpc>
                <a:spcPct val="115000"/>
              </a:lnSpc>
              <a:spcBef>
                <a:spcPts val="1600"/>
              </a:spcBef>
              <a:spcAft>
                <a:spcPts val="0"/>
              </a:spcAft>
              <a:buClr>
                <a:schemeClr val="accent1"/>
              </a:buClr>
              <a:buSzPts val="1400"/>
              <a:buFont typeface="Roboto"/>
              <a:buChar char="○"/>
              <a:defRPr>
                <a:solidFill>
                  <a:schemeClr val="accent1"/>
                </a:solidFill>
                <a:latin typeface="Roboto"/>
                <a:ea typeface="Roboto"/>
                <a:cs typeface="Roboto"/>
                <a:sym typeface="Roboto"/>
              </a:defRPr>
            </a:lvl2pPr>
            <a:lvl3pPr marL="1371600" lvl="2" indent="-317500">
              <a:lnSpc>
                <a:spcPct val="115000"/>
              </a:lnSpc>
              <a:spcBef>
                <a:spcPts val="1600"/>
              </a:spcBef>
              <a:spcAft>
                <a:spcPts val="0"/>
              </a:spcAft>
              <a:buClr>
                <a:schemeClr val="accent1"/>
              </a:buClr>
              <a:buSzPts val="1400"/>
              <a:buFont typeface="Roboto"/>
              <a:buChar char="■"/>
              <a:defRPr>
                <a:solidFill>
                  <a:schemeClr val="accent1"/>
                </a:solidFill>
                <a:latin typeface="Roboto"/>
                <a:ea typeface="Roboto"/>
                <a:cs typeface="Roboto"/>
                <a:sym typeface="Roboto"/>
              </a:defRPr>
            </a:lvl3pPr>
            <a:lvl4pPr marL="1828800" lvl="3" indent="-317500">
              <a:lnSpc>
                <a:spcPct val="115000"/>
              </a:lnSpc>
              <a:spcBef>
                <a:spcPts val="1600"/>
              </a:spcBef>
              <a:spcAft>
                <a:spcPts val="0"/>
              </a:spcAft>
              <a:buClr>
                <a:schemeClr val="accent1"/>
              </a:buClr>
              <a:buSzPts val="1400"/>
              <a:buFont typeface="Roboto"/>
              <a:buChar char="●"/>
              <a:defRPr>
                <a:solidFill>
                  <a:schemeClr val="accent1"/>
                </a:solidFill>
                <a:latin typeface="Roboto"/>
                <a:ea typeface="Roboto"/>
                <a:cs typeface="Roboto"/>
                <a:sym typeface="Roboto"/>
              </a:defRPr>
            </a:lvl4pPr>
            <a:lvl5pPr marL="2286000" lvl="4" indent="-317500">
              <a:lnSpc>
                <a:spcPct val="115000"/>
              </a:lnSpc>
              <a:spcBef>
                <a:spcPts val="1600"/>
              </a:spcBef>
              <a:spcAft>
                <a:spcPts val="0"/>
              </a:spcAft>
              <a:buClr>
                <a:schemeClr val="accent1"/>
              </a:buClr>
              <a:buSzPts val="1400"/>
              <a:buFont typeface="Roboto"/>
              <a:buChar char="○"/>
              <a:defRPr>
                <a:solidFill>
                  <a:schemeClr val="accent1"/>
                </a:solidFill>
                <a:latin typeface="Roboto"/>
                <a:ea typeface="Roboto"/>
                <a:cs typeface="Roboto"/>
                <a:sym typeface="Roboto"/>
              </a:defRPr>
            </a:lvl5pPr>
            <a:lvl6pPr marL="2743200" lvl="5" indent="-317500">
              <a:lnSpc>
                <a:spcPct val="115000"/>
              </a:lnSpc>
              <a:spcBef>
                <a:spcPts val="1600"/>
              </a:spcBef>
              <a:spcAft>
                <a:spcPts val="0"/>
              </a:spcAft>
              <a:buClr>
                <a:schemeClr val="accent1"/>
              </a:buClr>
              <a:buSzPts val="1400"/>
              <a:buFont typeface="Roboto"/>
              <a:buChar char="■"/>
              <a:defRPr>
                <a:solidFill>
                  <a:schemeClr val="accent1"/>
                </a:solidFill>
                <a:latin typeface="Roboto"/>
                <a:ea typeface="Roboto"/>
                <a:cs typeface="Roboto"/>
                <a:sym typeface="Roboto"/>
              </a:defRPr>
            </a:lvl6pPr>
            <a:lvl7pPr marL="3200400" lvl="6" indent="-317500">
              <a:lnSpc>
                <a:spcPct val="115000"/>
              </a:lnSpc>
              <a:spcBef>
                <a:spcPts val="1600"/>
              </a:spcBef>
              <a:spcAft>
                <a:spcPts val="0"/>
              </a:spcAft>
              <a:buClr>
                <a:schemeClr val="accent1"/>
              </a:buClr>
              <a:buSzPts val="1400"/>
              <a:buFont typeface="Roboto"/>
              <a:buChar char="●"/>
              <a:defRPr>
                <a:solidFill>
                  <a:schemeClr val="accent1"/>
                </a:solidFill>
                <a:latin typeface="Roboto"/>
                <a:ea typeface="Roboto"/>
                <a:cs typeface="Roboto"/>
                <a:sym typeface="Roboto"/>
              </a:defRPr>
            </a:lvl7pPr>
            <a:lvl8pPr marL="3657600" lvl="7" indent="-317500">
              <a:lnSpc>
                <a:spcPct val="115000"/>
              </a:lnSpc>
              <a:spcBef>
                <a:spcPts val="1600"/>
              </a:spcBef>
              <a:spcAft>
                <a:spcPts val="0"/>
              </a:spcAft>
              <a:buClr>
                <a:schemeClr val="accent1"/>
              </a:buClr>
              <a:buSzPts val="1400"/>
              <a:buFont typeface="Roboto"/>
              <a:buChar char="○"/>
              <a:defRPr>
                <a:solidFill>
                  <a:schemeClr val="accent1"/>
                </a:solidFill>
                <a:latin typeface="Roboto"/>
                <a:ea typeface="Roboto"/>
                <a:cs typeface="Roboto"/>
                <a:sym typeface="Roboto"/>
              </a:defRPr>
            </a:lvl8pPr>
            <a:lvl9pPr marL="4114800" lvl="8" indent="-317500">
              <a:lnSpc>
                <a:spcPct val="115000"/>
              </a:lnSpc>
              <a:spcBef>
                <a:spcPts val="1600"/>
              </a:spcBef>
              <a:spcAft>
                <a:spcPts val="1600"/>
              </a:spcAft>
              <a:buClr>
                <a:schemeClr val="accent1"/>
              </a:buClr>
              <a:buSzPts val="1400"/>
              <a:buFont typeface="Roboto"/>
              <a:buChar char="■"/>
              <a:defRPr>
                <a:solidFill>
                  <a:schemeClr val="accent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7" r:id="rId9"/>
    <p:sldLayoutId id="2147483658" r:id="rId10"/>
    <p:sldLayoutId id="2147483660" r:id="rId11"/>
    <p:sldLayoutId id="2147483661" r:id="rId12"/>
    <p:sldLayoutId id="2147483662" r:id="rId13"/>
    <p:sldLayoutId id="2147483665" r:id="rId14"/>
    <p:sldLayoutId id="2147483666" r:id="rId15"/>
    <p:sldLayoutId id="2147483668" r:id="rId16"/>
    <p:sldLayoutId id="2147483669" r:id="rId17"/>
    <p:sldLayoutId id="2147483670"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351"/>
        <p:cNvGrpSpPr/>
        <p:nvPr/>
      </p:nvGrpSpPr>
      <p:grpSpPr>
        <a:xfrm>
          <a:off x="0" y="0"/>
          <a:ext cx="0" cy="0"/>
          <a:chOff x="0" y="0"/>
          <a:chExt cx="0" cy="0"/>
        </a:xfrm>
      </p:grpSpPr>
      <p:sp>
        <p:nvSpPr>
          <p:cNvPr id="352" name="Google Shape;352;p25"/>
          <p:cNvSpPr txBox="1">
            <a:spLocks noGrp="1"/>
          </p:cNvSpPr>
          <p:nvPr>
            <p:ph type="title"/>
          </p:nvPr>
        </p:nvSpPr>
        <p:spPr>
          <a:xfrm>
            <a:off x="720000" y="540000"/>
            <a:ext cx="77040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accent1"/>
              </a:buClr>
              <a:buSzPts val="3200"/>
              <a:buFont typeface="Lilita One"/>
              <a:buNone/>
              <a:defRPr sz="3200">
                <a:solidFill>
                  <a:schemeClr val="accent1"/>
                </a:solidFill>
                <a:latin typeface="Lilita One"/>
                <a:ea typeface="Lilita One"/>
                <a:cs typeface="Lilita One"/>
                <a:sym typeface="Lilita One"/>
              </a:defRPr>
            </a:lvl1pPr>
            <a:lvl2pPr lvl="1" algn="ctr" rtl="0">
              <a:spcBef>
                <a:spcPts val="0"/>
              </a:spcBef>
              <a:spcAft>
                <a:spcPts val="0"/>
              </a:spcAft>
              <a:buClr>
                <a:schemeClr val="accent1"/>
              </a:buClr>
              <a:buSzPts val="3200"/>
              <a:buFont typeface="Bubblegum Sans"/>
              <a:buNone/>
              <a:defRPr sz="3200">
                <a:solidFill>
                  <a:schemeClr val="accent1"/>
                </a:solidFill>
                <a:latin typeface="Bubblegum Sans"/>
                <a:ea typeface="Bubblegum Sans"/>
                <a:cs typeface="Bubblegum Sans"/>
                <a:sym typeface="Bubblegum Sans"/>
              </a:defRPr>
            </a:lvl2pPr>
            <a:lvl3pPr lvl="2" algn="ctr" rtl="0">
              <a:spcBef>
                <a:spcPts val="0"/>
              </a:spcBef>
              <a:spcAft>
                <a:spcPts val="0"/>
              </a:spcAft>
              <a:buClr>
                <a:schemeClr val="accent1"/>
              </a:buClr>
              <a:buSzPts val="3200"/>
              <a:buFont typeface="Bubblegum Sans"/>
              <a:buNone/>
              <a:defRPr sz="3200">
                <a:solidFill>
                  <a:schemeClr val="accent1"/>
                </a:solidFill>
                <a:latin typeface="Bubblegum Sans"/>
                <a:ea typeface="Bubblegum Sans"/>
                <a:cs typeface="Bubblegum Sans"/>
                <a:sym typeface="Bubblegum Sans"/>
              </a:defRPr>
            </a:lvl3pPr>
            <a:lvl4pPr lvl="3" algn="ctr" rtl="0">
              <a:spcBef>
                <a:spcPts val="0"/>
              </a:spcBef>
              <a:spcAft>
                <a:spcPts val="0"/>
              </a:spcAft>
              <a:buClr>
                <a:schemeClr val="accent1"/>
              </a:buClr>
              <a:buSzPts val="3200"/>
              <a:buFont typeface="Bubblegum Sans"/>
              <a:buNone/>
              <a:defRPr sz="3200">
                <a:solidFill>
                  <a:schemeClr val="accent1"/>
                </a:solidFill>
                <a:latin typeface="Bubblegum Sans"/>
                <a:ea typeface="Bubblegum Sans"/>
                <a:cs typeface="Bubblegum Sans"/>
                <a:sym typeface="Bubblegum Sans"/>
              </a:defRPr>
            </a:lvl4pPr>
            <a:lvl5pPr lvl="4" algn="ctr" rtl="0">
              <a:spcBef>
                <a:spcPts val="0"/>
              </a:spcBef>
              <a:spcAft>
                <a:spcPts val="0"/>
              </a:spcAft>
              <a:buClr>
                <a:schemeClr val="accent1"/>
              </a:buClr>
              <a:buSzPts val="3200"/>
              <a:buFont typeface="Bubblegum Sans"/>
              <a:buNone/>
              <a:defRPr sz="3200">
                <a:solidFill>
                  <a:schemeClr val="accent1"/>
                </a:solidFill>
                <a:latin typeface="Bubblegum Sans"/>
                <a:ea typeface="Bubblegum Sans"/>
                <a:cs typeface="Bubblegum Sans"/>
                <a:sym typeface="Bubblegum Sans"/>
              </a:defRPr>
            </a:lvl5pPr>
            <a:lvl6pPr lvl="5" algn="ctr" rtl="0">
              <a:spcBef>
                <a:spcPts val="0"/>
              </a:spcBef>
              <a:spcAft>
                <a:spcPts val="0"/>
              </a:spcAft>
              <a:buClr>
                <a:schemeClr val="accent1"/>
              </a:buClr>
              <a:buSzPts val="3200"/>
              <a:buFont typeface="Bubblegum Sans"/>
              <a:buNone/>
              <a:defRPr sz="3200">
                <a:solidFill>
                  <a:schemeClr val="accent1"/>
                </a:solidFill>
                <a:latin typeface="Bubblegum Sans"/>
                <a:ea typeface="Bubblegum Sans"/>
                <a:cs typeface="Bubblegum Sans"/>
                <a:sym typeface="Bubblegum Sans"/>
              </a:defRPr>
            </a:lvl6pPr>
            <a:lvl7pPr lvl="6" algn="ctr" rtl="0">
              <a:spcBef>
                <a:spcPts val="0"/>
              </a:spcBef>
              <a:spcAft>
                <a:spcPts val="0"/>
              </a:spcAft>
              <a:buClr>
                <a:schemeClr val="accent1"/>
              </a:buClr>
              <a:buSzPts val="3200"/>
              <a:buFont typeface="Bubblegum Sans"/>
              <a:buNone/>
              <a:defRPr sz="3200">
                <a:solidFill>
                  <a:schemeClr val="accent1"/>
                </a:solidFill>
                <a:latin typeface="Bubblegum Sans"/>
                <a:ea typeface="Bubblegum Sans"/>
                <a:cs typeface="Bubblegum Sans"/>
                <a:sym typeface="Bubblegum Sans"/>
              </a:defRPr>
            </a:lvl7pPr>
            <a:lvl8pPr lvl="7" algn="ctr" rtl="0">
              <a:spcBef>
                <a:spcPts val="0"/>
              </a:spcBef>
              <a:spcAft>
                <a:spcPts val="0"/>
              </a:spcAft>
              <a:buClr>
                <a:schemeClr val="accent1"/>
              </a:buClr>
              <a:buSzPts val="3200"/>
              <a:buFont typeface="Bubblegum Sans"/>
              <a:buNone/>
              <a:defRPr sz="3200">
                <a:solidFill>
                  <a:schemeClr val="accent1"/>
                </a:solidFill>
                <a:latin typeface="Bubblegum Sans"/>
                <a:ea typeface="Bubblegum Sans"/>
                <a:cs typeface="Bubblegum Sans"/>
                <a:sym typeface="Bubblegum Sans"/>
              </a:defRPr>
            </a:lvl8pPr>
            <a:lvl9pPr lvl="8" algn="ctr" rtl="0">
              <a:spcBef>
                <a:spcPts val="0"/>
              </a:spcBef>
              <a:spcAft>
                <a:spcPts val="0"/>
              </a:spcAft>
              <a:buClr>
                <a:schemeClr val="accent1"/>
              </a:buClr>
              <a:buSzPts val="3200"/>
              <a:buFont typeface="Bubblegum Sans"/>
              <a:buNone/>
              <a:defRPr sz="3200">
                <a:solidFill>
                  <a:schemeClr val="accent1"/>
                </a:solidFill>
                <a:latin typeface="Bubblegum Sans"/>
                <a:ea typeface="Bubblegum Sans"/>
                <a:cs typeface="Bubblegum Sans"/>
                <a:sym typeface="Bubblegum Sans"/>
              </a:defRPr>
            </a:lvl9pPr>
          </a:lstStyle>
          <a:p>
            <a:endParaRPr/>
          </a:p>
        </p:txBody>
      </p:sp>
      <p:sp>
        <p:nvSpPr>
          <p:cNvPr id="353" name="Google Shape;353;p25"/>
          <p:cNvSpPr txBox="1">
            <a:spLocks noGrp="1"/>
          </p:cNvSpPr>
          <p:nvPr>
            <p:ph type="body" idx="1"/>
          </p:nvPr>
        </p:nvSpPr>
        <p:spPr>
          <a:xfrm>
            <a:off x="720000" y="1746825"/>
            <a:ext cx="7704000" cy="2822100"/>
          </a:xfrm>
          <a:prstGeom prst="rect">
            <a:avLst/>
          </a:prstGeom>
          <a:noFill/>
          <a:ln>
            <a:noFill/>
          </a:ln>
        </p:spPr>
        <p:txBody>
          <a:bodyPr spcFirstLastPara="1" wrap="square" lIns="91425" tIns="91425" rIns="91425" bIns="91425" anchor="t" anchorCtr="0">
            <a:noAutofit/>
          </a:bodyPr>
          <a:lstStyle>
            <a:lvl1pPr marL="457200" lvl="0" indent="-330200" rtl="0">
              <a:lnSpc>
                <a:spcPct val="100000"/>
              </a:lnSpc>
              <a:spcBef>
                <a:spcPts val="0"/>
              </a:spcBef>
              <a:spcAft>
                <a:spcPts val="0"/>
              </a:spcAft>
              <a:buClr>
                <a:schemeClr val="accent1"/>
              </a:buClr>
              <a:buSzPts val="1600"/>
              <a:buFont typeface="Roboto"/>
              <a:buChar char="●"/>
              <a:defRPr sz="1600">
                <a:solidFill>
                  <a:schemeClr val="accent1"/>
                </a:solidFill>
                <a:latin typeface="Roboto"/>
                <a:ea typeface="Roboto"/>
                <a:cs typeface="Roboto"/>
                <a:sym typeface="Roboto"/>
              </a:defRPr>
            </a:lvl1pPr>
            <a:lvl2pPr marL="914400" lvl="1" indent="-330200" rtl="0">
              <a:lnSpc>
                <a:spcPct val="100000"/>
              </a:lnSpc>
              <a:spcBef>
                <a:spcPts val="0"/>
              </a:spcBef>
              <a:spcAft>
                <a:spcPts val="0"/>
              </a:spcAft>
              <a:buClr>
                <a:schemeClr val="accent1"/>
              </a:buClr>
              <a:buSzPts val="1600"/>
              <a:buFont typeface="Roboto"/>
              <a:buChar char="○"/>
              <a:defRPr sz="1600">
                <a:solidFill>
                  <a:schemeClr val="accent1"/>
                </a:solidFill>
                <a:latin typeface="Roboto"/>
                <a:ea typeface="Roboto"/>
                <a:cs typeface="Roboto"/>
                <a:sym typeface="Roboto"/>
              </a:defRPr>
            </a:lvl2pPr>
            <a:lvl3pPr marL="1371600" lvl="2" indent="-330200" rtl="0">
              <a:lnSpc>
                <a:spcPct val="100000"/>
              </a:lnSpc>
              <a:spcBef>
                <a:spcPts val="0"/>
              </a:spcBef>
              <a:spcAft>
                <a:spcPts val="0"/>
              </a:spcAft>
              <a:buClr>
                <a:schemeClr val="accent1"/>
              </a:buClr>
              <a:buSzPts val="1600"/>
              <a:buFont typeface="Roboto"/>
              <a:buChar char="■"/>
              <a:defRPr sz="1600">
                <a:solidFill>
                  <a:schemeClr val="accent1"/>
                </a:solidFill>
                <a:latin typeface="Roboto"/>
                <a:ea typeface="Roboto"/>
                <a:cs typeface="Roboto"/>
                <a:sym typeface="Roboto"/>
              </a:defRPr>
            </a:lvl3pPr>
            <a:lvl4pPr marL="1828800" lvl="3" indent="-330200" rtl="0">
              <a:lnSpc>
                <a:spcPct val="100000"/>
              </a:lnSpc>
              <a:spcBef>
                <a:spcPts val="0"/>
              </a:spcBef>
              <a:spcAft>
                <a:spcPts val="0"/>
              </a:spcAft>
              <a:buClr>
                <a:schemeClr val="accent1"/>
              </a:buClr>
              <a:buSzPts val="1600"/>
              <a:buFont typeface="Roboto"/>
              <a:buChar char="●"/>
              <a:defRPr sz="1600">
                <a:solidFill>
                  <a:schemeClr val="accent1"/>
                </a:solidFill>
                <a:latin typeface="Roboto"/>
                <a:ea typeface="Roboto"/>
                <a:cs typeface="Roboto"/>
                <a:sym typeface="Roboto"/>
              </a:defRPr>
            </a:lvl4pPr>
            <a:lvl5pPr marL="2286000" lvl="4" indent="-330200" rtl="0">
              <a:lnSpc>
                <a:spcPct val="100000"/>
              </a:lnSpc>
              <a:spcBef>
                <a:spcPts val="0"/>
              </a:spcBef>
              <a:spcAft>
                <a:spcPts val="0"/>
              </a:spcAft>
              <a:buClr>
                <a:schemeClr val="accent1"/>
              </a:buClr>
              <a:buSzPts val="1600"/>
              <a:buFont typeface="Roboto"/>
              <a:buChar char="○"/>
              <a:defRPr sz="1600">
                <a:solidFill>
                  <a:schemeClr val="accent1"/>
                </a:solidFill>
                <a:latin typeface="Roboto"/>
                <a:ea typeface="Roboto"/>
                <a:cs typeface="Roboto"/>
                <a:sym typeface="Roboto"/>
              </a:defRPr>
            </a:lvl5pPr>
            <a:lvl6pPr marL="2743200" lvl="5" indent="-330200" rtl="0">
              <a:lnSpc>
                <a:spcPct val="100000"/>
              </a:lnSpc>
              <a:spcBef>
                <a:spcPts val="0"/>
              </a:spcBef>
              <a:spcAft>
                <a:spcPts val="0"/>
              </a:spcAft>
              <a:buClr>
                <a:schemeClr val="accent1"/>
              </a:buClr>
              <a:buSzPts val="1600"/>
              <a:buFont typeface="Roboto"/>
              <a:buChar char="■"/>
              <a:defRPr sz="1600">
                <a:solidFill>
                  <a:schemeClr val="accent1"/>
                </a:solidFill>
                <a:latin typeface="Roboto"/>
                <a:ea typeface="Roboto"/>
                <a:cs typeface="Roboto"/>
                <a:sym typeface="Roboto"/>
              </a:defRPr>
            </a:lvl6pPr>
            <a:lvl7pPr marL="3200400" lvl="6" indent="-330200" rtl="0">
              <a:lnSpc>
                <a:spcPct val="100000"/>
              </a:lnSpc>
              <a:spcBef>
                <a:spcPts val="0"/>
              </a:spcBef>
              <a:spcAft>
                <a:spcPts val="0"/>
              </a:spcAft>
              <a:buClr>
                <a:schemeClr val="accent1"/>
              </a:buClr>
              <a:buSzPts val="1600"/>
              <a:buFont typeface="Roboto"/>
              <a:buChar char="●"/>
              <a:defRPr sz="1600">
                <a:solidFill>
                  <a:schemeClr val="accent1"/>
                </a:solidFill>
                <a:latin typeface="Roboto"/>
                <a:ea typeface="Roboto"/>
                <a:cs typeface="Roboto"/>
                <a:sym typeface="Roboto"/>
              </a:defRPr>
            </a:lvl7pPr>
            <a:lvl8pPr marL="3657600" lvl="7" indent="-330200" rtl="0">
              <a:lnSpc>
                <a:spcPct val="100000"/>
              </a:lnSpc>
              <a:spcBef>
                <a:spcPts val="0"/>
              </a:spcBef>
              <a:spcAft>
                <a:spcPts val="0"/>
              </a:spcAft>
              <a:buClr>
                <a:schemeClr val="accent1"/>
              </a:buClr>
              <a:buSzPts val="1600"/>
              <a:buFont typeface="Roboto"/>
              <a:buChar char="○"/>
              <a:defRPr sz="1600">
                <a:solidFill>
                  <a:schemeClr val="accent1"/>
                </a:solidFill>
                <a:latin typeface="Roboto"/>
                <a:ea typeface="Roboto"/>
                <a:cs typeface="Roboto"/>
                <a:sym typeface="Roboto"/>
              </a:defRPr>
            </a:lvl8pPr>
            <a:lvl9pPr marL="4114800" lvl="8" indent="-330200" rtl="0">
              <a:lnSpc>
                <a:spcPct val="100000"/>
              </a:lnSpc>
              <a:spcBef>
                <a:spcPts val="0"/>
              </a:spcBef>
              <a:spcAft>
                <a:spcPts val="0"/>
              </a:spcAft>
              <a:buClr>
                <a:schemeClr val="accent1"/>
              </a:buClr>
              <a:buSzPts val="1600"/>
              <a:buFont typeface="Roboto"/>
              <a:buChar char="■"/>
              <a:defRPr sz="1600">
                <a:solidFill>
                  <a:schemeClr val="accent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71" r:id="rId1"/>
    <p:sldLayoutId id="2147483672"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 id="2147483691" r:id="rId20"/>
    <p:sldLayoutId id="2147483692" r:id="rId21"/>
    <p:sldLayoutId id="2147483693"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880">
          <p15:clr>
            <a:srgbClr val="EA4335"/>
          </p15:clr>
        </p15:guide>
        <p15:guide id="2" pos="449">
          <p15:clr>
            <a:srgbClr val="EA4335"/>
          </p15:clr>
        </p15:guide>
        <p15:guide id="3" pos="5311">
          <p15:clr>
            <a:srgbClr val="EA4335"/>
          </p15:clr>
        </p15:guide>
        <p15:guide id="4" orient="horz" pos="1620">
          <p15:clr>
            <a:srgbClr val="EA4335"/>
          </p15:clr>
        </p15:guide>
        <p15:guide id="5" orient="horz" pos="340">
          <p15:clr>
            <a:srgbClr val="EA4335"/>
          </p15:clr>
        </p15:guide>
        <p15:guide id="6" orient="horz" pos="2903">
          <p15:clr>
            <a:srgbClr val="EA4335"/>
          </p15:clr>
        </p15:guide>
        <p15:guide id="7" pos="1665">
          <p15:clr>
            <a:srgbClr val="EA4335"/>
          </p15:clr>
        </p15:guide>
        <p15:guide id="8" pos="4095">
          <p15:clr>
            <a:srgbClr val="EA4335"/>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777"/>
        <p:cNvGrpSpPr/>
        <p:nvPr/>
      </p:nvGrpSpPr>
      <p:grpSpPr>
        <a:xfrm>
          <a:off x="0" y="0"/>
          <a:ext cx="0" cy="0"/>
          <a:chOff x="0" y="0"/>
          <a:chExt cx="0" cy="0"/>
        </a:xfrm>
      </p:grpSpPr>
      <p:sp>
        <p:nvSpPr>
          <p:cNvPr id="778" name="Google Shape;778;p49"/>
          <p:cNvSpPr txBox="1">
            <a:spLocks noGrp="1"/>
          </p:cNvSpPr>
          <p:nvPr>
            <p:ph type="title"/>
          </p:nvPr>
        </p:nvSpPr>
        <p:spPr>
          <a:xfrm>
            <a:off x="720000" y="540000"/>
            <a:ext cx="77040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accent1"/>
              </a:buClr>
              <a:buSzPts val="3200"/>
              <a:buFont typeface="Lilita One"/>
              <a:buNone/>
              <a:defRPr sz="3200">
                <a:solidFill>
                  <a:schemeClr val="accent1"/>
                </a:solidFill>
                <a:latin typeface="Lilita One"/>
                <a:ea typeface="Lilita One"/>
                <a:cs typeface="Lilita One"/>
                <a:sym typeface="Lilita One"/>
              </a:defRPr>
            </a:lvl1pPr>
            <a:lvl2pPr lvl="1" algn="ctr" rtl="0">
              <a:spcBef>
                <a:spcPts val="0"/>
              </a:spcBef>
              <a:spcAft>
                <a:spcPts val="0"/>
              </a:spcAft>
              <a:buClr>
                <a:schemeClr val="accent1"/>
              </a:buClr>
              <a:buSzPts val="3200"/>
              <a:buFont typeface="Bubblegum Sans"/>
              <a:buNone/>
              <a:defRPr sz="3200">
                <a:solidFill>
                  <a:schemeClr val="accent1"/>
                </a:solidFill>
                <a:latin typeface="Bubblegum Sans"/>
                <a:ea typeface="Bubblegum Sans"/>
                <a:cs typeface="Bubblegum Sans"/>
                <a:sym typeface="Bubblegum Sans"/>
              </a:defRPr>
            </a:lvl2pPr>
            <a:lvl3pPr lvl="2" algn="ctr" rtl="0">
              <a:spcBef>
                <a:spcPts val="0"/>
              </a:spcBef>
              <a:spcAft>
                <a:spcPts val="0"/>
              </a:spcAft>
              <a:buClr>
                <a:schemeClr val="accent1"/>
              </a:buClr>
              <a:buSzPts val="3200"/>
              <a:buFont typeface="Bubblegum Sans"/>
              <a:buNone/>
              <a:defRPr sz="3200">
                <a:solidFill>
                  <a:schemeClr val="accent1"/>
                </a:solidFill>
                <a:latin typeface="Bubblegum Sans"/>
                <a:ea typeface="Bubblegum Sans"/>
                <a:cs typeface="Bubblegum Sans"/>
                <a:sym typeface="Bubblegum Sans"/>
              </a:defRPr>
            </a:lvl3pPr>
            <a:lvl4pPr lvl="3" algn="ctr" rtl="0">
              <a:spcBef>
                <a:spcPts val="0"/>
              </a:spcBef>
              <a:spcAft>
                <a:spcPts val="0"/>
              </a:spcAft>
              <a:buClr>
                <a:schemeClr val="accent1"/>
              </a:buClr>
              <a:buSzPts val="3200"/>
              <a:buFont typeface="Bubblegum Sans"/>
              <a:buNone/>
              <a:defRPr sz="3200">
                <a:solidFill>
                  <a:schemeClr val="accent1"/>
                </a:solidFill>
                <a:latin typeface="Bubblegum Sans"/>
                <a:ea typeface="Bubblegum Sans"/>
                <a:cs typeface="Bubblegum Sans"/>
                <a:sym typeface="Bubblegum Sans"/>
              </a:defRPr>
            </a:lvl4pPr>
            <a:lvl5pPr lvl="4" algn="ctr" rtl="0">
              <a:spcBef>
                <a:spcPts val="0"/>
              </a:spcBef>
              <a:spcAft>
                <a:spcPts val="0"/>
              </a:spcAft>
              <a:buClr>
                <a:schemeClr val="accent1"/>
              </a:buClr>
              <a:buSzPts val="3200"/>
              <a:buFont typeface="Bubblegum Sans"/>
              <a:buNone/>
              <a:defRPr sz="3200">
                <a:solidFill>
                  <a:schemeClr val="accent1"/>
                </a:solidFill>
                <a:latin typeface="Bubblegum Sans"/>
                <a:ea typeface="Bubblegum Sans"/>
                <a:cs typeface="Bubblegum Sans"/>
                <a:sym typeface="Bubblegum Sans"/>
              </a:defRPr>
            </a:lvl5pPr>
            <a:lvl6pPr lvl="5" algn="ctr" rtl="0">
              <a:spcBef>
                <a:spcPts val="0"/>
              </a:spcBef>
              <a:spcAft>
                <a:spcPts val="0"/>
              </a:spcAft>
              <a:buClr>
                <a:schemeClr val="accent1"/>
              </a:buClr>
              <a:buSzPts val="3200"/>
              <a:buFont typeface="Bubblegum Sans"/>
              <a:buNone/>
              <a:defRPr sz="3200">
                <a:solidFill>
                  <a:schemeClr val="accent1"/>
                </a:solidFill>
                <a:latin typeface="Bubblegum Sans"/>
                <a:ea typeface="Bubblegum Sans"/>
                <a:cs typeface="Bubblegum Sans"/>
                <a:sym typeface="Bubblegum Sans"/>
              </a:defRPr>
            </a:lvl6pPr>
            <a:lvl7pPr lvl="6" algn="ctr" rtl="0">
              <a:spcBef>
                <a:spcPts val="0"/>
              </a:spcBef>
              <a:spcAft>
                <a:spcPts val="0"/>
              </a:spcAft>
              <a:buClr>
                <a:schemeClr val="accent1"/>
              </a:buClr>
              <a:buSzPts val="3200"/>
              <a:buFont typeface="Bubblegum Sans"/>
              <a:buNone/>
              <a:defRPr sz="3200">
                <a:solidFill>
                  <a:schemeClr val="accent1"/>
                </a:solidFill>
                <a:latin typeface="Bubblegum Sans"/>
                <a:ea typeface="Bubblegum Sans"/>
                <a:cs typeface="Bubblegum Sans"/>
                <a:sym typeface="Bubblegum Sans"/>
              </a:defRPr>
            </a:lvl7pPr>
            <a:lvl8pPr lvl="7" algn="ctr" rtl="0">
              <a:spcBef>
                <a:spcPts val="0"/>
              </a:spcBef>
              <a:spcAft>
                <a:spcPts val="0"/>
              </a:spcAft>
              <a:buClr>
                <a:schemeClr val="accent1"/>
              </a:buClr>
              <a:buSzPts val="3200"/>
              <a:buFont typeface="Bubblegum Sans"/>
              <a:buNone/>
              <a:defRPr sz="3200">
                <a:solidFill>
                  <a:schemeClr val="accent1"/>
                </a:solidFill>
                <a:latin typeface="Bubblegum Sans"/>
                <a:ea typeface="Bubblegum Sans"/>
                <a:cs typeface="Bubblegum Sans"/>
                <a:sym typeface="Bubblegum Sans"/>
              </a:defRPr>
            </a:lvl8pPr>
            <a:lvl9pPr lvl="8" algn="ctr" rtl="0">
              <a:spcBef>
                <a:spcPts val="0"/>
              </a:spcBef>
              <a:spcAft>
                <a:spcPts val="0"/>
              </a:spcAft>
              <a:buClr>
                <a:schemeClr val="accent1"/>
              </a:buClr>
              <a:buSzPts val="3200"/>
              <a:buFont typeface="Bubblegum Sans"/>
              <a:buNone/>
              <a:defRPr sz="3200">
                <a:solidFill>
                  <a:schemeClr val="accent1"/>
                </a:solidFill>
                <a:latin typeface="Bubblegum Sans"/>
                <a:ea typeface="Bubblegum Sans"/>
                <a:cs typeface="Bubblegum Sans"/>
                <a:sym typeface="Bubblegum Sans"/>
              </a:defRPr>
            </a:lvl9pPr>
          </a:lstStyle>
          <a:p>
            <a:endParaRPr/>
          </a:p>
        </p:txBody>
      </p:sp>
      <p:sp>
        <p:nvSpPr>
          <p:cNvPr id="779" name="Google Shape;779;p49"/>
          <p:cNvSpPr txBox="1">
            <a:spLocks noGrp="1"/>
          </p:cNvSpPr>
          <p:nvPr>
            <p:ph type="body" idx="1"/>
          </p:nvPr>
        </p:nvSpPr>
        <p:spPr>
          <a:xfrm>
            <a:off x="720000" y="1746825"/>
            <a:ext cx="7704000" cy="2822100"/>
          </a:xfrm>
          <a:prstGeom prst="rect">
            <a:avLst/>
          </a:prstGeom>
          <a:noFill/>
          <a:ln>
            <a:noFill/>
          </a:ln>
        </p:spPr>
        <p:txBody>
          <a:bodyPr spcFirstLastPara="1" wrap="square" lIns="91425" tIns="91425" rIns="91425" bIns="91425" anchor="t" anchorCtr="0">
            <a:noAutofit/>
          </a:bodyPr>
          <a:lstStyle>
            <a:lvl1pPr marL="457200" lvl="0" indent="-330200" rtl="0">
              <a:lnSpc>
                <a:spcPct val="100000"/>
              </a:lnSpc>
              <a:spcBef>
                <a:spcPts val="0"/>
              </a:spcBef>
              <a:spcAft>
                <a:spcPts val="0"/>
              </a:spcAft>
              <a:buClr>
                <a:schemeClr val="accent1"/>
              </a:buClr>
              <a:buSzPts val="1600"/>
              <a:buFont typeface="Roboto"/>
              <a:buChar char="●"/>
              <a:defRPr sz="1600">
                <a:solidFill>
                  <a:schemeClr val="accent1"/>
                </a:solidFill>
                <a:latin typeface="Roboto"/>
                <a:ea typeface="Roboto"/>
                <a:cs typeface="Roboto"/>
                <a:sym typeface="Roboto"/>
              </a:defRPr>
            </a:lvl1pPr>
            <a:lvl2pPr marL="914400" lvl="1" indent="-330200" rtl="0">
              <a:lnSpc>
                <a:spcPct val="100000"/>
              </a:lnSpc>
              <a:spcBef>
                <a:spcPts val="0"/>
              </a:spcBef>
              <a:spcAft>
                <a:spcPts val="0"/>
              </a:spcAft>
              <a:buClr>
                <a:schemeClr val="accent1"/>
              </a:buClr>
              <a:buSzPts val="1600"/>
              <a:buFont typeface="Roboto"/>
              <a:buChar char="○"/>
              <a:defRPr sz="1600">
                <a:solidFill>
                  <a:schemeClr val="accent1"/>
                </a:solidFill>
                <a:latin typeface="Roboto"/>
                <a:ea typeface="Roboto"/>
                <a:cs typeface="Roboto"/>
                <a:sym typeface="Roboto"/>
              </a:defRPr>
            </a:lvl2pPr>
            <a:lvl3pPr marL="1371600" lvl="2" indent="-330200" rtl="0">
              <a:lnSpc>
                <a:spcPct val="100000"/>
              </a:lnSpc>
              <a:spcBef>
                <a:spcPts val="0"/>
              </a:spcBef>
              <a:spcAft>
                <a:spcPts val="0"/>
              </a:spcAft>
              <a:buClr>
                <a:schemeClr val="accent1"/>
              </a:buClr>
              <a:buSzPts val="1600"/>
              <a:buFont typeface="Roboto"/>
              <a:buChar char="■"/>
              <a:defRPr sz="1600">
                <a:solidFill>
                  <a:schemeClr val="accent1"/>
                </a:solidFill>
                <a:latin typeface="Roboto"/>
                <a:ea typeface="Roboto"/>
                <a:cs typeface="Roboto"/>
                <a:sym typeface="Roboto"/>
              </a:defRPr>
            </a:lvl3pPr>
            <a:lvl4pPr marL="1828800" lvl="3" indent="-330200" rtl="0">
              <a:lnSpc>
                <a:spcPct val="100000"/>
              </a:lnSpc>
              <a:spcBef>
                <a:spcPts val="0"/>
              </a:spcBef>
              <a:spcAft>
                <a:spcPts val="0"/>
              </a:spcAft>
              <a:buClr>
                <a:schemeClr val="accent1"/>
              </a:buClr>
              <a:buSzPts val="1600"/>
              <a:buFont typeface="Roboto"/>
              <a:buChar char="●"/>
              <a:defRPr sz="1600">
                <a:solidFill>
                  <a:schemeClr val="accent1"/>
                </a:solidFill>
                <a:latin typeface="Roboto"/>
                <a:ea typeface="Roboto"/>
                <a:cs typeface="Roboto"/>
                <a:sym typeface="Roboto"/>
              </a:defRPr>
            </a:lvl4pPr>
            <a:lvl5pPr marL="2286000" lvl="4" indent="-330200" rtl="0">
              <a:lnSpc>
                <a:spcPct val="100000"/>
              </a:lnSpc>
              <a:spcBef>
                <a:spcPts val="0"/>
              </a:spcBef>
              <a:spcAft>
                <a:spcPts val="0"/>
              </a:spcAft>
              <a:buClr>
                <a:schemeClr val="accent1"/>
              </a:buClr>
              <a:buSzPts val="1600"/>
              <a:buFont typeface="Roboto"/>
              <a:buChar char="○"/>
              <a:defRPr sz="1600">
                <a:solidFill>
                  <a:schemeClr val="accent1"/>
                </a:solidFill>
                <a:latin typeface="Roboto"/>
                <a:ea typeface="Roboto"/>
                <a:cs typeface="Roboto"/>
                <a:sym typeface="Roboto"/>
              </a:defRPr>
            </a:lvl5pPr>
            <a:lvl6pPr marL="2743200" lvl="5" indent="-330200" rtl="0">
              <a:lnSpc>
                <a:spcPct val="100000"/>
              </a:lnSpc>
              <a:spcBef>
                <a:spcPts val="0"/>
              </a:spcBef>
              <a:spcAft>
                <a:spcPts val="0"/>
              </a:spcAft>
              <a:buClr>
                <a:schemeClr val="accent1"/>
              </a:buClr>
              <a:buSzPts val="1600"/>
              <a:buFont typeface="Roboto"/>
              <a:buChar char="■"/>
              <a:defRPr sz="1600">
                <a:solidFill>
                  <a:schemeClr val="accent1"/>
                </a:solidFill>
                <a:latin typeface="Roboto"/>
                <a:ea typeface="Roboto"/>
                <a:cs typeface="Roboto"/>
                <a:sym typeface="Roboto"/>
              </a:defRPr>
            </a:lvl6pPr>
            <a:lvl7pPr marL="3200400" lvl="6" indent="-330200" rtl="0">
              <a:lnSpc>
                <a:spcPct val="100000"/>
              </a:lnSpc>
              <a:spcBef>
                <a:spcPts val="0"/>
              </a:spcBef>
              <a:spcAft>
                <a:spcPts val="0"/>
              </a:spcAft>
              <a:buClr>
                <a:schemeClr val="accent1"/>
              </a:buClr>
              <a:buSzPts val="1600"/>
              <a:buFont typeface="Roboto"/>
              <a:buChar char="●"/>
              <a:defRPr sz="1600">
                <a:solidFill>
                  <a:schemeClr val="accent1"/>
                </a:solidFill>
                <a:latin typeface="Roboto"/>
                <a:ea typeface="Roboto"/>
                <a:cs typeface="Roboto"/>
                <a:sym typeface="Roboto"/>
              </a:defRPr>
            </a:lvl7pPr>
            <a:lvl8pPr marL="3657600" lvl="7" indent="-330200" rtl="0">
              <a:lnSpc>
                <a:spcPct val="100000"/>
              </a:lnSpc>
              <a:spcBef>
                <a:spcPts val="0"/>
              </a:spcBef>
              <a:spcAft>
                <a:spcPts val="0"/>
              </a:spcAft>
              <a:buClr>
                <a:schemeClr val="accent1"/>
              </a:buClr>
              <a:buSzPts val="1600"/>
              <a:buFont typeface="Roboto"/>
              <a:buChar char="○"/>
              <a:defRPr sz="1600">
                <a:solidFill>
                  <a:schemeClr val="accent1"/>
                </a:solidFill>
                <a:latin typeface="Roboto"/>
                <a:ea typeface="Roboto"/>
                <a:cs typeface="Roboto"/>
                <a:sym typeface="Roboto"/>
              </a:defRPr>
            </a:lvl8pPr>
            <a:lvl9pPr marL="4114800" lvl="8" indent="-330200" rtl="0">
              <a:lnSpc>
                <a:spcPct val="100000"/>
              </a:lnSpc>
              <a:spcBef>
                <a:spcPts val="0"/>
              </a:spcBef>
              <a:spcAft>
                <a:spcPts val="0"/>
              </a:spcAft>
              <a:buClr>
                <a:schemeClr val="accent1"/>
              </a:buClr>
              <a:buSzPts val="1600"/>
              <a:buFont typeface="Roboto"/>
              <a:buChar char="■"/>
              <a:defRPr sz="1600">
                <a:solidFill>
                  <a:schemeClr val="accent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 id="2147483712" r:id="rId18"/>
    <p:sldLayoutId id="2147483713" r:id="rId19"/>
    <p:sldLayoutId id="2147483714" r:id="rId20"/>
    <p:sldLayoutId id="2147483715" r:id="rId21"/>
    <p:sldLayoutId id="2147483716" r:id="rId22"/>
    <p:sldLayoutId id="2147483717" r:id="rId23"/>
    <p:sldLayoutId id="2147483718" r:id="rId24"/>
    <p:sldLayoutId id="2147483719" r:id="rId25"/>
    <p:sldLayoutId id="2147483720" r:id="rId26"/>
    <p:sldLayoutId id="2147483721" r:id="rId2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880">
          <p15:clr>
            <a:srgbClr val="EA4335"/>
          </p15:clr>
        </p15:guide>
        <p15:guide id="2" pos="449">
          <p15:clr>
            <a:srgbClr val="EA4335"/>
          </p15:clr>
        </p15:guide>
        <p15:guide id="3" pos="5311">
          <p15:clr>
            <a:srgbClr val="EA4335"/>
          </p15:clr>
        </p15:guide>
        <p15:guide id="4" orient="horz" pos="1620">
          <p15:clr>
            <a:srgbClr val="EA4335"/>
          </p15:clr>
        </p15:guide>
        <p15:guide id="5" orient="horz" pos="340">
          <p15:clr>
            <a:srgbClr val="EA4335"/>
          </p15:clr>
        </p15:guide>
        <p15:guide id="6" orient="horz" pos="2903">
          <p15:clr>
            <a:srgbClr val="EA4335"/>
          </p15:clr>
        </p15:guide>
        <p15:guide id="7" pos="1665">
          <p15:clr>
            <a:srgbClr val="EA4335"/>
          </p15:clr>
        </p15:guide>
        <p15:guide id="8" pos="4095">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11.xml"/><Relationship Id="rId1" Type="http://schemas.openxmlformats.org/officeDocument/2006/relationships/slideLayout" Target="../slideLayouts/slideLayout15.xml"/><Relationship Id="rId5" Type="http://schemas.openxmlformats.org/officeDocument/2006/relationships/image" Target="../media/image2.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12.xml"/><Relationship Id="rId1" Type="http://schemas.openxmlformats.org/officeDocument/2006/relationships/slideLayout" Target="../slideLayouts/slideLayout15.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slide" Target="slide21.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24.xml"/><Relationship Id="rId1" Type="http://schemas.openxmlformats.org/officeDocument/2006/relationships/slideLayout" Target="../slideLayouts/slideLayout15.xml"/><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25.xml"/><Relationship Id="rId1" Type="http://schemas.openxmlformats.org/officeDocument/2006/relationships/slideLayout" Target="../slideLayouts/slideLayout1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26.xml"/><Relationship Id="rId1" Type="http://schemas.openxmlformats.org/officeDocument/2006/relationships/slideLayout" Target="../slideLayouts/slideLayout15.xml"/><Relationship Id="rId5" Type="http://schemas.openxmlformats.org/officeDocument/2006/relationships/image" Target="../media/image18.png"/><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27.xml"/><Relationship Id="rId1" Type="http://schemas.openxmlformats.org/officeDocument/2006/relationships/slideLayout" Target="../slideLayouts/slideLayout15.xml"/><Relationship Id="rId5" Type="http://schemas.openxmlformats.org/officeDocument/2006/relationships/image" Target="../media/image20.png"/><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15.xml"/><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29.xml"/><Relationship Id="rId1" Type="http://schemas.openxmlformats.org/officeDocument/2006/relationships/slideLayout" Target="../slideLayouts/slideLayout15.xml"/><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15.xml"/><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15.xm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4.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12"/>
        <p:cNvGrpSpPr/>
        <p:nvPr/>
      </p:nvGrpSpPr>
      <p:grpSpPr>
        <a:xfrm>
          <a:off x="0" y="0"/>
          <a:ext cx="0" cy="0"/>
          <a:chOff x="0" y="0"/>
          <a:chExt cx="0" cy="0"/>
        </a:xfrm>
      </p:grpSpPr>
      <p:sp>
        <p:nvSpPr>
          <p:cNvPr id="1313" name="Google Shape;1313;p80"/>
          <p:cNvSpPr txBox="1">
            <a:spLocks noGrp="1"/>
          </p:cNvSpPr>
          <p:nvPr>
            <p:ph type="ctrTitle"/>
          </p:nvPr>
        </p:nvSpPr>
        <p:spPr>
          <a:xfrm>
            <a:off x="726100" y="888738"/>
            <a:ext cx="3846000" cy="2658600"/>
          </a:xfrm>
          <a:prstGeom prst="rect">
            <a:avLst/>
          </a:prstGeom>
        </p:spPr>
        <p:txBody>
          <a:bodyPr spcFirstLastPara="1" wrap="square" lIns="91425" tIns="91425" rIns="91425" bIns="91425" anchor="b" anchorCtr="0">
            <a:noAutofit/>
          </a:bodyPr>
          <a:lstStyle/>
          <a:p>
            <a:pPr marL="0" lvl="0" indent="0" algn="r" rtl="1">
              <a:spcBef>
                <a:spcPts val="0"/>
              </a:spcBef>
              <a:spcAft>
                <a:spcPts val="0"/>
              </a:spcAft>
              <a:buNone/>
            </a:pPr>
            <a:r>
              <a:rPr lang="fa-IR" sz="5400" dirty="0">
                <a:cs typeface="A Naskh Tahrir" panose="00000700000000000000" pitchFamily="2" charset="-78"/>
              </a:rPr>
              <a:t>بررسی و مدلسازی روند پیوند کبد با استفاده از نظریه بازیها</a:t>
            </a:r>
            <a:endParaRPr sz="5400" dirty="0">
              <a:cs typeface="A Naskh Tahrir" panose="00000700000000000000" pitchFamily="2" charset="-78"/>
            </a:endParaRPr>
          </a:p>
        </p:txBody>
      </p:sp>
      <p:sp>
        <p:nvSpPr>
          <p:cNvPr id="1314" name="Google Shape;1314;p80"/>
          <p:cNvSpPr txBox="1">
            <a:spLocks noGrp="1"/>
          </p:cNvSpPr>
          <p:nvPr>
            <p:ph type="subTitle" idx="1"/>
          </p:nvPr>
        </p:nvSpPr>
        <p:spPr>
          <a:xfrm>
            <a:off x="4003555" y="176050"/>
            <a:ext cx="2889300" cy="750000"/>
          </a:xfrm>
          <a:prstGeom prst="rect">
            <a:avLst/>
          </a:prstGeom>
        </p:spPr>
        <p:txBody>
          <a:bodyPr spcFirstLastPara="1" wrap="square" lIns="91425" tIns="91425" rIns="91425" bIns="91425" anchor="t" anchorCtr="0">
            <a:noAutofit/>
          </a:bodyPr>
          <a:lstStyle/>
          <a:p>
            <a:pPr marL="0" lvl="0" indent="0" algn="r" rtl="1">
              <a:spcBef>
                <a:spcPts val="0"/>
              </a:spcBef>
              <a:spcAft>
                <a:spcPts val="0"/>
              </a:spcAft>
              <a:buNone/>
            </a:pPr>
            <a:r>
              <a:rPr lang="fa-IR" dirty="0">
                <a:latin typeface="Parvin" panose="020B0506030503020204" pitchFamily="34" charset="-78"/>
                <a:cs typeface="Parvin" panose="020B0506030503020204" pitchFamily="34" charset="-78"/>
              </a:rPr>
              <a:t>اشا سروش پور</a:t>
            </a:r>
          </a:p>
          <a:p>
            <a:pPr marL="0" lvl="0" indent="0" algn="r" rtl="1">
              <a:spcBef>
                <a:spcPts val="0"/>
              </a:spcBef>
              <a:spcAft>
                <a:spcPts val="0"/>
              </a:spcAft>
              <a:buNone/>
            </a:pPr>
            <a:r>
              <a:rPr lang="fa-IR" dirty="0">
                <a:latin typeface="Parvin" panose="020B0506030503020204" pitchFamily="34" charset="-78"/>
                <a:cs typeface="Parvin" panose="020B0506030503020204" pitchFamily="34" charset="-78"/>
              </a:rPr>
              <a:t>یزدان زند وکیلی</a:t>
            </a:r>
          </a:p>
          <a:p>
            <a:pPr marL="0" lvl="0" indent="0" algn="r" rtl="1">
              <a:spcBef>
                <a:spcPts val="0"/>
              </a:spcBef>
              <a:spcAft>
                <a:spcPts val="0"/>
              </a:spcAft>
              <a:buNone/>
            </a:pPr>
            <a:r>
              <a:rPr lang="fa-IR" dirty="0">
                <a:latin typeface="Parvin" panose="020B0506030503020204" pitchFamily="34" charset="-78"/>
                <a:cs typeface="Parvin" panose="020B0506030503020204" pitchFamily="34" charset="-78"/>
              </a:rPr>
              <a:t>سپهر عباس‌پور</a:t>
            </a:r>
            <a:endParaRPr dirty="0">
              <a:latin typeface="Parvin" panose="020B0506030503020204" pitchFamily="34" charset="-78"/>
              <a:cs typeface="Parvin" panose="020B0506030503020204" pitchFamily="34" charset="-78"/>
            </a:endParaRPr>
          </a:p>
          <a:p>
            <a:pPr marL="0" lvl="0" indent="0" algn="ctr" rtl="1">
              <a:spcBef>
                <a:spcPts val="0"/>
              </a:spcBef>
              <a:spcAft>
                <a:spcPts val="0"/>
              </a:spcAft>
              <a:buNone/>
            </a:pPr>
            <a:endParaRPr dirty="0"/>
          </a:p>
        </p:txBody>
      </p:sp>
      <p:grpSp>
        <p:nvGrpSpPr>
          <p:cNvPr id="1315" name="Google Shape;1315;p80"/>
          <p:cNvGrpSpPr/>
          <p:nvPr/>
        </p:nvGrpSpPr>
        <p:grpSpPr>
          <a:xfrm>
            <a:off x="4058956" y="-228590"/>
            <a:ext cx="5660011" cy="5934057"/>
            <a:chOff x="4058956" y="-228590"/>
            <a:chExt cx="5660011" cy="5934057"/>
          </a:xfrm>
        </p:grpSpPr>
        <p:sp>
          <p:nvSpPr>
            <p:cNvPr id="1316" name="Google Shape;1316;p80"/>
            <p:cNvSpPr/>
            <p:nvPr/>
          </p:nvSpPr>
          <p:spPr>
            <a:xfrm>
              <a:off x="8400021" y="592589"/>
              <a:ext cx="1318945" cy="2247310"/>
            </a:xfrm>
            <a:custGeom>
              <a:avLst/>
              <a:gdLst/>
              <a:ahLst/>
              <a:cxnLst/>
              <a:rect l="l" t="t" r="r" b="b"/>
              <a:pathLst>
                <a:path w="17965" h="30610" extrusionOk="0">
                  <a:moveTo>
                    <a:pt x="17964" y="1"/>
                  </a:moveTo>
                  <a:lnTo>
                    <a:pt x="0" y="9697"/>
                  </a:lnTo>
                  <a:lnTo>
                    <a:pt x="0" y="30609"/>
                  </a:lnTo>
                  <a:lnTo>
                    <a:pt x="17964" y="19910"/>
                  </a:lnTo>
                  <a:lnTo>
                    <a:pt x="17964" y="1"/>
                  </a:lnTo>
                  <a:close/>
                </a:path>
              </a:pathLst>
            </a:cu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80"/>
            <p:cNvSpPr/>
            <p:nvPr/>
          </p:nvSpPr>
          <p:spPr>
            <a:xfrm>
              <a:off x="7078935" y="-228590"/>
              <a:ext cx="2640020" cy="1533178"/>
            </a:xfrm>
            <a:custGeom>
              <a:avLst/>
              <a:gdLst/>
              <a:ahLst/>
              <a:cxnLst/>
              <a:rect l="l" t="t" r="r" b="b"/>
              <a:pathLst>
                <a:path w="35959" h="20883" extrusionOk="0">
                  <a:moveTo>
                    <a:pt x="18481" y="0"/>
                  </a:moveTo>
                  <a:lnTo>
                    <a:pt x="0" y="10700"/>
                  </a:lnTo>
                  <a:lnTo>
                    <a:pt x="17994" y="20882"/>
                  </a:lnTo>
                  <a:lnTo>
                    <a:pt x="35958" y="11186"/>
                  </a:lnTo>
                  <a:lnTo>
                    <a:pt x="18481" y="0"/>
                  </a:lnTo>
                  <a:close/>
                </a:path>
              </a:pathLst>
            </a:custGeom>
            <a:solidFill>
              <a:srgbClr val="F296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80"/>
            <p:cNvSpPr/>
            <p:nvPr/>
          </p:nvSpPr>
          <p:spPr>
            <a:xfrm>
              <a:off x="7078935" y="556908"/>
              <a:ext cx="1321148" cy="2282991"/>
            </a:xfrm>
            <a:custGeom>
              <a:avLst/>
              <a:gdLst/>
              <a:ahLst/>
              <a:cxnLst/>
              <a:rect l="l" t="t" r="r" b="b"/>
              <a:pathLst>
                <a:path w="17995" h="31096" extrusionOk="0">
                  <a:moveTo>
                    <a:pt x="0" y="1"/>
                  </a:moveTo>
                  <a:lnTo>
                    <a:pt x="0" y="20396"/>
                  </a:lnTo>
                  <a:lnTo>
                    <a:pt x="17994" y="31095"/>
                  </a:lnTo>
                  <a:lnTo>
                    <a:pt x="17994" y="10183"/>
                  </a:lnTo>
                  <a:lnTo>
                    <a:pt x="0" y="1"/>
                  </a:lnTo>
                  <a:close/>
                </a:path>
              </a:pathLst>
            </a:custGeom>
            <a:solidFill>
              <a:srgbClr val="E66E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80"/>
            <p:cNvSpPr/>
            <p:nvPr/>
          </p:nvSpPr>
          <p:spPr>
            <a:xfrm>
              <a:off x="8705735" y="2087745"/>
              <a:ext cx="160784" cy="285741"/>
            </a:xfrm>
            <a:custGeom>
              <a:avLst/>
              <a:gdLst/>
              <a:ahLst/>
              <a:cxnLst/>
              <a:rect l="l" t="t" r="r" b="b"/>
              <a:pathLst>
                <a:path w="2190" h="3892" extrusionOk="0">
                  <a:moveTo>
                    <a:pt x="244" y="1"/>
                  </a:moveTo>
                  <a:cubicBezTo>
                    <a:pt x="183" y="1"/>
                    <a:pt x="92" y="31"/>
                    <a:pt x="1" y="31"/>
                  </a:cubicBezTo>
                  <a:cubicBezTo>
                    <a:pt x="973" y="153"/>
                    <a:pt x="1703" y="974"/>
                    <a:pt x="1703" y="1946"/>
                  </a:cubicBezTo>
                  <a:cubicBezTo>
                    <a:pt x="1703" y="2949"/>
                    <a:pt x="973" y="3740"/>
                    <a:pt x="1" y="3861"/>
                  </a:cubicBezTo>
                  <a:cubicBezTo>
                    <a:pt x="92" y="3892"/>
                    <a:pt x="183" y="3892"/>
                    <a:pt x="244" y="3892"/>
                  </a:cubicBezTo>
                  <a:cubicBezTo>
                    <a:pt x="1308" y="3892"/>
                    <a:pt x="2189" y="3040"/>
                    <a:pt x="2189" y="1946"/>
                  </a:cubicBezTo>
                  <a:cubicBezTo>
                    <a:pt x="2189" y="882"/>
                    <a:pt x="130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80"/>
            <p:cNvSpPr/>
            <p:nvPr/>
          </p:nvSpPr>
          <p:spPr>
            <a:xfrm>
              <a:off x="8580777" y="2090021"/>
              <a:ext cx="249987" cy="281262"/>
            </a:xfrm>
            <a:custGeom>
              <a:avLst/>
              <a:gdLst/>
              <a:ahLst/>
              <a:cxnLst/>
              <a:rect l="l" t="t" r="r" b="b"/>
              <a:pathLst>
                <a:path w="3405" h="3831" extrusionOk="0">
                  <a:moveTo>
                    <a:pt x="1703" y="0"/>
                  </a:moveTo>
                  <a:cubicBezTo>
                    <a:pt x="760" y="0"/>
                    <a:pt x="0" y="851"/>
                    <a:pt x="0" y="1915"/>
                  </a:cubicBezTo>
                  <a:cubicBezTo>
                    <a:pt x="0" y="2979"/>
                    <a:pt x="760" y="3830"/>
                    <a:pt x="1703" y="3830"/>
                  </a:cubicBezTo>
                  <a:cubicBezTo>
                    <a:pt x="2645" y="3830"/>
                    <a:pt x="3405" y="2979"/>
                    <a:pt x="3405" y="1915"/>
                  </a:cubicBezTo>
                  <a:cubicBezTo>
                    <a:pt x="3405" y="851"/>
                    <a:pt x="2645" y="0"/>
                    <a:pt x="170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80"/>
            <p:cNvSpPr/>
            <p:nvPr/>
          </p:nvSpPr>
          <p:spPr>
            <a:xfrm>
              <a:off x="9433236" y="972013"/>
              <a:ext cx="160784" cy="285667"/>
            </a:xfrm>
            <a:custGeom>
              <a:avLst/>
              <a:gdLst/>
              <a:ahLst/>
              <a:cxnLst/>
              <a:rect l="l" t="t" r="r" b="b"/>
              <a:pathLst>
                <a:path w="2190" h="3891" extrusionOk="0">
                  <a:moveTo>
                    <a:pt x="244" y="0"/>
                  </a:moveTo>
                  <a:cubicBezTo>
                    <a:pt x="183" y="0"/>
                    <a:pt x="92" y="31"/>
                    <a:pt x="1" y="31"/>
                  </a:cubicBezTo>
                  <a:cubicBezTo>
                    <a:pt x="973" y="152"/>
                    <a:pt x="1703" y="973"/>
                    <a:pt x="1703" y="1945"/>
                  </a:cubicBezTo>
                  <a:cubicBezTo>
                    <a:pt x="1703" y="2949"/>
                    <a:pt x="973" y="3739"/>
                    <a:pt x="1" y="3860"/>
                  </a:cubicBezTo>
                  <a:cubicBezTo>
                    <a:pt x="92" y="3891"/>
                    <a:pt x="183" y="3891"/>
                    <a:pt x="244" y="3891"/>
                  </a:cubicBezTo>
                  <a:cubicBezTo>
                    <a:pt x="1338" y="3891"/>
                    <a:pt x="2189" y="3009"/>
                    <a:pt x="2189" y="1945"/>
                  </a:cubicBezTo>
                  <a:cubicBezTo>
                    <a:pt x="2189" y="882"/>
                    <a:pt x="1338" y="0"/>
                    <a:pt x="24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80"/>
            <p:cNvSpPr/>
            <p:nvPr/>
          </p:nvSpPr>
          <p:spPr>
            <a:xfrm>
              <a:off x="9308278" y="974215"/>
              <a:ext cx="249987" cy="281262"/>
            </a:xfrm>
            <a:custGeom>
              <a:avLst/>
              <a:gdLst/>
              <a:ahLst/>
              <a:cxnLst/>
              <a:rect l="l" t="t" r="r" b="b"/>
              <a:pathLst>
                <a:path w="3405" h="3831" extrusionOk="0">
                  <a:moveTo>
                    <a:pt x="1703" y="1"/>
                  </a:moveTo>
                  <a:cubicBezTo>
                    <a:pt x="760" y="1"/>
                    <a:pt x="0" y="852"/>
                    <a:pt x="0" y="1915"/>
                  </a:cubicBezTo>
                  <a:cubicBezTo>
                    <a:pt x="0" y="2979"/>
                    <a:pt x="760" y="3830"/>
                    <a:pt x="1703" y="3830"/>
                  </a:cubicBezTo>
                  <a:cubicBezTo>
                    <a:pt x="2645" y="3830"/>
                    <a:pt x="3405" y="2979"/>
                    <a:pt x="3405" y="1915"/>
                  </a:cubicBezTo>
                  <a:cubicBezTo>
                    <a:pt x="3405" y="852"/>
                    <a:pt x="2645" y="1"/>
                    <a:pt x="170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80"/>
            <p:cNvSpPr/>
            <p:nvPr/>
          </p:nvSpPr>
          <p:spPr>
            <a:xfrm>
              <a:off x="7703723" y="1554437"/>
              <a:ext cx="160784" cy="285741"/>
            </a:xfrm>
            <a:custGeom>
              <a:avLst/>
              <a:gdLst/>
              <a:ahLst/>
              <a:cxnLst/>
              <a:rect l="l" t="t" r="r" b="b"/>
              <a:pathLst>
                <a:path w="2190" h="3892" extrusionOk="0">
                  <a:moveTo>
                    <a:pt x="244" y="0"/>
                  </a:moveTo>
                  <a:cubicBezTo>
                    <a:pt x="153" y="0"/>
                    <a:pt x="92" y="31"/>
                    <a:pt x="1" y="31"/>
                  </a:cubicBezTo>
                  <a:cubicBezTo>
                    <a:pt x="943" y="152"/>
                    <a:pt x="1703" y="943"/>
                    <a:pt x="1703" y="1946"/>
                  </a:cubicBezTo>
                  <a:cubicBezTo>
                    <a:pt x="1703" y="2949"/>
                    <a:pt x="943" y="3739"/>
                    <a:pt x="1" y="3861"/>
                  </a:cubicBezTo>
                  <a:cubicBezTo>
                    <a:pt x="92" y="3891"/>
                    <a:pt x="153" y="3891"/>
                    <a:pt x="244" y="3891"/>
                  </a:cubicBezTo>
                  <a:cubicBezTo>
                    <a:pt x="1308" y="3891"/>
                    <a:pt x="2189" y="3010"/>
                    <a:pt x="2189" y="1946"/>
                  </a:cubicBezTo>
                  <a:cubicBezTo>
                    <a:pt x="2189" y="882"/>
                    <a:pt x="1308" y="0"/>
                    <a:pt x="24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80"/>
            <p:cNvSpPr/>
            <p:nvPr/>
          </p:nvSpPr>
          <p:spPr>
            <a:xfrm>
              <a:off x="7578766" y="1556640"/>
              <a:ext cx="250060" cy="281262"/>
            </a:xfrm>
            <a:custGeom>
              <a:avLst/>
              <a:gdLst/>
              <a:ahLst/>
              <a:cxnLst/>
              <a:rect l="l" t="t" r="r" b="b"/>
              <a:pathLst>
                <a:path w="3406" h="3831" extrusionOk="0">
                  <a:moveTo>
                    <a:pt x="1703" y="1"/>
                  </a:moveTo>
                  <a:cubicBezTo>
                    <a:pt x="761" y="1"/>
                    <a:pt x="1" y="852"/>
                    <a:pt x="1" y="1916"/>
                  </a:cubicBezTo>
                  <a:cubicBezTo>
                    <a:pt x="1" y="2980"/>
                    <a:pt x="761" y="3831"/>
                    <a:pt x="1703" y="3831"/>
                  </a:cubicBezTo>
                  <a:cubicBezTo>
                    <a:pt x="2645" y="3831"/>
                    <a:pt x="3405" y="2980"/>
                    <a:pt x="3405" y="1916"/>
                  </a:cubicBezTo>
                  <a:cubicBezTo>
                    <a:pt x="3405" y="852"/>
                    <a:pt x="2645" y="1"/>
                    <a:pt x="170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80"/>
            <p:cNvSpPr/>
            <p:nvPr/>
          </p:nvSpPr>
          <p:spPr>
            <a:xfrm>
              <a:off x="9103001" y="405153"/>
              <a:ext cx="160711" cy="285741"/>
            </a:xfrm>
            <a:custGeom>
              <a:avLst/>
              <a:gdLst/>
              <a:ahLst/>
              <a:cxnLst/>
              <a:rect l="l" t="t" r="r" b="b"/>
              <a:pathLst>
                <a:path w="2189" h="3892" extrusionOk="0">
                  <a:moveTo>
                    <a:pt x="243" y="1"/>
                  </a:moveTo>
                  <a:cubicBezTo>
                    <a:pt x="152" y="1"/>
                    <a:pt x="61" y="31"/>
                    <a:pt x="0" y="31"/>
                  </a:cubicBezTo>
                  <a:cubicBezTo>
                    <a:pt x="942" y="153"/>
                    <a:pt x="1702" y="973"/>
                    <a:pt x="1702" y="1946"/>
                  </a:cubicBezTo>
                  <a:cubicBezTo>
                    <a:pt x="1702" y="2949"/>
                    <a:pt x="942" y="3739"/>
                    <a:pt x="0" y="3861"/>
                  </a:cubicBezTo>
                  <a:cubicBezTo>
                    <a:pt x="61" y="3891"/>
                    <a:pt x="152" y="3891"/>
                    <a:pt x="243" y="3891"/>
                  </a:cubicBezTo>
                  <a:cubicBezTo>
                    <a:pt x="1307" y="3891"/>
                    <a:pt x="2158" y="3040"/>
                    <a:pt x="2158" y="1946"/>
                  </a:cubicBezTo>
                  <a:cubicBezTo>
                    <a:pt x="2189" y="882"/>
                    <a:pt x="1307" y="1"/>
                    <a:pt x="24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80"/>
            <p:cNvSpPr/>
            <p:nvPr/>
          </p:nvSpPr>
          <p:spPr>
            <a:xfrm>
              <a:off x="8977969" y="407429"/>
              <a:ext cx="250060" cy="281189"/>
            </a:xfrm>
            <a:custGeom>
              <a:avLst/>
              <a:gdLst/>
              <a:ahLst/>
              <a:cxnLst/>
              <a:rect l="l" t="t" r="r" b="b"/>
              <a:pathLst>
                <a:path w="3406" h="3830" extrusionOk="0">
                  <a:moveTo>
                    <a:pt x="1703" y="0"/>
                  </a:moveTo>
                  <a:cubicBezTo>
                    <a:pt x="761" y="0"/>
                    <a:pt x="1" y="882"/>
                    <a:pt x="1" y="1915"/>
                  </a:cubicBezTo>
                  <a:cubicBezTo>
                    <a:pt x="1" y="2979"/>
                    <a:pt x="761" y="3830"/>
                    <a:pt x="1703" y="3830"/>
                  </a:cubicBezTo>
                  <a:cubicBezTo>
                    <a:pt x="2615" y="3830"/>
                    <a:pt x="3405" y="2979"/>
                    <a:pt x="3405" y="1915"/>
                  </a:cubicBezTo>
                  <a:cubicBezTo>
                    <a:pt x="3405" y="882"/>
                    <a:pt x="2615" y="0"/>
                    <a:pt x="170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80"/>
            <p:cNvSpPr/>
            <p:nvPr/>
          </p:nvSpPr>
          <p:spPr>
            <a:xfrm>
              <a:off x="8402224" y="-105836"/>
              <a:ext cx="189784" cy="282657"/>
            </a:xfrm>
            <a:custGeom>
              <a:avLst/>
              <a:gdLst/>
              <a:ahLst/>
              <a:cxnLst/>
              <a:rect l="l" t="t" r="r" b="b"/>
              <a:pathLst>
                <a:path w="2585" h="3850" extrusionOk="0">
                  <a:moveTo>
                    <a:pt x="548" y="0"/>
                  </a:moveTo>
                  <a:cubicBezTo>
                    <a:pt x="1490" y="243"/>
                    <a:pt x="2098" y="1155"/>
                    <a:pt x="1977" y="2128"/>
                  </a:cubicBezTo>
                  <a:cubicBezTo>
                    <a:pt x="1828" y="3080"/>
                    <a:pt x="1009" y="3770"/>
                    <a:pt x="62" y="3770"/>
                  </a:cubicBezTo>
                  <a:cubicBezTo>
                    <a:pt x="42" y="3770"/>
                    <a:pt x="21" y="3770"/>
                    <a:pt x="1" y="3769"/>
                  </a:cubicBezTo>
                  <a:lnTo>
                    <a:pt x="1" y="3769"/>
                  </a:lnTo>
                  <a:cubicBezTo>
                    <a:pt x="92" y="3800"/>
                    <a:pt x="153" y="3830"/>
                    <a:pt x="244" y="3830"/>
                  </a:cubicBezTo>
                  <a:cubicBezTo>
                    <a:pt x="338" y="3843"/>
                    <a:pt x="432" y="3850"/>
                    <a:pt x="524" y="3850"/>
                  </a:cubicBezTo>
                  <a:cubicBezTo>
                    <a:pt x="1474" y="3850"/>
                    <a:pt x="2294" y="3158"/>
                    <a:pt x="2432" y="2189"/>
                  </a:cubicBezTo>
                  <a:cubicBezTo>
                    <a:pt x="2584" y="1155"/>
                    <a:pt x="1855" y="152"/>
                    <a:pt x="79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80"/>
            <p:cNvSpPr/>
            <p:nvPr/>
          </p:nvSpPr>
          <p:spPr>
            <a:xfrm>
              <a:off x="8288426" y="-109066"/>
              <a:ext cx="270103" cy="281483"/>
            </a:xfrm>
            <a:custGeom>
              <a:avLst/>
              <a:gdLst/>
              <a:ahLst/>
              <a:cxnLst/>
              <a:rect l="l" t="t" r="r" b="b"/>
              <a:pathLst>
                <a:path w="3679" h="3834" extrusionOk="0">
                  <a:moveTo>
                    <a:pt x="1899" y="0"/>
                  </a:moveTo>
                  <a:cubicBezTo>
                    <a:pt x="1061" y="0"/>
                    <a:pt x="293" y="699"/>
                    <a:pt x="153" y="1685"/>
                  </a:cubicBezTo>
                  <a:cubicBezTo>
                    <a:pt x="1" y="2719"/>
                    <a:pt x="609" y="3692"/>
                    <a:pt x="1551" y="3813"/>
                  </a:cubicBezTo>
                  <a:cubicBezTo>
                    <a:pt x="1634" y="3827"/>
                    <a:pt x="1717" y="3833"/>
                    <a:pt x="1799" y="3833"/>
                  </a:cubicBezTo>
                  <a:cubicBezTo>
                    <a:pt x="2639" y="3833"/>
                    <a:pt x="3360" y="3141"/>
                    <a:pt x="3527" y="2172"/>
                  </a:cubicBezTo>
                  <a:cubicBezTo>
                    <a:pt x="3678" y="1138"/>
                    <a:pt x="3040" y="166"/>
                    <a:pt x="2098" y="14"/>
                  </a:cubicBezTo>
                  <a:cubicBezTo>
                    <a:pt x="2031" y="5"/>
                    <a:pt x="1965" y="0"/>
                    <a:pt x="1899"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80"/>
            <p:cNvSpPr/>
            <p:nvPr/>
          </p:nvSpPr>
          <p:spPr>
            <a:xfrm>
              <a:off x="8391064" y="780098"/>
              <a:ext cx="189784" cy="284933"/>
            </a:xfrm>
            <a:custGeom>
              <a:avLst/>
              <a:gdLst/>
              <a:ahLst/>
              <a:cxnLst/>
              <a:rect l="l" t="t" r="r" b="b"/>
              <a:pathLst>
                <a:path w="2585" h="3881" extrusionOk="0">
                  <a:moveTo>
                    <a:pt x="548" y="0"/>
                  </a:moveTo>
                  <a:cubicBezTo>
                    <a:pt x="1490" y="243"/>
                    <a:pt x="2098" y="1155"/>
                    <a:pt x="1977" y="2128"/>
                  </a:cubicBezTo>
                  <a:cubicBezTo>
                    <a:pt x="1825" y="3131"/>
                    <a:pt x="973" y="3800"/>
                    <a:pt x="1" y="3800"/>
                  </a:cubicBezTo>
                  <a:cubicBezTo>
                    <a:pt x="92" y="3800"/>
                    <a:pt x="153" y="3830"/>
                    <a:pt x="244" y="3860"/>
                  </a:cubicBezTo>
                  <a:cubicBezTo>
                    <a:pt x="338" y="3874"/>
                    <a:pt x="432" y="3880"/>
                    <a:pt x="524" y="3880"/>
                  </a:cubicBezTo>
                  <a:cubicBezTo>
                    <a:pt x="1474" y="3880"/>
                    <a:pt x="2294" y="3189"/>
                    <a:pt x="2432" y="2219"/>
                  </a:cubicBezTo>
                  <a:cubicBezTo>
                    <a:pt x="2584" y="1155"/>
                    <a:pt x="1855" y="152"/>
                    <a:pt x="79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80"/>
            <p:cNvSpPr/>
            <p:nvPr/>
          </p:nvSpPr>
          <p:spPr>
            <a:xfrm>
              <a:off x="8277266" y="778630"/>
              <a:ext cx="270103" cy="281409"/>
            </a:xfrm>
            <a:custGeom>
              <a:avLst/>
              <a:gdLst/>
              <a:ahLst/>
              <a:cxnLst/>
              <a:rect l="l" t="t" r="r" b="b"/>
              <a:pathLst>
                <a:path w="3679" h="3833" extrusionOk="0">
                  <a:moveTo>
                    <a:pt x="1864" y="1"/>
                  </a:moveTo>
                  <a:cubicBezTo>
                    <a:pt x="1040" y="1"/>
                    <a:pt x="292" y="717"/>
                    <a:pt x="153" y="1661"/>
                  </a:cubicBezTo>
                  <a:cubicBezTo>
                    <a:pt x="1" y="2725"/>
                    <a:pt x="609" y="3668"/>
                    <a:pt x="1551" y="3820"/>
                  </a:cubicBezTo>
                  <a:cubicBezTo>
                    <a:pt x="1620" y="3828"/>
                    <a:pt x="1688" y="3833"/>
                    <a:pt x="1756" y="3833"/>
                  </a:cubicBezTo>
                  <a:cubicBezTo>
                    <a:pt x="2614" y="3833"/>
                    <a:pt x="3357" y="3134"/>
                    <a:pt x="3527" y="2148"/>
                  </a:cubicBezTo>
                  <a:cubicBezTo>
                    <a:pt x="3679" y="1114"/>
                    <a:pt x="3040" y="142"/>
                    <a:pt x="2098" y="20"/>
                  </a:cubicBezTo>
                  <a:cubicBezTo>
                    <a:pt x="2020" y="7"/>
                    <a:pt x="1941" y="1"/>
                    <a:pt x="186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80"/>
            <p:cNvSpPr/>
            <p:nvPr/>
          </p:nvSpPr>
          <p:spPr>
            <a:xfrm>
              <a:off x="7663564" y="342674"/>
              <a:ext cx="189784" cy="284933"/>
            </a:xfrm>
            <a:custGeom>
              <a:avLst/>
              <a:gdLst/>
              <a:ahLst/>
              <a:cxnLst/>
              <a:rect l="l" t="t" r="r" b="b"/>
              <a:pathLst>
                <a:path w="2585" h="3881" extrusionOk="0">
                  <a:moveTo>
                    <a:pt x="548" y="1"/>
                  </a:moveTo>
                  <a:cubicBezTo>
                    <a:pt x="1490" y="274"/>
                    <a:pt x="2098" y="1186"/>
                    <a:pt x="1946" y="2159"/>
                  </a:cubicBezTo>
                  <a:cubicBezTo>
                    <a:pt x="1827" y="3111"/>
                    <a:pt x="1009" y="3801"/>
                    <a:pt x="62" y="3801"/>
                  </a:cubicBezTo>
                  <a:cubicBezTo>
                    <a:pt x="42" y="3801"/>
                    <a:pt x="21" y="3801"/>
                    <a:pt x="1" y="3800"/>
                  </a:cubicBezTo>
                  <a:lnTo>
                    <a:pt x="1" y="3800"/>
                  </a:lnTo>
                  <a:cubicBezTo>
                    <a:pt x="92" y="3830"/>
                    <a:pt x="153" y="3861"/>
                    <a:pt x="244" y="3861"/>
                  </a:cubicBezTo>
                  <a:cubicBezTo>
                    <a:pt x="338" y="3874"/>
                    <a:pt x="432" y="3881"/>
                    <a:pt x="524" y="3881"/>
                  </a:cubicBezTo>
                  <a:cubicBezTo>
                    <a:pt x="1474" y="3881"/>
                    <a:pt x="2294" y="3189"/>
                    <a:pt x="2432" y="2219"/>
                  </a:cubicBezTo>
                  <a:cubicBezTo>
                    <a:pt x="2584" y="1156"/>
                    <a:pt x="1855" y="183"/>
                    <a:pt x="791" y="31"/>
                  </a:cubicBezTo>
                  <a:cubicBezTo>
                    <a:pt x="700" y="1"/>
                    <a:pt x="639" y="1"/>
                    <a:pt x="548"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80"/>
            <p:cNvSpPr/>
            <p:nvPr/>
          </p:nvSpPr>
          <p:spPr>
            <a:xfrm>
              <a:off x="7547563" y="341720"/>
              <a:ext cx="270103" cy="281409"/>
            </a:xfrm>
            <a:custGeom>
              <a:avLst/>
              <a:gdLst/>
              <a:ahLst/>
              <a:cxnLst/>
              <a:rect l="l" t="t" r="r" b="b"/>
              <a:pathLst>
                <a:path w="3679" h="3833" extrusionOk="0">
                  <a:moveTo>
                    <a:pt x="1923" y="0"/>
                  </a:moveTo>
                  <a:cubicBezTo>
                    <a:pt x="1065" y="0"/>
                    <a:pt x="321" y="699"/>
                    <a:pt x="152" y="1685"/>
                  </a:cubicBezTo>
                  <a:cubicBezTo>
                    <a:pt x="0" y="2719"/>
                    <a:pt x="639" y="3691"/>
                    <a:pt x="1581" y="3813"/>
                  </a:cubicBezTo>
                  <a:cubicBezTo>
                    <a:pt x="1659" y="3826"/>
                    <a:pt x="1737" y="3832"/>
                    <a:pt x="1815" y="3832"/>
                  </a:cubicBezTo>
                  <a:cubicBezTo>
                    <a:pt x="2639" y="3832"/>
                    <a:pt x="3387" y="3116"/>
                    <a:pt x="3526" y="2172"/>
                  </a:cubicBezTo>
                  <a:cubicBezTo>
                    <a:pt x="3678" y="1108"/>
                    <a:pt x="3070" y="166"/>
                    <a:pt x="2128" y="14"/>
                  </a:cubicBezTo>
                  <a:cubicBezTo>
                    <a:pt x="2059" y="5"/>
                    <a:pt x="1991" y="0"/>
                    <a:pt x="192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33" name="Google Shape;1333;p80"/>
            <p:cNvGrpSpPr/>
            <p:nvPr/>
          </p:nvGrpSpPr>
          <p:grpSpPr>
            <a:xfrm rot="-899825">
              <a:off x="4477824" y="1649490"/>
              <a:ext cx="3376495" cy="3681813"/>
              <a:chOff x="5006800" y="1811156"/>
              <a:chExt cx="2989175" cy="3259469"/>
            </a:xfrm>
          </p:grpSpPr>
          <p:grpSp>
            <p:nvGrpSpPr>
              <p:cNvPr id="1334" name="Google Shape;1334;p80"/>
              <p:cNvGrpSpPr/>
              <p:nvPr/>
            </p:nvGrpSpPr>
            <p:grpSpPr>
              <a:xfrm>
                <a:off x="5006800" y="1811156"/>
                <a:ext cx="2989175" cy="3259469"/>
                <a:chOff x="5006800" y="1811156"/>
                <a:chExt cx="2989175" cy="3259469"/>
              </a:xfrm>
            </p:grpSpPr>
            <p:sp>
              <p:nvSpPr>
                <p:cNvPr id="1335" name="Google Shape;1335;p80"/>
                <p:cNvSpPr/>
                <p:nvPr/>
              </p:nvSpPr>
              <p:spPr>
                <a:xfrm rot="-899979">
                  <a:off x="6575303" y="2639287"/>
                  <a:ext cx="1180995" cy="2007593"/>
                </a:xfrm>
                <a:custGeom>
                  <a:avLst/>
                  <a:gdLst/>
                  <a:ahLst/>
                  <a:cxnLst/>
                  <a:rect l="l" t="t" r="r" b="b"/>
                  <a:pathLst>
                    <a:path w="17935" h="30488" extrusionOk="0">
                      <a:moveTo>
                        <a:pt x="17934" y="1"/>
                      </a:moveTo>
                      <a:lnTo>
                        <a:pt x="1" y="9667"/>
                      </a:lnTo>
                      <a:lnTo>
                        <a:pt x="1" y="30488"/>
                      </a:lnTo>
                      <a:lnTo>
                        <a:pt x="17934" y="19849"/>
                      </a:lnTo>
                      <a:lnTo>
                        <a:pt x="17934" y="1"/>
                      </a:lnTo>
                      <a:close/>
                    </a:path>
                  </a:pathLst>
                </a:custGeom>
                <a:solidFill>
                  <a:srgbClr val="E0CF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80"/>
                <p:cNvSpPr/>
                <p:nvPr/>
              </p:nvSpPr>
              <p:spPr>
                <a:xfrm rot="-899979">
                  <a:off x="5144026" y="2093182"/>
                  <a:ext cx="2359883" cy="1371100"/>
                </a:xfrm>
                <a:custGeom>
                  <a:avLst/>
                  <a:gdLst/>
                  <a:ahLst/>
                  <a:cxnLst/>
                  <a:rect l="l" t="t" r="r" b="b"/>
                  <a:pathLst>
                    <a:path w="35838" h="20822" extrusionOk="0">
                      <a:moveTo>
                        <a:pt x="18390" y="1"/>
                      </a:moveTo>
                      <a:lnTo>
                        <a:pt x="1" y="10669"/>
                      </a:lnTo>
                      <a:lnTo>
                        <a:pt x="17904" y="20822"/>
                      </a:lnTo>
                      <a:lnTo>
                        <a:pt x="35837" y="11156"/>
                      </a:lnTo>
                      <a:lnTo>
                        <a:pt x="18390" y="1"/>
                      </a:lnTo>
                      <a:close/>
                    </a:path>
                  </a:pathLst>
                </a:custGeom>
                <a:solidFill>
                  <a:srgbClr val="E6BD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80"/>
                <p:cNvSpPr/>
                <p:nvPr/>
              </p:nvSpPr>
              <p:spPr>
                <a:xfrm rot="-899979">
                  <a:off x="5432482" y="2913211"/>
                  <a:ext cx="1178954" cy="2039596"/>
                </a:xfrm>
                <a:custGeom>
                  <a:avLst/>
                  <a:gdLst/>
                  <a:ahLst/>
                  <a:cxnLst/>
                  <a:rect l="l" t="t" r="r" b="b"/>
                  <a:pathLst>
                    <a:path w="17904" h="30974" extrusionOk="0">
                      <a:moveTo>
                        <a:pt x="1" y="0"/>
                      </a:moveTo>
                      <a:lnTo>
                        <a:pt x="1" y="20335"/>
                      </a:lnTo>
                      <a:lnTo>
                        <a:pt x="17904" y="30974"/>
                      </a:lnTo>
                      <a:lnTo>
                        <a:pt x="17904" y="10153"/>
                      </a:lnTo>
                      <a:lnTo>
                        <a:pt x="1" y="0"/>
                      </a:lnTo>
                      <a:close/>
                    </a:path>
                  </a:pathLst>
                </a:custGeom>
                <a:solidFill>
                  <a:srgbClr val="D0A4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80"/>
                <p:cNvSpPr/>
                <p:nvPr/>
              </p:nvSpPr>
              <p:spPr>
                <a:xfrm rot="-899979">
                  <a:off x="7080466" y="3494225"/>
                  <a:ext cx="224215" cy="250225"/>
                </a:xfrm>
                <a:custGeom>
                  <a:avLst/>
                  <a:gdLst/>
                  <a:ahLst/>
                  <a:cxnLst/>
                  <a:rect l="l" t="t" r="r" b="b"/>
                  <a:pathLst>
                    <a:path w="3405" h="3800" extrusionOk="0">
                      <a:moveTo>
                        <a:pt x="1703" y="0"/>
                      </a:moveTo>
                      <a:cubicBezTo>
                        <a:pt x="760" y="0"/>
                        <a:pt x="0" y="851"/>
                        <a:pt x="0" y="1915"/>
                      </a:cubicBezTo>
                      <a:cubicBezTo>
                        <a:pt x="0" y="2949"/>
                        <a:pt x="760" y="3800"/>
                        <a:pt x="1703" y="3800"/>
                      </a:cubicBezTo>
                      <a:cubicBezTo>
                        <a:pt x="2645" y="3800"/>
                        <a:pt x="3405" y="2949"/>
                        <a:pt x="3405" y="1915"/>
                      </a:cubicBezTo>
                      <a:cubicBezTo>
                        <a:pt x="3405" y="851"/>
                        <a:pt x="2645" y="0"/>
                        <a:pt x="170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80"/>
                <p:cNvSpPr/>
                <p:nvPr/>
              </p:nvSpPr>
              <p:spPr>
                <a:xfrm rot="-899979">
                  <a:off x="5580827" y="4059768"/>
                  <a:ext cx="224215" cy="252266"/>
                </a:xfrm>
                <a:custGeom>
                  <a:avLst/>
                  <a:gdLst/>
                  <a:ahLst/>
                  <a:cxnLst/>
                  <a:rect l="l" t="t" r="r" b="b"/>
                  <a:pathLst>
                    <a:path w="3405" h="3831" extrusionOk="0">
                      <a:moveTo>
                        <a:pt x="1702" y="1"/>
                      </a:moveTo>
                      <a:cubicBezTo>
                        <a:pt x="760" y="1"/>
                        <a:pt x="0" y="852"/>
                        <a:pt x="0" y="1915"/>
                      </a:cubicBezTo>
                      <a:cubicBezTo>
                        <a:pt x="0" y="2979"/>
                        <a:pt x="760" y="3830"/>
                        <a:pt x="1702" y="3830"/>
                      </a:cubicBezTo>
                      <a:cubicBezTo>
                        <a:pt x="2645" y="3830"/>
                        <a:pt x="3404" y="2979"/>
                        <a:pt x="3404" y="1915"/>
                      </a:cubicBezTo>
                      <a:cubicBezTo>
                        <a:pt x="3404" y="852"/>
                        <a:pt x="2645" y="1"/>
                        <a:pt x="1702"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80"/>
                <p:cNvSpPr/>
                <p:nvPr/>
              </p:nvSpPr>
              <p:spPr>
                <a:xfrm rot="-899979">
                  <a:off x="5879898" y="3816181"/>
                  <a:ext cx="222239" cy="250225"/>
                </a:xfrm>
                <a:custGeom>
                  <a:avLst/>
                  <a:gdLst/>
                  <a:ahLst/>
                  <a:cxnLst/>
                  <a:rect l="l" t="t" r="r" b="b"/>
                  <a:pathLst>
                    <a:path w="3375" h="3800" extrusionOk="0">
                      <a:moveTo>
                        <a:pt x="1703" y="0"/>
                      </a:moveTo>
                      <a:cubicBezTo>
                        <a:pt x="761" y="0"/>
                        <a:pt x="1" y="851"/>
                        <a:pt x="1" y="1915"/>
                      </a:cubicBezTo>
                      <a:cubicBezTo>
                        <a:pt x="1" y="2949"/>
                        <a:pt x="761" y="3800"/>
                        <a:pt x="1703" y="3800"/>
                      </a:cubicBezTo>
                      <a:cubicBezTo>
                        <a:pt x="2615" y="3800"/>
                        <a:pt x="3375" y="2949"/>
                        <a:pt x="3375" y="1915"/>
                      </a:cubicBezTo>
                      <a:cubicBezTo>
                        <a:pt x="3375" y="851"/>
                        <a:pt x="2615" y="0"/>
                        <a:pt x="170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80"/>
                <p:cNvSpPr/>
                <p:nvPr/>
              </p:nvSpPr>
              <p:spPr>
                <a:xfrm rot="-899979">
                  <a:off x="6207969" y="3562254"/>
                  <a:ext cx="224215" cy="252266"/>
                </a:xfrm>
                <a:custGeom>
                  <a:avLst/>
                  <a:gdLst/>
                  <a:ahLst/>
                  <a:cxnLst/>
                  <a:rect l="l" t="t" r="r" b="b"/>
                  <a:pathLst>
                    <a:path w="3405" h="3831" extrusionOk="0">
                      <a:moveTo>
                        <a:pt x="1702" y="1"/>
                      </a:moveTo>
                      <a:cubicBezTo>
                        <a:pt x="760" y="1"/>
                        <a:pt x="0" y="852"/>
                        <a:pt x="0" y="1916"/>
                      </a:cubicBezTo>
                      <a:cubicBezTo>
                        <a:pt x="0" y="2979"/>
                        <a:pt x="760" y="3831"/>
                        <a:pt x="1702" y="3831"/>
                      </a:cubicBezTo>
                      <a:cubicBezTo>
                        <a:pt x="2645" y="3831"/>
                        <a:pt x="3405" y="2979"/>
                        <a:pt x="3405" y="1916"/>
                      </a:cubicBezTo>
                      <a:cubicBezTo>
                        <a:pt x="3405" y="852"/>
                        <a:pt x="2645" y="1"/>
                        <a:pt x="1702"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80"/>
                <p:cNvSpPr/>
                <p:nvPr/>
              </p:nvSpPr>
              <p:spPr>
                <a:xfrm rot="-899979">
                  <a:off x="6170199" y="2284222"/>
                  <a:ext cx="240216" cy="250817"/>
                </a:xfrm>
                <a:custGeom>
                  <a:avLst/>
                  <a:gdLst/>
                  <a:ahLst/>
                  <a:cxnLst/>
                  <a:rect l="l" t="t" r="r" b="b"/>
                  <a:pathLst>
                    <a:path w="3648" h="3809" extrusionOk="0">
                      <a:moveTo>
                        <a:pt x="1864" y="0"/>
                      </a:moveTo>
                      <a:cubicBezTo>
                        <a:pt x="1040" y="0"/>
                        <a:pt x="291" y="716"/>
                        <a:pt x="152" y="1661"/>
                      </a:cubicBezTo>
                      <a:cubicBezTo>
                        <a:pt x="0" y="2694"/>
                        <a:pt x="639" y="3667"/>
                        <a:pt x="1551" y="3788"/>
                      </a:cubicBezTo>
                      <a:cubicBezTo>
                        <a:pt x="1634" y="3802"/>
                        <a:pt x="1717" y="3808"/>
                        <a:pt x="1799" y="3808"/>
                      </a:cubicBezTo>
                      <a:cubicBezTo>
                        <a:pt x="2638" y="3808"/>
                        <a:pt x="3357" y="3117"/>
                        <a:pt x="3496" y="2147"/>
                      </a:cubicBezTo>
                      <a:cubicBezTo>
                        <a:pt x="3648" y="1114"/>
                        <a:pt x="3040" y="141"/>
                        <a:pt x="2098" y="19"/>
                      </a:cubicBezTo>
                      <a:cubicBezTo>
                        <a:pt x="2019" y="6"/>
                        <a:pt x="1941" y="0"/>
                        <a:pt x="186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80"/>
                <p:cNvSpPr/>
                <p:nvPr/>
              </p:nvSpPr>
              <p:spPr>
                <a:xfrm rot="-899979">
                  <a:off x="6248859" y="2948949"/>
                  <a:ext cx="240216" cy="250883"/>
                </a:xfrm>
                <a:custGeom>
                  <a:avLst/>
                  <a:gdLst/>
                  <a:ahLst/>
                  <a:cxnLst/>
                  <a:rect l="l" t="t" r="r" b="b"/>
                  <a:pathLst>
                    <a:path w="3648" h="3810" extrusionOk="0">
                      <a:moveTo>
                        <a:pt x="1864" y="1"/>
                      </a:moveTo>
                      <a:cubicBezTo>
                        <a:pt x="1040" y="1"/>
                        <a:pt x="291" y="717"/>
                        <a:pt x="152" y="1662"/>
                      </a:cubicBezTo>
                      <a:cubicBezTo>
                        <a:pt x="0" y="2695"/>
                        <a:pt x="608" y="3668"/>
                        <a:pt x="1551" y="3789"/>
                      </a:cubicBezTo>
                      <a:cubicBezTo>
                        <a:pt x="1632" y="3803"/>
                        <a:pt x="1712" y="3809"/>
                        <a:pt x="1792" y="3809"/>
                      </a:cubicBezTo>
                      <a:cubicBezTo>
                        <a:pt x="2613" y="3809"/>
                        <a:pt x="3357" y="3118"/>
                        <a:pt x="3496" y="2148"/>
                      </a:cubicBezTo>
                      <a:cubicBezTo>
                        <a:pt x="3648" y="1115"/>
                        <a:pt x="3010" y="142"/>
                        <a:pt x="2098" y="20"/>
                      </a:cubicBezTo>
                      <a:cubicBezTo>
                        <a:pt x="2019" y="7"/>
                        <a:pt x="1941" y="1"/>
                        <a:pt x="186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44" name="Google Shape;1344;p80"/>
              <p:cNvSpPr/>
              <p:nvPr/>
            </p:nvSpPr>
            <p:spPr>
              <a:xfrm rot="-899979">
                <a:off x="7190084" y="3473531"/>
                <a:ext cx="144209" cy="254307"/>
              </a:xfrm>
              <a:custGeom>
                <a:avLst/>
                <a:gdLst/>
                <a:ahLst/>
                <a:cxnLst/>
                <a:rect l="l" t="t" r="r" b="b"/>
                <a:pathLst>
                  <a:path w="2190" h="3862" extrusionOk="0">
                    <a:moveTo>
                      <a:pt x="1" y="1"/>
                    </a:moveTo>
                    <a:cubicBezTo>
                      <a:pt x="943" y="123"/>
                      <a:pt x="1703" y="943"/>
                      <a:pt x="1703" y="1916"/>
                    </a:cubicBezTo>
                    <a:cubicBezTo>
                      <a:pt x="1703" y="2919"/>
                      <a:pt x="943" y="3709"/>
                      <a:pt x="1" y="3831"/>
                    </a:cubicBezTo>
                    <a:cubicBezTo>
                      <a:pt x="61" y="3861"/>
                      <a:pt x="153" y="3861"/>
                      <a:pt x="244" y="3861"/>
                    </a:cubicBezTo>
                    <a:cubicBezTo>
                      <a:pt x="1308" y="3861"/>
                      <a:pt x="2189" y="2980"/>
                      <a:pt x="2189" y="1916"/>
                    </a:cubicBezTo>
                    <a:cubicBezTo>
                      <a:pt x="2189" y="852"/>
                      <a:pt x="130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80"/>
              <p:cNvSpPr/>
              <p:nvPr/>
            </p:nvSpPr>
            <p:spPr>
              <a:xfrm rot="-899979">
                <a:off x="5690446" y="4039147"/>
                <a:ext cx="144143" cy="256217"/>
              </a:xfrm>
              <a:custGeom>
                <a:avLst/>
                <a:gdLst/>
                <a:ahLst/>
                <a:cxnLst/>
                <a:rect l="l" t="t" r="r" b="b"/>
                <a:pathLst>
                  <a:path w="2189" h="3891" extrusionOk="0">
                    <a:moveTo>
                      <a:pt x="243" y="0"/>
                    </a:moveTo>
                    <a:cubicBezTo>
                      <a:pt x="183" y="0"/>
                      <a:pt x="91" y="31"/>
                      <a:pt x="0" y="31"/>
                    </a:cubicBezTo>
                    <a:cubicBezTo>
                      <a:pt x="973" y="152"/>
                      <a:pt x="1702" y="973"/>
                      <a:pt x="1702" y="1945"/>
                    </a:cubicBezTo>
                    <a:cubicBezTo>
                      <a:pt x="1702" y="2918"/>
                      <a:pt x="973" y="3739"/>
                      <a:pt x="0" y="3860"/>
                    </a:cubicBezTo>
                    <a:cubicBezTo>
                      <a:pt x="91" y="3860"/>
                      <a:pt x="152" y="3891"/>
                      <a:pt x="243" y="3891"/>
                    </a:cubicBezTo>
                    <a:cubicBezTo>
                      <a:pt x="1307" y="3891"/>
                      <a:pt x="2189" y="3009"/>
                      <a:pt x="2189" y="1945"/>
                    </a:cubicBezTo>
                    <a:cubicBezTo>
                      <a:pt x="2189" y="882"/>
                      <a:pt x="1338" y="0"/>
                      <a:pt x="24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80"/>
              <p:cNvSpPr/>
              <p:nvPr/>
            </p:nvSpPr>
            <p:spPr>
              <a:xfrm rot="-899979">
                <a:off x="5989517" y="3795495"/>
                <a:ext cx="142167" cy="254307"/>
              </a:xfrm>
              <a:custGeom>
                <a:avLst/>
                <a:gdLst/>
                <a:ahLst/>
                <a:cxnLst/>
                <a:rect l="l" t="t" r="r" b="b"/>
                <a:pathLst>
                  <a:path w="2159" h="3862" extrusionOk="0">
                    <a:moveTo>
                      <a:pt x="1" y="1"/>
                    </a:moveTo>
                    <a:cubicBezTo>
                      <a:pt x="943" y="123"/>
                      <a:pt x="1673" y="943"/>
                      <a:pt x="1673" y="1916"/>
                    </a:cubicBezTo>
                    <a:cubicBezTo>
                      <a:pt x="1673" y="2919"/>
                      <a:pt x="943" y="3709"/>
                      <a:pt x="1" y="3831"/>
                    </a:cubicBezTo>
                    <a:cubicBezTo>
                      <a:pt x="62" y="3861"/>
                      <a:pt x="153" y="3861"/>
                      <a:pt x="214" y="3861"/>
                    </a:cubicBezTo>
                    <a:cubicBezTo>
                      <a:pt x="1308" y="3861"/>
                      <a:pt x="2159" y="2980"/>
                      <a:pt x="2159" y="1916"/>
                    </a:cubicBezTo>
                    <a:cubicBezTo>
                      <a:pt x="2159" y="852"/>
                      <a:pt x="1308" y="1"/>
                      <a:pt x="21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80"/>
              <p:cNvSpPr/>
              <p:nvPr/>
            </p:nvSpPr>
            <p:spPr>
              <a:xfrm rot="-899979">
                <a:off x="6317366" y="3541923"/>
                <a:ext cx="142167" cy="254242"/>
              </a:xfrm>
              <a:custGeom>
                <a:avLst/>
                <a:gdLst/>
                <a:ahLst/>
                <a:cxnLst/>
                <a:rect l="l" t="t" r="r" b="b"/>
                <a:pathLst>
                  <a:path w="2159" h="3861" extrusionOk="0">
                    <a:moveTo>
                      <a:pt x="244" y="0"/>
                    </a:moveTo>
                    <a:cubicBezTo>
                      <a:pt x="152" y="0"/>
                      <a:pt x="61" y="31"/>
                      <a:pt x="0" y="31"/>
                    </a:cubicBezTo>
                    <a:cubicBezTo>
                      <a:pt x="943" y="152"/>
                      <a:pt x="1672" y="943"/>
                      <a:pt x="1672" y="1946"/>
                    </a:cubicBezTo>
                    <a:cubicBezTo>
                      <a:pt x="1672" y="2918"/>
                      <a:pt x="943" y="3739"/>
                      <a:pt x="0" y="3861"/>
                    </a:cubicBezTo>
                    <a:lnTo>
                      <a:pt x="244" y="3861"/>
                    </a:lnTo>
                    <a:cubicBezTo>
                      <a:pt x="1307" y="3861"/>
                      <a:pt x="2159" y="3009"/>
                      <a:pt x="2159" y="1946"/>
                    </a:cubicBezTo>
                    <a:cubicBezTo>
                      <a:pt x="2159" y="851"/>
                      <a:pt x="1307" y="0"/>
                      <a:pt x="24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80"/>
              <p:cNvSpPr/>
              <p:nvPr/>
            </p:nvSpPr>
            <p:spPr>
              <a:xfrm rot="-899979">
                <a:off x="6270916" y="2267991"/>
                <a:ext cx="170219" cy="255559"/>
              </a:xfrm>
              <a:custGeom>
                <a:avLst/>
                <a:gdLst/>
                <a:ahLst/>
                <a:cxnLst/>
                <a:rect l="l" t="t" r="r" b="b"/>
                <a:pathLst>
                  <a:path w="2585" h="3881" extrusionOk="0">
                    <a:moveTo>
                      <a:pt x="578" y="0"/>
                    </a:moveTo>
                    <a:cubicBezTo>
                      <a:pt x="1490" y="244"/>
                      <a:pt x="2098" y="1155"/>
                      <a:pt x="1976" y="2128"/>
                    </a:cubicBezTo>
                    <a:cubicBezTo>
                      <a:pt x="1828" y="3080"/>
                      <a:pt x="1009" y="3770"/>
                      <a:pt x="62" y="3770"/>
                    </a:cubicBezTo>
                    <a:cubicBezTo>
                      <a:pt x="41" y="3770"/>
                      <a:pt x="21" y="3770"/>
                      <a:pt x="1" y="3769"/>
                    </a:cubicBezTo>
                    <a:lnTo>
                      <a:pt x="1" y="3769"/>
                    </a:lnTo>
                    <a:cubicBezTo>
                      <a:pt x="92" y="3800"/>
                      <a:pt x="183" y="3830"/>
                      <a:pt x="244" y="3861"/>
                    </a:cubicBezTo>
                    <a:cubicBezTo>
                      <a:pt x="338" y="3874"/>
                      <a:pt x="432" y="3881"/>
                      <a:pt x="524" y="3881"/>
                    </a:cubicBezTo>
                    <a:cubicBezTo>
                      <a:pt x="1474" y="3881"/>
                      <a:pt x="2294" y="3189"/>
                      <a:pt x="2432" y="2219"/>
                    </a:cubicBezTo>
                    <a:cubicBezTo>
                      <a:pt x="2584" y="1155"/>
                      <a:pt x="1855" y="152"/>
                      <a:pt x="82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80"/>
              <p:cNvSpPr/>
              <p:nvPr/>
            </p:nvSpPr>
            <p:spPr>
              <a:xfrm rot="-899979">
                <a:off x="6349585" y="2932783"/>
                <a:ext cx="170219" cy="255559"/>
              </a:xfrm>
              <a:custGeom>
                <a:avLst/>
                <a:gdLst/>
                <a:ahLst/>
                <a:cxnLst/>
                <a:rect l="l" t="t" r="r" b="b"/>
                <a:pathLst>
                  <a:path w="2585" h="3881" extrusionOk="0">
                    <a:moveTo>
                      <a:pt x="548" y="0"/>
                    </a:moveTo>
                    <a:cubicBezTo>
                      <a:pt x="1490" y="244"/>
                      <a:pt x="2098" y="1155"/>
                      <a:pt x="1946" y="2128"/>
                    </a:cubicBezTo>
                    <a:cubicBezTo>
                      <a:pt x="1824" y="3101"/>
                      <a:pt x="973" y="3800"/>
                      <a:pt x="1" y="3800"/>
                    </a:cubicBezTo>
                    <a:cubicBezTo>
                      <a:pt x="92" y="3800"/>
                      <a:pt x="153" y="3830"/>
                      <a:pt x="244" y="3861"/>
                    </a:cubicBezTo>
                    <a:cubicBezTo>
                      <a:pt x="338" y="3874"/>
                      <a:pt x="432" y="3881"/>
                      <a:pt x="524" y="3881"/>
                    </a:cubicBezTo>
                    <a:cubicBezTo>
                      <a:pt x="1474" y="3881"/>
                      <a:pt x="2294" y="3189"/>
                      <a:pt x="2432" y="2219"/>
                    </a:cubicBezTo>
                    <a:cubicBezTo>
                      <a:pt x="2584" y="1155"/>
                      <a:pt x="1855" y="152"/>
                      <a:pt x="79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9" name="Google Shape;1314;p80">
            <a:extLst>
              <a:ext uri="{FF2B5EF4-FFF2-40B4-BE49-F238E27FC236}">
                <a16:creationId xmlns:a16="http://schemas.microsoft.com/office/drawing/2014/main" id="{8993E122-F67B-42CC-AFFB-350276FBF909}"/>
              </a:ext>
            </a:extLst>
          </p:cNvPr>
          <p:cNvSpPr txBox="1">
            <a:spLocks/>
          </p:cNvSpPr>
          <p:nvPr/>
        </p:nvSpPr>
        <p:spPr>
          <a:xfrm>
            <a:off x="1849029" y="3452334"/>
            <a:ext cx="2829304" cy="56599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accent1"/>
              </a:buClr>
              <a:buSzPts val="2800"/>
              <a:buFont typeface="Roboto"/>
              <a:buNone/>
              <a:defRPr sz="1800" b="0" i="0" u="none" strike="noStrike" cap="none">
                <a:solidFill>
                  <a:schemeClr val="accent1"/>
                </a:solidFill>
                <a:latin typeface="Roboto"/>
                <a:ea typeface="Roboto"/>
                <a:cs typeface="Roboto"/>
                <a:sym typeface="Roboto"/>
              </a:defRPr>
            </a:lvl1pPr>
            <a:lvl2pPr marL="914400" marR="0" lvl="1" indent="-317500" algn="ctr" rtl="0">
              <a:lnSpc>
                <a:spcPct val="100000"/>
              </a:lnSpc>
              <a:spcBef>
                <a:spcPts val="0"/>
              </a:spcBef>
              <a:spcAft>
                <a:spcPts val="0"/>
              </a:spcAft>
              <a:buClr>
                <a:schemeClr val="accent1"/>
              </a:buClr>
              <a:buSzPts val="2800"/>
              <a:buFont typeface="Roboto"/>
              <a:buNone/>
              <a:defRPr sz="2800" b="0" i="0" u="none" strike="noStrike" cap="none">
                <a:solidFill>
                  <a:schemeClr val="accent1"/>
                </a:solidFill>
                <a:latin typeface="Roboto"/>
                <a:ea typeface="Roboto"/>
                <a:cs typeface="Roboto"/>
                <a:sym typeface="Roboto"/>
              </a:defRPr>
            </a:lvl2pPr>
            <a:lvl3pPr marL="1371600" marR="0" lvl="2" indent="-317500" algn="ctr" rtl="0">
              <a:lnSpc>
                <a:spcPct val="100000"/>
              </a:lnSpc>
              <a:spcBef>
                <a:spcPts val="0"/>
              </a:spcBef>
              <a:spcAft>
                <a:spcPts val="0"/>
              </a:spcAft>
              <a:buClr>
                <a:schemeClr val="accent1"/>
              </a:buClr>
              <a:buSzPts val="2800"/>
              <a:buFont typeface="Roboto"/>
              <a:buNone/>
              <a:defRPr sz="2800" b="0" i="0" u="none" strike="noStrike" cap="none">
                <a:solidFill>
                  <a:schemeClr val="accent1"/>
                </a:solidFill>
                <a:latin typeface="Roboto"/>
                <a:ea typeface="Roboto"/>
                <a:cs typeface="Roboto"/>
                <a:sym typeface="Roboto"/>
              </a:defRPr>
            </a:lvl3pPr>
            <a:lvl4pPr marL="1828800" marR="0" lvl="3" indent="-317500" algn="ctr" rtl="0">
              <a:lnSpc>
                <a:spcPct val="100000"/>
              </a:lnSpc>
              <a:spcBef>
                <a:spcPts val="0"/>
              </a:spcBef>
              <a:spcAft>
                <a:spcPts val="0"/>
              </a:spcAft>
              <a:buClr>
                <a:schemeClr val="accent1"/>
              </a:buClr>
              <a:buSzPts val="2800"/>
              <a:buFont typeface="Roboto"/>
              <a:buNone/>
              <a:defRPr sz="2800" b="0" i="0" u="none" strike="noStrike" cap="none">
                <a:solidFill>
                  <a:schemeClr val="accent1"/>
                </a:solidFill>
                <a:latin typeface="Roboto"/>
                <a:ea typeface="Roboto"/>
                <a:cs typeface="Roboto"/>
                <a:sym typeface="Roboto"/>
              </a:defRPr>
            </a:lvl4pPr>
            <a:lvl5pPr marL="2286000" marR="0" lvl="4" indent="-317500" algn="ctr" rtl="0">
              <a:lnSpc>
                <a:spcPct val="100000"/>
              </a:lnSpc>
              <a:spcBef>
                <a:spcPts val="0"/>
              </a:spcBef>
              <a:spcAft>
                <a:spcPts val="0"/>
              </a:spcAft>
              <a:buClr>
                <a:schemeClr val="accent1"/>
              </a:buClr>
              <a:buSzPts val="2800"/>
              <a:buFont typeface="Roboto"/>
              <a:buNone/>
              <a:defRPr sz="2800" b="0" i="0" u="none" strike="noStrike" cap="none">
                <a:solidFill>
                  <a:schemeClr val="accent1"/>
                </a:solidFill>
                <a:latin typeface="Roboto"/>
                <a:ea typeface="Roboto"/>
                <a:cs typeface="Roboto"/>
                <a:sym typeface="Roboto"/>
              </a:defRPr>
            </a:lvl5pPr>
            <a:lvl6pPr marL="2743200" marR="0" lvl="5" indent="-317500" algn="ctr" rtl="0">
              <a:lnSpc>
                <a:spcPct val="100000"/>
              </a:lnSpc>
              <a:spcBef>
                <a:spcPts val="0"/>
              </a:spcBef>
              <a:spcAft>
                <a:spcPts val="0"/>
              </a:spcAft>
              <a:buClr>
                <a:schemeClr val="accent1"/>
              </a:buClr>
              <a:buSzPts val="2800"/>
              <a:buFont typeface="Roboto"/>
              <a:buNone/>
              <a:defRPr sz="2800" b="0" i="0" u="none" strike="noStrike" cap="none">
                <a:solidFill>
                  <a:schemeClr val="accent1"/>
                </a:solidFill>
                <a:latin typeface="Roboto"/>
                <a:ea typeface="Roboto"/>
                <a:cs typeface="Roboto"/>
                <a:sym typeface="Roboto"/>
              </a:defRPr>
            </a:lvl6pPr>
            <a:lvl7pPr marL="3200400" marR="0" lvl="6" indent="-317500" algn="ctr" rtl="0">
              <a:lnSpc>
                <a:spcPct val="100000"/>
              </a:lnSpc>
              <a:spcBef>
                <a:spcPts val="0"/>
              </a:spcBef>
              <a:spcAft>
                <a:spcPts val="0"/>
              </a:spcAft>
              <a:buClr>
                <a:schemeClr val="accent1"/>
              </a:buClr>
              <a:buSzPts val="2800"/>
              <a:buFont typeface="Roboto"/>
              <a:buNone/>
              <a:defRPr sz="2800" b="0" i="0" u="none" strike="noStrike" cap="none">
                <a:solidFill>
                  <a:schemeClr val="accent1"/>
                </a:solidFill>
                <a:latin typeface="Roboto"/>
                <a:ea typeface="Roboto"/>
                <a:cs typeface="Roboto"/>
                <a:sym typeface="Roboto"/>
              </a:defRPr>
            </a:lvl7pPr>
            <a:lvl8pPr marL="3657600" marR="0" lvl="7" indent="-317500" algn="ctr" rtl="0">
              <a:lnSpc>
                <a:spcPct val="100000"/>
              </a:lnSpc>
              <a:spcBef>
                <a:spcPts val="0"/>
              </a:spcBef>
              <a:spcAft>
                <a:spcPts val="0"/>
              </a:spcAft>
              <a:buClr>
                <a:schemeClr val="accent1"/>
              </a:buClr>
              <a:buSzPts val="2800"/>
              <a:buFont typeface="Roboto"/>
              <a:buNone/>
              <a:defRPr sz="2800" b="0" i="0" u="none" strike="noStrike" cap="none">
                <a:solidFill>
                  <a:schemeClr val="accent1"/>
                </a:solidFill>
                <a:latin typeface="Roboto"/>
                <a:ea typeface="Roboto"/>
                <a:cs typeface="Roboto"/>
                <a:sym typeface="Roboto"/>
              </a:defRPr>
            </a:lvl8pPr>
            <a:lvl9pPr marL="4114800" marR="0" lvl="8" indent="-317500" algn="ctr" rtl="0">
              <a:lnSpc>
                <a:spcPct val="100000"/>
              </a:lnSpc>
              <a:spcBef>
                <a:spcPts val="0"/>
              </a:spcBef>
              <a:spcAft>
                <a:spcPts val="0"/>
              </a:spcAft>
              <a:buClr>
                <a:schemeClr val="accent1"/>
              </a:buClr>
              <a:buSzPts val="2800"/>
              <a:buFont typeface="Roboto"/>
              <a:buNone/>
              <a:defRPr sz="2800" b="0" i="0" u="none" strike="noStrike" cap="none">
                <a:solidFill>
                  <a:schemeClr val="accent1"/>
                </a:solidFill>
                <a:latin typeface="Roboto"/>
                <a:ea typeface="Roboto"/>
                <a:cs typeface="Roboto"/>
                <a:sym typeface="Roboto"/>
              </a:defRPr>
            </a:lvl9pPr>
          </a:lstStyle>
          <a:p>
            <a:pPr marL="0" indent="0" algn="r" rtl="1"/>
            <a:r>
              <a:rPr lang="fa-IR" dirty="0">
                <a:latin typeface="Parvin" panose="020B0506030503020204" pitchFamily="34" charset="-78"/>
                <a:cs typeface="Parvin" panose="020B0506030503020204" pitchFamily="34" charset="-78"/>
              </a:rPr>
              <a:t>استاد درس: درویش زاده</a:t>
            </a:r>
            <a:endParaRPr lang="fa-I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53"/>
        <p:cNvGrpSpPr/>
        <p:nvPr/>
      </p:nvGrpSpPr>
      <p:grpSpPr>
        <a:xfrm>
          <a:off x="0" y="0"/>
          <a:ext cx="0" cy="0"/>
          <a:chOff x="0" y="0"/>
          <a:chExt cx="0" cy="0"/>
        </a:xfrm>
      </p:grpSpPr>
      <p:sp>
        <p:nvSpPr>
          <p:cNvPr id="1354" name="Google Shape;1354;p81"/>
          <p:cNvSpPr txBox="1">
            <a:spLocks noGrp="1"/>
          </p:cNvSpPr>
          <p:nvPr>
            <p:ph type="title"/>
          </p:nvPr>
        </p:nvSpPr>
        <p:spPr>
          <a:xfrm>
            <a:off x="726100" y="542575"/>
            <a:ext cx="7691700" cy="475200"/>
          </a:xfrm>
          <a:prstGeom prst="rect">
            <a:avLst/>
          </a:prstGeom>
        </p:spPr>
        <p:txBody>
          <a:bodyPr spcFirstLastPara="1" wrap="square" lIns="91425" tIns="91425" rIns="91425" bIns="91425" anchor="ctr" anchorCtr="0">
            <a:noAutofit/>
          </a:bodyPr>
          <a:lstStyle/>
          <a:p>
            <a:pPr marL="0" lvl="0" indent="0" algn="r" rtl="1">
              <a:spcBef>
                <a:spcPts val="0"/>
              </a:spcBef>
              <a:spcAft>
                <a:spcPts val="0"/>
              </a:spcAft>
              <a:buNone/>
            </a:pPr>
            <a:r>
              <a:rPr lang="fa-IR" dirty="0">
                <a:cs typeface="A Naskh Tahrir" panose="00000700000000000000" pitchFamily="2" charset="-78"/>
              </a:rPr>
              <a:t>فهرست مطالب</a:t>
            </a:r>
            <a:endParaRPr dirty="0">
              <a:cs typeface="A Naskh Tahrir" panose="00000700000000000000" pitchFamily="2" charset="-78"/>
            </a:endParaRPr>
          </a:p>
        </p:txBody>
      </p:sp>
      <p:sp>
        <p:nvSpPr>
          <p:cNvPr id="1355" name="Google Shape;1355;p81"/>
          <p:cNvSpPr txBox="1">
            <a:spLocks noGrp="1"/>
          </p:cNvSpPr>
          <p:nvPr>
            <p:ph type="body" idx="1"/>
          </p:nvPr>
        </p:nvSpPr>
        <p:spPr>
          <a:xfrm>
            <a:off x="714375" y="1114425"/>
            <a:ext cx="7691700" cy="3181500"/>
          </a:xfrm>
          <a:prstGeom prst="rect">
            <a:avLst/>
          </a:prstGeom>
        </p:spPr>
        <p:txBody>
          <a:bodyPr spcFirstLastPara="1" wrap="square" lIns="91425" tIns="91425" rIns="91425" bIns="91425" anchor="t" anchorCtr="0">
            <a:noAutofit/>
          </a:bodyPr>
          <a:lstStyle/>
          <a:p>
            <a:pPr marL="342900" indent="-342900" algn="just" rtl="1">
              <a:buClr>
                <a:srgbClr val="859AD5"/>
              </a:buClr>
              <a:buSzPts val="1100"/>
            </a:pPr>
            <a:r>
              <a:rPr lang="fa-IR" sz="1600" dirty="0">
                <a:latin typeface="Parvin" panose="020B0506030503020204" pitchFamily="34" charset="-78"/>
                <a:cs typeface="Aban" pitchFamily="2" charset="-78"/>
              </a:rPr>
              <a:t>مقدمه</a:t>
            </a:r>
          </a:p>
          <a:p>
            <a:pPr marL="342900" indent="-342900" algn="just" rtl="1">
              <a:buClr>
                <a:srgbClr val="859AD5"/>
              </a:buClr>
              <a:buSzPts val="1100"/>
            </a:pPr>
            <a:r>
              <a:rPr lang="fa-IR" sz="1600" dirty="0">
                <a:latin typeface="Parvin" panose="020B0506030503020204" pitchFamily="34" charset="-78"/>
                <a:cs typeface="Aban" pitchFamily="2" charset="-78"/>
              </a:rPr>
              <a:t>اهمیت موضوع</a:t>
            </a:r>
          </a:p>
          <a:p>
            <a:pPr marL="342900" indent="-342900" algn="just" rtl="1">
              <a:buClr>
                <a:srgbClr val="859AD5"/>
              </a:buClr>
              <a:buSzPts val="1100"/>
            </a:pPr>
            <a:r>
              <a:rPr lang="fa-IR" sz="1600" dirty="0">
                <a:latin typeface="Parvin" panose="020B0506030503020204" pitchFamily="34" charset="-78"/>
                <a:cs typeface="Aban" pitchFamily="2" charset="-78"/>
              </a:rPr>
              <a:t>پیشینه تحقیق</a:t>
            </a:r>
          </a:p>
          <a:p>
            <a:pPr marL="342900" indent="-342900" algn="just" rtl="1">
              <a:buClr>
                <a:srgbClr val="859AD5"/>
              </a:buClr>
              <a:buSzPts val="1100"/>
            </a:pPr>
            <a:r>
              <a:rPr lang="fa-IR" sz="1600" dirty="0">
                <a:latin typeface="Parvin" panose="020B0506030503020204" pitchFamily="34" charset="-78"/>
                <a:cs typeface="Aban" pitchFamily="2" charset="-78"/>
              </a:rPr>
              <a:t>مدلسازی</a:t>
            </a:r>
          </a:p>
          <a:p>
            <a:pPr marL="342900" indent="-342900" algn="just" rtl="1">
              <a:buClr>
                <a:srgbClr val="859AD5"/>
              </a:buClr>
              <a:buSzPts val="1100"/>
            </a:pPr>
            <a:r>
              <a:rPr lang="fa-IR" sz="1600" dirty="0">
                <a:latin typeface="Parvin" panose="020B0506030503020204" pitchFamily="34" charset="-78"/>
                <a:cs typeface="Aban" pitchFamily="2" charset="-78"/>
              </a:rPr>
              <a:t>تعادل های نش محض</a:t>
            </a:r>
          </a:p>
          <a:p>
            <a:pPr marL="342900" indent="-342900" algn="just" rtl="1">
              <a:buClr>
                <a:srgbClr val="859AD5"/>
              </a:buClr>
              <a:buSzPts val="1100"/>
            </a:pPr>
            <a:r>
              <a:rPr lang="fa-IR" sz="1600" dirty="0">
                <a:latin typeface="Parvin" panose="020B0506030503020204" pitchFamily="34" charset="-78"/>
                <a:cs typeface="Aban" pitchFamily="2" charset="-78"/>
              </a:rPr>
              <a:t>تعادل های نش مخلوط</a:t>
            </a:r>
          </a:p>
          <a:p>
            <a:pPr marL="342900" indent="-342900" algn="just" rtl="1">
              <a:buClr>
                <a:srgbClr val="859AD5"/>
              </a:buClr>
              <a:buSzPts val="1100"/>
            </a:pPr>
            <a:r>
              <a:rPr lang="fa-IR" sz="1600" dirty="0">
                <a:latin typeface="Parvin" panose="020B0506030503020204" pitchFamily="34" charset="-78"/>
                <a:cs typeface="Aban" pitchFamily="2" charset="-78"/>
              </a:rPr>
              <a:t>بازی ترتیبی و تعادل های نش</a:t>
            </a:r>
          </a:p>
          <a:p>
            <a:pPr marL="342900" indent="-342900" algn="just" rtl="1">
              <a:buClr>
                <a:srgbClr val="859AD5"/>
              </a:buClr>
              <a:buSzPts val="1100"/>
            </a:pPr>
            <a:r>
              <a:rPr lang="fa-IR" sz="1600" dirty="0">
                <a:latin typeface="Parvin" panose="020B0506030503020204" pitchFamily="34" charset="-78"/>
                <a:cs typeface="Aban" pitchFamily="2" charset="-78"/>
              </a:rPr>
              <a:t>بررسی تحلیلی</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60"/>
        <p:cNvGrpSpPr/>
        <p:nvPr/>
      </p:nvGrpSpPr>
      <p:grpSpPr>
        <a:xfrm>
          <a:off x="0" y="0"/>
          <a:ext cx="0" cy="0"/>
          <a:chOff x="0" y="0"/>
          <a:chExt cx="0" cy="0"/>
        </a:xfrm>
      </p:grpSpPr>
      <p:sp>
        <p:nvSpPr>
          <p:cNvPr id="1361" name="Google Shape;1361;p82"/>
          <p:cNvSpPr txBox="1">
            <a:spLocks noGrp="1"/>
          </p:cNvSpPr>
          <p:nvPr>
            <p:ph type="title"/>
          </p:nvPr>
        </p:nvSpPr>
        <p:spPr>
          <a:xfrm>
            <a:off x="2517475" y="542575"/>
            <a:ext cx="4045200" cy="51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a-IR" dirty="0">
                <a:cs typeface="A Naskh Tahrir" panose="00000700000000000000" pitchFamily="2" charset="-78"/>
              </a:rPr>
              <a:t>مقدمه</a:t>
            </a:r>
            <a:endParaRPr dirty="0">
              <a:cs typeface="A Naskh Tahrir" panose="00000700000000000000" pitchFamily="2" charset="-78"/>
            </a:endParaRPr>
          </a:p>
        </p:txBody>
      </p:sp>
      <p:sp>
        <p:nvSpPr>
          <p:cNvPr id="1362" name="Google Shape;1362;p82"/>
          <p:cNvSpPr txBox="1">
            <a:spLocks noGrp="1"/>
          </p:cNvSpPr>
          <p:nvPr>
            <p:ph type="subTitle" idx="1"/>
          </p:nvPr>
        </p:nvSpPr>
        <p:spPr>
          <a:xfrm>
            <a:off x="2386050" y="1182525"/>
            <a:ext cx="4371900" cy="147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a-IR" dirty="0">
                <a:cs typeface="Aban" pitchFamily="2" charset="-78"/>
              </a:rPr>
              <a:t>در این ارائه هدف ما بررسی رفتار های اجتماعی پیرامون عمل پیوند کبد و بهینگی آن به وسیله نظریه بازی هاست.</a:t>
            </a:r>
            <a:endParaRPr dirty="0">
              <a:cs typeface="Aban" pitchFamily="2" charset="-78"/>
            </a:endParaRPr>
          </a:p>
        </p:txBody>
      </p:sp>
      <p:sp>
        <p:nvSpPr>
          <p:cNvPr id="1612" name="Google Shape;1612;p82"/>
          <p:cNvSpPr/>
          <p:nvPr/>
        </p:nvSpPr>
        <p:spPr>
          <a:xfrm>
            <a:off x="5369638" y="4920750"/>
            <a:ext cx="39225" cy="15875"/>
          </a:xfrm>
          <a:custGeom>
            <a:avLst/>
            <a:gdLst/>
            <a:ahLst/>
            <a:cxnLst/>
            <a:rect l="l" t="t" r="r" b="b"/>
            <a:pathLst>
              <a:path w="1569" h="635" extrusionOk="0">
                <a:moveTo>
                  <a:pt x="1535" y="1"/>
                </a:moveTo>
                <a:lnTo>
                  <a:pt x="568" y="34"/>
                </a:lnTo>
                <a:cubicBezTo>
                  <a:pt x="267" y="68"/>
                  <a:pt x="1" y="335"/>
                  <a:pt x="34" y="635"/>
                </a:cubicBezTo>
                <a:lnTo>
                  <a:pt x="1201" y="568"/>
                </a:lnTo>
                <a:cubicBezTo>
                  <a:pt x="1402" y="568"/>
                  <a:pt x="1568" y="401"/>
                  <a:pt x="1568" y="201"/>
                </a:cubicBezTo>
                <a:lnTo>
                  <a:pt x="1535" y="1"/>
                </a:lnTo>
                <a:close/>
              </a:path>
            </a:pathLst>
          </a:custGeom>
          <a:solidFill>
            <a:srgbClr val="3535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82"/>
          <p:cNvSpPr/>
          <p:nvPr/>
        </p:nvSpPr>
        <p:spPr>
          <a:xfrm>
            <a:off x="5763263" y="4920750"/>
            <a:ext cx="39200" cy="18375"/>
          </a:xfrm>
          <a:custGeom>
            <a:avLst/>
            <a:gdLst/>
            <a:ahLst/>
            <a:cxnLst/>
            <a:rect l="l" t="t" r="r" b="b"/>
            <a:pathLst>
              <a:path w="1568" h="735" extrusionOk="0">
                <a:moveTo>
                  <a:pt x="33" y="1"/>
                </a:moveTo>
                <a:lnTo>
                  <a:pt x="33" y="201"/>
                </a:lnTo>
                <a:cubicBezTo>
                  <a:pt x="0" y="401"/>
                  <a:pt x="134" y="568"/>
                  <a:pt x="334" y="601"/>
                </a:cubicBezTo>
                <a:lnTo>
                  <a:pt x="1535" y="735"/>
                </a:lnTo>
                <a:cubicBezTo>
                  <a:pt x="1568" y="435"/>
                  <a:pt x="1334" y="134"/>
                  <a:pt x="1034" y="101"/>
                </a:cubicBezTo>
                <a:lnTo>
                  <a:pt x="33" y="1"/>
                </a:lnTo>
                <a:close/>
              </a:path>
            </a:pathLst>
          </a:custGeom>
          <a:solidFill>
            <a:srgbClr val="3535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82"/>
          <p:cNvSpPr/>
          <p:nvPr/>
        </p:nvSpPr>
        <p:spPr>
          <a:xfrm>
            <a:off x="5688188" y="4904075"/>
            <a:ext cx="35050" cy="31725"/>
          </a:xfrm>
          <a:custGeom>
            <a:avLst/>
            <a:gdLst/>
            <a:ahLst/>
            <a:cxnLst/>
            <a:rect l="l" t="t" r="r" b="b"/>
            <a:pathLst>
              <a:path w="1402" h="1269" extrusionOk="0">
                <a:moveTo>
                  <a:pt x="201" y="1"/>
                </a:moveTo>
                <a:lnTo>
                  <a:pt x="101" y="168"/>
                </a:lnTo>
                <a:cubicBezTo>
                  <a:pt x="1" y="368"/>
                  <a:pt x="68" y="601"/>
                  <a:pt x="234" y="701"/>
                </a:cubicBezTo>
                <a:lnTo>
                  <a:pt x="1269" y="1268"/>
                </a:lnTo>
                <a:cubicBezTo>
                  <a:pt x="1402" y="1002"/>
                  <a:pt x="1302" y="635"/>
                  <a:pt x="1035" y="501"/>
                </a:cubicBezTo>
                <a:lnTo>
                  <a:pt x="201" y="1"/>
                </a:lnTo>
                <a:close/>
              </a:path>
            </a:pathLst>
          </a:custGeom>
          <a:solidFill>
            <a:srgbClr val="3535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82"/>
          <p:cNvSpPr/>
          <p:nvPr/>
        </p:nvSpPr>
        <p:spPr>
          <a:xfrm>
            <a:off x="6473777" y="2823050"/>
            <a:ext cx="621207" cy="193497"/>
          </a:xfrm>
          <a:custGeom>
            <a:avLst/>
            <a:gdLst/>
            <a:ahLst/>
            <a:cxnLst/>
            <a:rect l="l" t="t" r="r" b="b"/>
            <a:pathLst>
              <a:path w="16279" h="5071" extrusionOk="0">
                <a:moveTo>
                  <a:pt x="8673" y="0"/>
                </a:moveTo>
                <a:cubicBezTo>
                  <a:pt x="7139" y="0"/>
                  <a:pt x="5804" y="934"/>
                  <a:pt x="5237" y="2235"/>
                </a:cubicBezTo>
                <a:cubicBezTo>
                  <a:pt x="4670" y="1735"/>
                  <a:pt x="3936" y="1435"/>
                  <a:pt x="3136" y="1435"/>
                </a:cubicBezTo>
                <a:cubicBezTo>
                  <a:pt x="1401" y="1435"/>
                  <a:pt x="0" y="2836"/>
                  <a:pt x="0" y="4570"/>
                </a:cubicBezTo>
                <a:cubicBezTo>
                  <a:pt x="0" y="4737"/>
                  <a:pt x="0" y="4904"/>
                  <a:pt x="34" y="5071"/>
                </a:cubicBezTo>
                <a:lnTo>
                  <a:pt x="16279" y="5071"/>
                </a:lnTo>
                <a:cubicBezTo>
                  <a:pt x="15978" y="3970"/>
                  <a:pt x="14978" y="3136"/>
                  <a:pt x="13810" y="3136"/>
                </a:cubicBezTo>
                <a:cubicBezTo>
                  <a:pt x="13310" y="3136"/>
                  <a:pt x="12843" y="3269"/>
                  <a:pt x="12443" y="3536"/>
                </a:cubicBezTo>
                <a:cubicBezTo>
                  <a:pt x="12309" y="1568"/>
                  <a:pt x="10675" y="0"/>
                  <a:pt x="8673" y="0"/>
                </a:cubicBezTo>
                <a:close/>
              </a:path>
            </a:pathLst>
          </a:custGeom>
          <a:solidFill>
            <a:srgbClr val="E0CF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52" name="Google Shape;1752;p82"/>
          <p:cNvGrpSpPr/>
          <p:nvPr/>
        </p:nvGrpSpPr>
        <p:grpSpPr>
          <a:xfrm>
            <a:off x="417435" y="237007"/>
            <a:ext cx="591604" cy="615737"/>
            <a:chOff x="5593285" y="1262634"/>
            <a:chExt cx="1852814" cy="1928398"/>
          </a:xfrm>
        </p:grpSpPr>
        <p:sp>
          <p:nvSpPr>
            <p:cNvPr id="1753" name="Google Shape;1753;p82"/>
            <p:cNvSpPr/>
            <p:nvPr/>
          </p:nvSpPr>
          <p:spPr>
            <a:xfrm rot="1799956">
              <a:off x="6377770" y="2014775"/>
              <a:ext cx="639880" cy="1089253"/>
            </a:xfrm>
            <a:custGeom>
              <a:avLst/>
              <a:gdLst/>
              <a:ahLst/>
              <a:cxnLst/>
              <a:rect l="l" t="t" r="r" b="b"/>
              <a:pathLst>
                <a:path w="18178" h="30944" extrusionOk="0">
                  <a:moveTo>
                    <a:pt x="18177" y="0"/>
                  </a:moveTo>
                  <a:lnTo>
                    <a:pt x="1" y="9818"/>
                  </a:lnTo>
                  <a:lnTo>
                    <a:pt x="1" y="30943"/>
                  </a:lnTo>
                  <a:lnTo>
                    <a:pt x="18177" y="20153"/>
                  </a:lnTo>
                  <a:lnTo>
                    <a:pt x="18177" y="0"/>
                  </a:lnTo>
                  <a:close/>
                </a:path>
              </a:pathLst>
            </a:custGeom>
            <a:solidFill>
              <a:srgbClr val="B59F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82"/>
            <p:cNvSpPr/>
            <p:nvPr/>
          </p:nvSpPr>
          <p:spPr>
            <a:xfrm rot="1799956">
              <a:off x="6065202" y="1533009"/>
              <a:ext cx="1280781" cy="743652"/>
            </a:xfrm>
            <a:custGeom>
              <a:avLst/>
              <a:gdLst/>
              <a:ahLst/>
              <a:cxnLst/>
              <a:rect l="l" t="t" r="r" b="b"/>
              <a:pathLst>
                <a:path w="36385" h="21126" extrusionOk="0">
                  <a:moveTo>
                    <a:pt x="18694" y="0"/>
                  </a:moveTo>
                  <a:lnTo>
                    <a:pt x="1" y="10821"/>
                  </a:lnTo>
                  <a:lnTo>
                    <a:pt x="18208" y="21125"/>
                  </a:lnTo>
                  <a:lnTo>
                    <a:pt x="36384" y="11307"/>
                  </a:lnTo>
                  <a:lnTo>
                    <a:pt x="18694" y="0"/>
                  </a:lnTo>
                  <a:close/>
                </a:path>
              </a:pathLst>
            </a:custGeom>
            <a:solidFill>
              <a:srgbClr val="E0CF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82"/>
            <p:cNvSpPr/>
            <p:nvPr/>
          </p:nvSpPr>
          <p:spPr>
            <a:xfrm rot="1799956">
              <a:off x="5826936" y="1678634"/>
              <a:ext cx="640936" cy="1106361"/>
            </a:xfrm>
            <a:custGeom>
              <a:avLst/>
              <a:gdLst/>
              <a:ahLst/>
              <a:cxnLst/>
              <a:rect l="l" t="t" r="r" b="b"/>
              <a:pathLst>
                <a:path w="18208" h="31430" extrusionOk="0">
                  <a:moveTo>
                    <a:pt x="1" y="0"/>
                  </a:moveTo>
                  <a:lnTo>
                    <a:pt x="1" y="20639"/>
                  </a:lnTo>
                  <a:lnTo>
                    <a:pt x="18208" y="31429"/>
                  </a:lnTo>
                  <a:lnTo>
                    <a:pt x="18208" y="10304"/>
                  </a:lnTo>
                  <a:lnTo>
                    <a:pt x="1" y="0"/>
                  </a:lnTo>
                  <a:close/>
                </a:path>
              </a:pathLst>
            </a:custGeom>
            <a:solidFill>
              <a:srgbClr val="CDB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82"/>
            <p:cNvSpPr/>
            <p:nvPr/>
          </p:nvSpPr>
          <p:spPr>
            <a:xfrm rot="1799956">
              <a:off x="6605689" y="2310697"/>
              <a:ext cx="77090" cy="139149"/>
            </a:xfrm>
            <a:custGeom>
              <a:avLst/>
              <a:gdLst/>
              <a:ahLst/>
              <a:cxnLst/>
              <a:rect l="l" t="t" r="r" b="b"/>
              <a:pathLst>
                <a:path w="2190" h="3953" extrusionOk="0">
                  <a:moveTo>
                    <a:pt x="244" y="1"/>
                  </a:moveTo>
                  <a:cubicBezTo>
                    <a:pt x="153" y="1"/>
                    <a:pt x="61" y="31"/>
                    <a:pt x="1" y="31"/>
                  </a:cubicBezTo>
                  <a:cubicBezTo>
                    <a:pt x="943" y="153"/>
                    <a:pt x="1703" y="973"/>
                    <a:pt x="1703" y="1976"/>
                  </a:cubicBezTo>
                  <a:cubicBezTo>
                    <a:pt x="1703" y="2979"/>
                    <a:pt x="943" y="3800"/>
                    <a:pt x="1" y="3922"/>
                  </a:cubicBezTo>
                  <a:cubicBezTo>
                    <a:pt x="61" y="3922"/>
                    <a:pt x="153" y="3952"/>
                    <a:pt x="244" y="3952"/>
                  </a:cubicBezTo>
                  <a:cubicBezTo>
                    <a:pt x="1308" y="3952"/>
                    <a:pt x="2189" y="3071"/>
                    <a:pt x="2189" y="1976"/>
                  </a:cubicBezTo>
                  <a:cubicBezTo>
                    <a:pt x="2189" y="882"/>
                    <a:pt x="130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82"/>
            <p:cNvSpPr/>
            <p:nvPr/>
          </p:nvSpPr>
          <p:spPr>
            <a:xfrm rot="1799956">
              <a:off x="6549921" y="2292252"/>
              <a:ext cx="120950" cy="136966"/>
            </a:xfrm>
            <a:custGeom>
              <a:avLst/>
              <a:gdLst/>
              <a:ahLst/>
              <a:cxnLst/>
              <a:rect l="l" t="t" r="r" b="b"/>
              <a:pathLst>
                <a:path w="3436" h="3891" extrusionOk="0">
                  <a:moveTo>
                    <a:pt x="1703" y="0"/>
                  </a:moveTo>
                  <a:cubicBezTo>
                    <a:pt x="761" y="0"/>
                    <a:pt x="1" y="882"/>
                    <a:pt x="1" y="1945"/>
                  </a:cubicBezTo>
                  <a:cubicBezTo>
                    <a:pt x="1" y="3009"/>
                    <a:pt x="761" y="3891"/>
                    <a:pt x="1703" y="3891"/>
                  </a:cubicBezTo>
                  <a:cubicBezTo>
                    <a:pt x="2676" y="3891"/>
                    <a:pt x="3436" y="3009"/>
                    <a:pt x="3436" y="1945"/>
                  </a:cubicBezTo>
                  <a:cubicBezTo>
                    <a:pt x="3436" y="882"/>
                    <a:pt x="2676" y="0"/>
                    <a:pt x="170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82"/>
            <p:cNvSpPr/>
            <p:nvPr/>
          </p:nvSpPr>
          <p:spPr>
            <a:xfrm rot="1799956">
              <a:off x="6442560" y="2687541"/>
              <a:ext cx="78146" cy="139114"/>
            </a:xfrm>
            <a:custGeom>
              <a:avLst/>
              <a:gdLst/>
              <a:ahLst/>
              <a:cxnLst/>
              <a:rect l="l" t="t" r="r" b="b"/>
              <a:pathLst>
                <a:path w="2220" h="3952" extrusionOk="0">
                  <a:moveTo>
                    <a:pt x="244" y="0"/>
                  </a:moveTo>
                  <a:cubicBezTo>
                    <a:pt x="183" y="0"/>
                    <a:pt x="92" y="31"/>
                    <a:pt x="1" y="31"/>
                  </a:cubicBezTo>
                  <a:cubicBezTo>
                    <a:pt x="974" y="152"/>
                    <a:pt x="1734" y="973"/>
                    <a:pt x="1734" y="1976"/>
                  </a:cubicBezTo>
                  <a:cubicBezTo>
                    <a:pt x="1734" y="2979"/>
                    <a:pt x="974" y="3800"/>
                    <a:pt x="1" y="3921"/>
                  </a:cubicBezTo>
                  <a:cubicBezTo>
                    <a:pt x="92" y="3921"/>
                    <a:pt x="183" y="3952"/>
                    <a:pt x="244" y="3952"/>
                  </a:cubicBezTo>
                  <a:cubicBezTo>
                    <a:pt x="1338" y="3952"/>
                    <a:pt x="2220" y="3070"/>
                    <a:pt x="2220" y="1976"/>
                  </a:cubicBezTo>
                  <a:cubicBezTo>
                    <a:pt x="2220" y="882"/>
                    <a:pt x="1338" y="0"/>
                    <a:pt x="24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82"/>
            <p:cNvSpPr/>
            <p:nvPr/>
          </p:nvSpPr>
          <p:spPr>
            <a:xfrm rot="1799956">
              <a:off x="6387808" y="2669343"/>
              <a:ext cx="120950" cy="137001"/>
            </a:xfrm>
            <a:custGeom>
              <a:avLst/>
              <a:gdLst/>
              <a:ahLst/>
              <a:cxnLst/>
              <a:rect l="l" t="t" r="r" b="b"/>
              <a:pathLst>
                <a:path w="3436" h="3892" extrusionOk="0">
                  <a:moveTo>
                    <a:pt x="1703" y="1"/>
                  </a:moveTo>
                  <a:cubicBezTo>
                    <a:pt x="761" y="1"/>
                    <a:pt x="1" y="882"/>
                    <a:pt x="1" y="1946"/>
                  </a:cubicBezTo>
                  <a:cubicBezTo>
                    <a:pt x="1" y="3010"/>
                    <a:pt x="761" y="3891"/>
                    <a:pt x="1703" y="3891"/>
                  </a:cubicBezTo>
                  <a:cubicBezTo>
                    <a:pt x="2676" y="3891"/>
                    <a:pt x="3436" y="3010"/>
                    <a:pt x="3436" y="1946"/>
                  </a:cubicBezTo>
                  <a:cubicBezTo>
                    <a:pt x="3436" y="882"/>
                    <a:pt x="2676" y="1"/>
                    <a:pt x="170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82"/>
            <p:cNvSpPr/>
            <p:nvPr/>
          </p:nvSpPr>
          <p:spPr>
            <a:xfrm rot="1799956">
              <a:off x="6923881" y="2314455"/>
              <a:ext cx="122006" cy="137001"/>
            </a:xfrm>
            <a:custGeom>
              <a:avLst/>
              <a:gdLst/>
              <a:ahLst/>
              <a:cxnLst/>
              <a:rect l="l" t="t" r="r" b="b"/>
              <a:pathLst>
                <a:path w="3466" h="3892" extrusionOk="0">
                  <a:moveTo>
                    <a:pt x="1733" y="1"/>
                  </a:moveTo>
                  <a:cubicBezTo>
                    <a:pt x="791" y="1"/>
                    <a:pt x="1" y="882"/>
                    <a:pt x="1" y="1946"/>
                  </a:cubicBezTo>
                  <a:cubicBezTo>
                    <a:pt x="1" y="3040"/>
                    <a:pt x="791" y="3892"/>
                    <a:pt x="1733" y="3892"/>
                  </a:cubicBezTo>
                  <a:cubicBezTo>
                    <a:pt x="2676" y="3892"/>
                    <a:pt x="3466" y="3040"/>
                    <a:pt x="3466" y="1946"/>
                  </a:cubicBezTo>
                  <a:cubicBezTo>
                    <a:pt x="3466" y="882"/>
                    <a:pt x="2676"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82"/>
            <p:cNvSpPr/>
            <p:nvPr/>
          </p:nvSpPr>
          <p:spPr>
            <a:xfrm rot="1799956">
              <a:off x="5913516" y="2179727"/>
              <a:ext cx="83496" cy="138550"/>
            </a:xfrm>
            <a:custGeom>
              <a:avLst/>
              <a:gdLst/>
              <a:ahLst/>
              <a:cxnLst/>
              <a:rect l="l" t="t" r="r" b="b"/>
              <a:pathLst>
                <a:path w="2372" h="3936" extrusionOk="0">
                  <a:moveTo>
                    <a:pt x="301" y="0"/>
                  </a:moveTo>
                  <a:cubicBezTo>
                    <a:pt x="282" y="0"/>
                    <a:pt x="263" y="1"/>
                    <a:pt x="244" y="1"/>
                  </a:cubicBezTo>
                  <a:cubicBezTo>
                    <a:pt x="152" y="31"/>
                    <a:pt x="61" y="31"/>
                    <a:pt x="0" y="62"/>
                  </a:cubicBezTo>
                  <a:cubicBezTo>
                    <a:pt x="973" y="123"/>
                    <a:pt x="1763" y="883"/>
                    <a:pt x="1824" y="1886"/>
                  </a:cubicBezTo>
                  <a:cubicBezTo>
                    <a:pt x="1855" y="2889"/>
                    <a:pt x="1155" y="3740"/>
                    <a:pt x="213" y="3922"/>
                  </a:cubicBezTo>
                  <a:cubicBezTo>
                    <a:pt x="254" y="3922"/>
                    <a:pt x="308" y="3936"/>
                    <a:pt x="366" y="3936"/>
                  </a:cubicBezTo>
                  <a:cubicBezTo>
                    <a:pt x="396" y="3936"/>
                    <a:pt x="426" y="3932"/>
                    <a:pt x="456" y="3922"/>
                  </a:cubicBezTo>
                  <a:cubicBezTo>
                    <a:pt x="1520" y="3892"/>
                    <a:pt x="2371" y="2949"/>
                    <a:pt x="2310" y="1855"/>
                  </a:cubicBezTo>
                  <a:cubicBezTo>
                    <a:pt x="2251" y="810"/>
                    <a:pt x="1341"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82"/>
            <p:cNvSpPr/>
            <p:nvPr/>
          </p:nvSpPr>
          <p:spPr>
            <a:xfrm rot="1799956">
              <a:off x="5858415" y="2162128"/>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7" y="3867"/>
                  </a:cubicBezTo>
                  <a:cubicBezTo>
                    <a:pt x="1819" y="3867"/>
                    <a:pt x="1852" y="3866"/>
                    <a:pt x="1885" y="3864"/>
                  </a:cubicBezTo>
                  <a:cubicBezTo>
                    <a:pt x="2827" y="3834"/>
                    <a:pt x="3557"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82"/>
            <p:cNvSpPr/>
            <p:nvPr/>
          </p:nvSpPr>
          <p:spPr>
            <a:xfrm rot="1799956">
              <a:off x="6026175" y="2006187"/>
              <a:ext cx="83496" cy="138163"/>
            </a:xfrm>
            <a:custGeom>
              <a:avLst/>
              <a:gdLst/>
              <a:ahLst/>
              <a:cxnLst/>
              <a:rect l="l" t="t" r="r" b="b"/>
              <a:pathLst>
                <a:path w="2372" h="3925" extrusionOk="0">
                  <a:moveTo>
                    <a:pt x="357" y="1"/>
                  </a:moveTo>
                  <a:cubicBezTo>
                    <a:pt x="320" y="1"/>
                    <a:pt x="282" y="2"/>
                    <a:pt x="244" y="4"/>
                  </a:cubicBezTo>
                  <a:cubicBezTo>
                    <a:pt x="152" y="4"/>
                    <a:pt x="92" y="34"/>
                    <a:pt x="0" y="34"/>
                  </a:cubicBezTo>
                  <a:cubicBezTo>
                    <a:pt x="973" y="95"/>
                    <a:pt x="1763" y="885"/>
                    <a:pt x="1824" y="1888"/>
                  </a:cubicBezTo>
                  <a:cubicBezTo>
                    <a:pt x="1885" y="2861"/>
                    <a:pt x="1186" y="3742"/>
                    <a:pt x="213" y="3894"/>
                  </a:cubicBezTo>
                  <a:cubicBezTo>
                    <a:pt x="304" y="3925"/>
                    <a:pt x="365" y="3925"/>
                    <a:pt x="456" y="3925"/>
                  </a:cubicBezTo>
                  <a:cubicBezTo>
                    <a:pt x="1551" y="3864"/>
                    <a:pt x="2371" y="2922"/>
                    <a:pt x="2310" y="1858"/>
                  </a:cubicBezTo>
                  <a:cubicBezTo>
                    <a:pt x="2252" y="802"/>
                    <a:pt x="1400" y="1"/>
                    <a:pt x="357"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82"/>
            <p:cNvSpPr/>
            <p:nvPr/>
          </p:nvSpPr>
          <p:spPr>
            <a:xfrm rot="1799956">
              <a:off x="5972129" y="1988203"/>
              <a:ext cx="125209" cy="137107"/>
            </a:xfrm>
            <a:custGeom>
              <a:avLst/>
              <a:gdLst/>
              <a:ahLst/>
              <a:cxnLst/>
              <a:rect l="l" t="t" r="r" b="b"/>
              <a:pathLst>
                <a:path w="3557" h="3895" extrusionOk="0">
                  <a:moveTo>
                    <a:pt x="1767" y="0"/>
                  </a:moveTo>
                  <a:cubicBezTo>
                    <a:pt x="1736" y="0"/>
                    <a:pt x="1704" y="1"/>
                    <a:pt x="1672" y="3"/>
                  </a:cubicBezTo>
                  <a:cubicBezTo>
                    <a:pt x="700" y="64"/>
                    <a:pt x="1" y="976"/>
                    <a:pt x="61" y="2040"/>
                  </a:cubicBezTo>
                  <a:cubicBezTo>
                    <a:pt x="121" y="3084"/>
                    <a:pt x="884" y="3895"/>
                    <a:pt x="1833" y="3895"/>
                  </a:cubicBezTo>
                  <a:cubicBezTo>
                    <a:pt x="1850" y="3895"/>
                    <a:pt x="1868" y="3894"/>
                    <a:pt x="1885" y="3894"/>
                  </a:cubicBezTo>
                  <a:cubicBezTo>
                    <a:pt x="2827" y="3833"/>
                    <a:pt x="3557" y="2921"/>
                    <a:pt x="3496" y="1857"/>
                  </a:cubicBezTo>
                  <a:cubicBezTo>
                    <a:pt x="3437" y="829"/>
                    <a:pt x="2669" y="0"/>
                    <a:pt x="1767"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82"/>
            <p:cNvSpPr/>
            <p:nvPr/>
          </p:nvSpPr>
          <p:spPr>
            <a:xfrm rot="1799956">
              <a:off x="6133528" y="1828513"/>
              <a:ext cx="83496" cy="138656"/>
            </a:xfrm>
            <a:custGeom>
              <a:avLst/>
              <a:gdLst/>
              <a:ahLst/>
              <a:cxnLst/>
              <a:rect l="l" t="t" r="r" b="b"/>
              <a:pathLst>
                <a:path w="2372" h="3939" extrusionOk="0">
                  <a:moveTo>
                    <a:pt x="354" y="1"/>
                  </a:moveTo>
                  <a:cubicBezTo>
                    <a:pt x="318" y="1"/>
                    <a:pt x="281" y="2"/>
                    <a:pt x="244" y="4"/>
                  </a:cubicBezTo>
                  <a:cubicBezTo>
                    <a:pt x="153" y="4"/>
                    <a:pt x="92" y="34"/>
                    <a:pt x="1" y="65"/>
                  </a:cubicBezTo>
                  <a:cubicBezTo>
                    <a:pt x="974" y="126"/>
                    <a:pt x="1764" y="885"/>
                    <a:pt x="1825" y="1889"/>
                  </a:cubicBezTo>
                  <a:cubicBezTo>
                    <a:pt x="1885" y="2892"/>
                    <a:pt x="1186" y="3743"/>
                    <a:pt x="214" y="3925"/>
                  </a:cubicBezTo>
                  <a:cubicBezTo>
                    <a:pt x="275" y="3925"/>
                    <a:pt x="335" y="3939"/>
                    <a:pt x="387" y="3939"/>
                  </a:cubicBezTo>
                  <a:cubicBezTo>
                    <a:pt x="413" y="3939"/>
                    <a:pt x="437" y="3935"/>
                    <a:pt x="457" y="3925"/>
                  </a:cubicBezTo>
                  <a:cubicBezTo>
                    <a:pt x="1551" y="3864"/>
                    <a:pt x="2372" y="2952"/>
                    <a:pt x="2311" y="1858"/>
                  </a:cubicBezTo>
                  <a:cubicBezTo>
                    <a:pt x="2252" y="830"/>
                    <a:pt x="1399" y="1"/>
                    <a:pt x="3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82"/>
            <p:cNvSpPr/>
            <p:nvPr/>
          </p:nvSpPr>
          <p:spPr>
            <a:xfrm rot="1799956">
              <a:off x="6079344" y="1811559"/>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6" y="3867"/>
                  </a:cubicBezTo>
                  <a:cubicBezTo>
                    <a:pt x="1819" y="3867"/>
                    <a:pt x="1852" y="3866"/>
                    <a:pt x="1885" y="3864"/>
                  </a:cubicBezTo>
                  <a:cubicBezTo>
                    <a:pt x="2827" y="3834"/>
                    <a:pt x="3556"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82"/>
            <p:cNvSpPr/>
            <p:nvPr/>
          </p:nvSpPr>
          <p:spPr>
            <a:xfrm rot="1799956">
              <a:off x="6105082" y="2510591"/>
              <a:ext cx="80258" cy="139149"/>
            </a:xfrm>
            <a:custGeom>
              <a:avLst/>
              <a:gdLst/>
              <a:ahLst/>
              <a:cxnLst/>
              <a:rect l="l" t="t" r="r" b="b"/>
              <a:pathLst>
                <a:path w="2280" h="3953" extrusionOk="0">
                  <a:moveTo>
                    <a:pt x="300" y="0"/>
                  </a:moveTo>
                  <a:cubicBezTo>
                    <a:pt x="281" y="0"/>
                    <a:pt x="262" y="0"/>
                    <a:pt x="243" y="1"/>
                  </a:cubicBezTo>
                  <a:cubicBezTo>
                    <a:pt x="152" y="1"/>
                    <a:pt x="91" y="31"/>
                    <a:pt x="0" y="31"/>
                  </a:cubicBezTo>
                  <a:cubicBezTo>
                    <a:pt x="973" y="122"/>
                    <a:pt x="1733" y="943"/>
                    <a:pt x="1763" y="1916"/>
                  </a:cubicBezTo>
                  <a:cubicBezTo>
                    <a:pt x="1793" y="2919"/>
                    <a:pt x="1064" y="3770"/>
                    <a:pt x="91" y="3922"/>
                  </a:cubicBezTo>
                  <a:cubicBezTo>
                    <a:pt x="182" y="3922"/>
                    <a:pt x="274" y="3952"/>
                    <a:pt x="365" y="3952"/>
                  </a:cubicBezTo>
                  <a:cubicBezTo>
                    <a:pt x="1429" y="3922"/>
                    <a:pt x="2280" y="3010"/>
                    <a:pt x="2249" y="1916"/>
                  </a:cubicBezTo>
                  <a:cubicBezTo>
                    <a:pt x="2220" y="841"/>
                    <a:pt x="1368" y="0"/>
                    <a:pt x="300"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82"/>
            <p:cNvSpPr/>
            <p:nvPr/>
          </p:nvSpPr>
          <p:spPr>
            <a:xfrm rot="1799956">
              <a:off x="6050226" y="2492648"/>
              <a:ext cx="124153" cy="137037"/>
            </a:xfrm>
            <a:custGeom>
              <a:avLst/>
              <a:gdLst/>
              <a:ahLst/>
              <a:cxnLst/>
              <a:rect l="l" t="t" r="r" b="b"/>
              <a:pathLst>
                <a:path w="3527" h="3893" extrusionOk="0">
                  <a:moveTo>
                    <a:pt x="1752" y="0"/>
                  </a:moveTo>
                  <a:cubicBezTo>
                    <a:pt x="1736" y="0"/>
                    <a:pt x="1719" y="1"/>
                    <a:pt x="1703" y="1"/>
                  </a:cubicBezTo>
                  <a:cubicBezTo>
                    <a:pt x="761" y="32"/>
                    <a:pt x="1" y="913"/>
                    <a:pt x="31" y="2007"/>
                  </a:cubicBezTo>
                  <a:cubicBezTo>
                    <a:pt x="61" y="3053"/>
                    <a:pt x="854" y="3893"/>
                    <a:pt x="1776" y="3893"/>
                  </a:cubicBezTo>
                  <a:cubicBezTo>
                    <a:pt x="1792" y="3893"/>
                    <a:pt x="1808" y="3892"/>
                    <a:pt x="1825" y="3892"/>
                  </a:cubicBezTo>
                  <a:cubicBezTo>
                    <a:pt x="2767" y="3862"/>
                    <a:pt x="3527" y="2980"/>
                    <a:pt x="3496" y="1886"/>
                  </a:cubicBezTo>
                  <a:cubicBezTo>
                    <a:pt x="3467" y="840"/>
                    <a:pt x="2674" y="0"/>
                    <a:pt x="1752"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82"/>
            <p:cNvSpPr/>
            <p:nvPr/>
          </p:nvSpPr>
          <p:spPr>
            <a:xfrm rot="1799956">
              <a:off x="6222434" y="2340105"/>
              <a:ext cx="81349" cy="138093"/>
            </a:xfrm>
            <a:custGeom>
              <a:avLst/>
              <a:gdLst/>
              <a:ahLst/>
              <a:cxnLst/>
              <a:rect l="l" t="t" r="r" b="b"/>
              <a:pathLst>
                <a:path w="2311" h="3923" extrusionOk="0">
                  <a:moveTo>
                    <a:pt x="300" y="1"/>
                  </a:moveTo>
                  <a:cubicBezTo>
                    <a:pt x="281" y="1"/>
                    <a:pt x="262" y="1"/>
                    <a:pt x="243" y="2"/>
                  </a:cubicBezTo>
                  <a:cubicBezTo>
                    <a:pt x="152" y="2"/>
                    <a:pt x="91" y="32"/>
                    <a:pt x="0" y="32"/>
                  </a:cubicBezTo>
                  <a:cubicBezTo>
                    <a:pt x="973" y="123"/>
                    <a:pt x="1763" y="913"/>
                    <a:pt x="1793" y="1916"/>
                  </a:cubicBezTo>
                  <a:cubicBezTo>
                    <a:pt x="1824" y="2920"/>
                    <a:pt x="1094" y="3771"/>
                    <a:pt x="122" y="3923"/>
                  </a:cubicBezTo>
                  <a:lnTo>
                    <a:pt x="365" y="3923"/>
                  </a:lnTo>
                  <a:cubicBezTo>
                    <a:pt x="1459" y="3892"/>
                    <a:pt x="2310" y="2980"/>
                    <a:pt x="2280" y="1916"/>
                  </a:cubicBezTo>
                  <a:cubicBezTo>
                    <a:pt x="2250" y="841"/>
                    <a:pt x="1369" y="1"/>
                    <a:pt x="30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82"/>
            <p:cNvSpPr/>
            <p:nvPr/>
          </p:nvSpPr>
          <p:spPr>
            <a:xfrm rot="1799956">
              <a:off x="6168660" y="2322194"/>
              <a:ext cx="123062" cy="135945"/>
            </a:xfrm>
            <a:custGeom>
              <a:avLst/>
              <a:gdLst/>
              <a:ahLst/>
              <a:cxnLst/>
              <a:rect l="l" t="t" r="r" b="b"/>
              <a:pathLst>
                <a:path w="3496" h="3862" extrusionOk="0">
                  <a:moveTo>
                    <a:pt x="1723" y="0"/>
                  </a:moveTo>
                  <a:cubicBezTo>
                    <a:pt x="1706" y="0"/>
                    <a:pt x="1689" y="0"/>
                    <a:pt x="1672" y="1"/>
                  </a:cubicBezTo>
                  <a:cubicBezTo>
                    <a:pt x="730" y="31"/>
                    <a:pt x="0" y="913"/>
                    <a:pt x="31" y="1977"/>
                  </a:cubicBezTo>
                  <a:cubicBezTo>
                    <a:pt x="61" y="3022"/>
                    <a:pt x="824" y="3862"/>
                    <a:pt x="1745" y="3862"/>
                  </a:cubicBezTo>
                  <a:cubicBezTo>
                    <a:pt x="1761" y="3862"/>
                    <a:pt x="1777" y="3862"/>
                    <a:pt x="1794" y="3861"/>
                  </a:cubicBezTo>
                  <a:cubicBezTo>
                    <a:pt x="2736" y="3831"/>
                    <a:pt x="3496" y="2949"/>
                    <a:pt x="3465" y="1885"/>
                  </a:cubicBezTo>
                  <a:cubicBezTo>
                    <a:pt x="3436" y="840"/>
                    <a:pt x="2672" y="0"/>
                    <a:pt x="172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82"/>
            <p:cNvSpPr/>
            <p:nvPr/>
          </p:nvSpPr>
          <p:spPr>
            <a:xfrm rot="1799956">
              <a:off x="6333998" y="2166084"/>
              <a:ext cx="81349" cy="138093"/>
            </a:xfrm>
            <a:custGeom>
              <a:avLst/>
              <a:gdLst/>
              <a:ahLst/>
              <a:cxnLst/>
              <a:rect l="l" t="t" r="r" b="b"/>
              <a:pathLst>
                <a:path w="2311" h="3923" extrusionOk="0">
                  <a:moveTo>
                    <a:pt x="301" y="0"/>
                  </a:moveTo>
                  <a:cubicBezTo>
                    <a:pt x="282" y="0"/>
                    <a:pt x="263" y="1"/>
                    <a:pt x="244" y="1"/>
                  </a:cubicBezTo>
                  <a:cubicBezTo>
                    <a:pt x="183" y="1"/>
                    <a:pt x="92" y="1"/>
                    <a:pt x="1" y="32"/>
                  </a:cubicBezTo>
                  <a:cubicBezTo>
                    <a:pt x="973" y="123"/>
                    <a:pt x="1764" y="913"/>
                    <a:pt x="1794" y="1916"/>
                  </a:cubicBezTo>
                  <a:cubicBezTo>
                    <a:pt x="1824" y="2919"/>
                    <a:pt x="1095" y="3740"/>
                    <a:pt x="122" y="3892"/>
                  </a:cubicBezTo>
                  <a:cubicBezTo>
                    <a:pt x="213" y="3922"/>
                    <a:pt x="274" y="3922"/>
                    <a:pt x="365" y="3922"/>
                  </a:cubicBezTo>
                  <a:cubicBezTo>
                    <a:pt x="1460" y="3892"/>
                    <a:pt x="2311" y="2980"/>
                    <a:pt x="2280" y="1916"/>
                  </a:cubicBezTo>
                  <a:cubicBezTo>
                    <a:pt x="2250" y="841"/>
                    <a:pt x="1369"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82"/>
            <p:cNvSpPr/>
            <p:nvPr/>
          </p:nvSpPr>
          <p:spPr>
            <a:xfrm rot="1799956">
              <a:off x="6280230" y="2148150"/>
              <a:ext cx="123097" cy="135981"/>
            </a:xfrm>
            <a:custGeom>
              <a:avLst/>
              <a:gdLst/>
              <a:ahLst/>
              <a:cxnLst/>
              <a:rect l="l" t="t" r="r" b="b"/>
              <a:pathLst>
                <a:path w="3497" h="3863" extrusionOk="0">
                  <a:moveTo>
                    <a:pt x="1754" y="1"/>
                  </a:moveTo>
                  <a:cubicBezTo>
                    <a:pt x="1737" y="1"/>
                    <a:pt x="1720" y="1"/>
                    <a:pt x="1703" y="2"/>
                  </a:cubicBezTo>
                  <a:cubicBezTo>
                    <a:pt x="730" y="2"/>
                    <a:pt x="1" y="913"/>
                    <a:pt x="31" y="1977"/>
                  </a:cubicBezTo>
                  <a:cubicBezTo>
                    <a:pt x="61" y="3023"/>
                    <a:pt x="825" y="3863"/>
                    <a:pt x="1745" y="3863"/>
                  </a:cubicBezTo>
                  <a:cubicBezTo>
                    <a:pt x="1762" y="3863"/>
                    <a:pt x="1778" y="3862"/>
                    <a:pt x="1794" y="3862"/>
                  </a:cubicBezTo>
                  <a:cubicBezTo>
                    <a:pt x="2767" y="3831"/>
                    <a:pt x="3496" y="2950"/>
                    <a:pt x="3466" y="1886"/>
                  </a:cubicBezTo>
                  <a:cubicBezTo>
                    <a:pt x="3436" y="812"/>
                    <a:pt x="2673" y="1"/>
                    <a:pt x="17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82"/>
            <p:cNvSpPr/>
            <p:nvPr/>
          </p:nvSpPr>
          <p:spPr>
            <a:xfrm rot="1799956">
              <a:off x="7043305" y="2079862"/>
              <a:ext cx="93106" cy="137705"/>
            </a:xfrm>
            <a:custGeom>
              <a:avLst/>
              <a:gdLst/>
              <a:ahLst/>
              <a:cxnLst/>
              <a:rect l="l" t="t" r="r" b="b"/>
              <a:pathLst>
                <a:path w="2645" h="3912" extrusionOk="0">
                  <a:moveTo>
                    <a:pt x="578" y="0"/>
                  </a:moveTo>
                  <a:cubicBezTo>
                    <a:pt x="1520" y="244"/>
                    <a:pt x="2128" y="1186"/>
                    <a:pt x="2007" y="2158"/>
                  </a:cubicBezTo>
                  <a:cubicBezTo>
                    <a:pt x="1858" y="3140"/>
                    <a:pt x="1010" y="3831"/>
                    <a:pt x="62" y="3831"/>
                  </a:cubicBezTo>
                  <a:cubicBezTo>
                    <a:pt x="41" y="3831"/>
                    <a:pt x="21" y="3831"/>
                    <a:pt x="0" y="3830"/>
                  </a:cubicBezTo>
                  <a:lnTo>
                    <a:pt x="0" y="3830"/>
                  </a:lnTo>
                  <a:cubicBezTo>
                    <a:pt x="92" y="3861"/>
                    <a:pt x="152" y="3891"/>
                    <a:pt x="244" y="3891"/>
                  </a:cubicBezTo>
                  <a:cubicBezTo>
                    <a:pt x="341" y="3904"/>
                    <a:pt x="437" y="3911"/>
                    <a:pt x="531" y="3911"/>
                  </a:cubicBezTo>
                  <a:cubicBezTo>
                    <a:pt x="1504" y="3911"/>
                    <a:pt x="2327" y="3219"/>
                    <a:pt x="2493" y="2250"/>
                  </a:cubicBezTo>
                  <a:cubicBezTo>
                    <a:pt x="2645" y="1155"/>
                    <a:pt x="1885" y="152"/>
                    <a:pt x="82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82"/>
            <p:cNvSpPr/>
            <p:nvPr/>
          </p:nvSpPr>
          <p:spPr>
            <a:xfrm rot="1799956">
              <a:off x="6993310" y="2060930"/>
              <a:ext cx="130595" cy="136192"/>
            </a:xfrm>
            <a:custGeom>
              <a:avLst/>
              <a:gdLst/>
              <a:ahLst/>
              <a:cxnLst/>
              <a:rect l="l" t="t" r="r" b="b"/>
              <a:pathLst>
                <a:path w="3710" h="3869" extrusionOk="0">
                  <a:moveTo>
                    <a:pt x="1918" y="0"/>
                  </a:moveTo>
                  <a:cubicBezTo>
                    <a:pt x="1066" y="0"/>
                    <a:pt x="292" y="719"/>
                    <a:pt x="153" y="1691"/>
                  </a:cubicBezTo>
                  <a:cubicBezTo>
                    <a:pt x="1" y="2755"/>
                    <a:pt x="639" y="3728"/>
                    <a:pt x="1581" y="3849"/>
                  </a:cubicBezTo>
                  <a:cubicBezTo>
                    <a:pt x="1662" y="3862"/>
                    <a:pt x="1743" y="3869"/>
                    <a:pt x="1822" y="3869"/>
                  </a:cubicBezTo>
                  <a:cubicBezTo>
                    <a:pt x="2670" y="3869"/>
                    <a:pt x="3418" y="3150"/>
                    <a:pt x="3557" y="2177"/>
                  </a:cubicBezTo>
                  <a:cubicBezTo>
                    <a:pt x="3709" y="1114"/>
                    <a:pt x="3101" y="141"/>
                    <a:pt x="2159" y="19"/>
                  </a:cubicBezTo>
                  <a:cubicBezTo>
                    <a:pt x="2078" y="6"/>
                    <a:pt x="1998" y="0"/>
                    <a:pt x="191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82"/>
            <p:cNvSpPr/>
            <p:nvPr/>
          </p:nvSpPr>
          <p:spPr>
            <a:xfrm rot="1799956">
              <a:off x="6578787" y="2060069"/>
              <a:ext cx="93106" cy="138761"/>
            </a:xfrm>
            <a:custGeom>
              <a:avLst/>
              <a:gdLst/>
              <a:ahLst/>
              <a:cxnLst/>
              <a:rect l="l" t="t" r="r" b="b"/>
              <a:pathLst>
                <a:path w="2645" h="3942" extrusionOk="0">
                  <a:moveTo>
                    <a:pt x="578" y="1"/>
                  </a:moveTo>
                  <a:cubicBezTo>
                    <a:pt x="1520" y="274"/>
                    <a:pt x="2128" y="1186"/>
                    <a:pt x="2006" y="2189"/>
                  </a:cubicBezTo>
                  <a:cubicBezTo>
                    <a:pt x="1854" y="3162"/>
                    <a:pt x="973" y="3861"/>
                    <a:pt x="0" y="3861"/>
                  </a:cubicBezTo>
                  <a:cubicBezTo>
                    <a:pt x="91" y="3861"/>
                    <a:pt x="152" y="3892"/>
                    <a:pt x="243" y="3922"/>
                  </a:cubicBezTo>
                  <a:cubicBezTo>
                    <a:pt x="337" y="3935"/>
                    <a:pt x="430" y="3941"/>
                    <a:pt x="522" y="3941"/>
                  </a:cubicBezTo>
                  <a:cubicBezTo>
                    <a:pt x="1499" y="3941"/>
                    <a:pt x="2326" y="3223"/>
                    <a:pt x="2493" y="2250"/>
                  </a:cubicBezTo>
                  <a:cubicBezTo>
                    <a:pt x="2645" y="1186"/>
                    <a:pt x="1885" y="183"/>
                    <a:pt x="821" y="31"/>
                  </a:cubicBezTo>
                  <a:cubicBezTo>
                    <a:pt x="730" y="1"/>
                    <a:pt x="669" y="1"/>
                    <a:pt x="578"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82"/>
            <p:cNvSpPr/>
            <p:nvPr/>
          </p:nvSpPr>
          <p:spPr>
            <a:xfrm rot="1799956">
              <a:off x="6528794" y="2041340"/>
              <a:ext cx="130560" cy="136825"/>
            </a:xfrm>
            <a:custGeom>
              <a:avLst/>
              <a:gdLst/>
              <a:ahLst/>
              <a:cxnLst/>
              <a:rect l="l" t="t" r="r" b="b"/>
              <a:pathLst>
                <a:path w="3709" h="3887" extrusionOk="0">
                  <a:moveTo>
                    <a:pt x="1953" y="1"/>
                  </a:moveTo>
                  <a:cubicBezTo>
                    <a:pt x="1087" y="1"/>
                    <a:pt x="293" y="700"/>
                    <a:pt x="153" y="1686"/>
                  </a:cubicBezTo>
                  <a:cubicBezTo>
                    <a:pt x="1" y="2749"/>
                    <a:pt x="639" y="3722"/>
                    <a:pt x="1581" y="3874"/>
                  </a:cubicBezTo>
                  <a:cubicBezTo>
                    <a:pt x="1648" y="3883"/>
                    <a:pt x="1714" y="3887"/>
                    <a:pt x="1780" y="3887"/>
                  </a:cubicBezTo>
                  <a:cubicBezTo>
                    <a:pt x="2644" y="3887"/>
                    <a:pt x="3416" y="3163"/>
                    <a:pt x="3557" y="2202"/>
                  </a:cubicBezTo>
                  <a:cubicBezTo>
                    <a:pt x="3709" y="1139"/>
                    <a:pt x="3101" y="166"/>
                    <a:pt x="2159" y="14"/>
                  </a:cubicBezTo>
                  <a:cubicBezTo>
                    <a:pt x="2090" y="5"/>
                    <a:pt x="2021" y="1"/>
                    <a:pt x="195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82"/>
            <p:cNvSpPr/>
            <p:nvPr/>
          </p:nvSpPr>
          <p:spPr>
            <a:xfrm rot="1799956">
              <a:off x="6345570" y="16487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82"/>
            <p:cNvSpPr/>
            <p:nvPr/>
          </p:nvSpPr>
          <p:spPr>
            <a:xfrm rot="1799956">
              <a:off x="6295495" y="16302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82"/>
            <p:cNvSpPr/>
            <p:nvPr/>
          </p:nvSpPr>
          <p:spPr>
            <a:xfrm rot="1799956">
              <a:off x="6698617" y="1852529"/>
              <a:ext cx="93106" cy="138726"/>
            </a:xfrm>
            <a:custGeom>
              <a:avLst/>
              <a:gdLst/>
              <a:ahLst/>
              <a:cxnLst/>
              <a:rect l="l" t="t" r="r" b="b"/>
              <a:pathLst>
                <a:path w="2645" h="3941" extrusionOk="0">
                  <a:moveTo>
                    <a:pt x="578" y="0"/>
                  </a:moveTo>
                  <a:cubicBezTo>
                    <a:pt x="1520" y="274"/>
                    <a:pt x="2128" y="1186"/>
                    <a:pt x="2006" y="2189"/>
                  </a:cubicBezTo>
                  <a:cubicBezTo>
                    <a:pt x="1854" y="3161"/>
                    <a:pt x="973" y="3861"/>
                    <a:pt x="0" y="3861"/>
                  </a:cubicBezTo>
                  <a:cubicBezTo>
                    <a:pt x="91" y="3861"/>
                    <a:pt x="152" y="3891"/>
                    <a:pt x="243"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82"/>
            <p:cNvSpPr/>
            <p:nvPr/>
          </p:nvSpPr>
          <p:spPr>
            <a:xfrm rot="1799956">
              <a:off x="6648542" y="1834071"/>
              <a:ext cx="131651" cy="136825"/>
            </a:xfrm>
            <a:custGeom>
              <a:avLst/>
              <a:gdLst/>
              <a:ahLst/>
              <a:cxnLst/>
              <a:rect l="l" t="t" r="r" b="b"/>
              <a:pathLst>
                <a:path w="3740" h="3887" extrusionOk="0">
                  <a:moveTo>
                    <a:pt x="1953" y="0"/>
                  </a:moveTo>
                  <a:cubicBezTo>
                    <a:pt x="1087" y="0"/>
                    <a:pt x="293" y="699"/>
                    <a:pt x="153" y="1685"/>
                  </a:cubicBezTo>
                  <a:cubicBezTo>
                    <a:pt x="1" y="2749"/>
                    <a:pt x="639" y="3722"/>
                    <a:pt x="1581" y="3874"/>
                  </a:cubicBezTo>
                  <a:cubicBezTo>
                    <a:pt x="1648" y="3882"/>
                    <a:pt x="1714" y="3886"/>
                    <a:pt x="1780" y="3886"/>
                  </a:cubicBezTo>
                  <a:cubicBezTo>
                    <a:pt x="2644" y="3886"/>
                    <a:pt x="3416" y="3162"/>
                    <a:pt x="3557" y="2202"/>
                  </a:cubicBezTo>
                  <a:cubicBezTo>
                    <a:pt x="3739" y="1138"/>
                    <a:pt x="3101" y="165"/>
                    <a:pt x="2159" y="13"/>
                  </a:cubicBezTo>
                  <a:cubicBezTo>
                    <a:pt x="2090" y="4"/>
                    <a:pt x="2021" y="0"/>
                    <a:pt x="195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82"/>
            <p:cNvSpPr/>
            <p:nvPr/>
          </p:nvSpPr>
          <p:spPr>
            <a:xfrm rot="1799956">
              <a:off x="6773797" y="2671255"/>
              <a:ext cx="122006" cy="135945"/>
            </a:xfrm>
            <a:custGeom>
              <a:avLst/>
              <a:gdLst/>
              <a:ahLst/>
              <a:cxnLst/>
              <a:rect l="l" t="t" r="r" b="b"/>
              <a:pathLst>
                <a:path w="3466" h="3862" extrusionOk="0">
                  <a:moveTo>
                    <a:pt x="1733" y="1"/>
                  </a:moveTo>
                  <a:cubicBezTo>
                    <a:pt x="791" y="1"/>
                    <a:pt x="1" y="852"/>
                    <a:pt x="1" y="1946"/>
                  </a:cubicBezTo>
                  <a:cubicBezTo>
                    <a:pt x="1" y="3010"/>
                    <a:pt x="791" y="3861"/>
                    <a:pt x="1733" y="3861"/>
                  </a:cubicBezTo>
                  <a:cubicBezTo>
                    <a:pt x="2675" y="3861"/>
                    <a:pt x="3466" y="3010"/>
                    <a:pt x="3466" y="1946"/>
                  </a:cubicBezTo>
                  <a:cubicBezTo>
                    <a:pt x="3466" y="852"/>
                    <a:pt x="2675"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82"/>
            <p:cNvSpPr/>
            <p:nvPr/>
          </p:nvSpPr>
          <p:spPr>
            <a:xfrm rot="1799956">
              <a:off x="6979385" y="2333920"/>
              <a:ext cx="78146" cy="138057"/>
            </a:xfrm>
            <a:custGeom>
              <a:avLst/>
              <a:gdLst/>
              <a:ahLst/>
              <a:cxnLst/>
              <a:rect l="l" t="t" r="r" b="b"/>
              <a:pathLst>
                <a:path w="2220" h="3922" extrusionOk="0">
                  <a:moveTo>
                    <a:pt x="0" y="1"/>
                  </a:moveTo>
                  <a:cubicBezTo>
                    <a:pt x="973" y="123"/>
                    <a:pt x="1733" y="943"/>
                    <a:pt x="1733" y="1946"/>
                  </a:cubicBezTo>
                  <a:cubicBezTo>
                    <a:pt x="1733" y="2949"/>
                    <a:pt x="973" y="3770"/>
                    <a:pt x="0" y="3892"/>
                  </a:cubicBezTo>
                  <a:cubicBezTo>
                    <a:pt x="92" y="3922"/>
                    <a:pt x="183" y="3922"/>
                    <a:pt x="244" y="3922"/>
                  </a:cubicBezTo>
                  <a:cubicBezTo>
                    <a:pt x="1338" y="3922"/>
                    <a:pt x="2219" y="3040"/>
                    <a:pt x="2219" y="1946"/>
                  </a:cubicBezTo>
                  <a:cubicBezTo>
                    <a:pt x="2219" y="882"/>
                    <a:pt x="133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82"/>
            <p:cNvSpPr/>
            <p:nvPr/>
          </p:nvSpPr>
          <p:spPr>
            <a:xfrm rot="1799956">
              <a:off x="6829301" y="2689664"/>
              <a:ext cx="78146" cy="139114"/>
            </a:xfrm>
            <a:custGeom>
              <a:avLst/>
              <a:gdLst/>
              <a:ahLst/>
              <a:cxnLst/>
              <a:rect l="l" t="t" r="r" b="b"/>
              <a:pathLst>
                <a:path w="2220" h="3952" extrusionOk="0">
                  <a:moveTo>
                    <a:pt x="243" y="1"/>
                  </a:moveTo>
                  <a:cubicBezTo>
                    <a:pt x="152" y="1"/>
                    <a:pt x="91" y="31"/>
                    <a:pt x="0" y="31"/>
                  </a:cubicBezTo>
                  <a:cubicBezTo>
                    <a:pt x="973" y="153"/>
                    <a:pt x="1733" y="973"/>
                    <a:pt x="1733" y="1976"/>
                  </a:cubicBezTo>
                  <a:cubicBezTo>
                    <a:pt x="1733" y="2979"/>
                    <a:pt x="973" y="3800"/>
                    <a:pt x="0" y="3922"/>
                  </a:cubicBezTo>
                  <a:cubicBezTo>
                    <a:pt x="91" y="3922"/>
                    <a:pt x="152" y="3952"/>
                    <a:pt x="243" y="3952"/>
                  </a:cubicBezTo>
                  <a:cubicBezTo>
                    <a:pt x="1338" y="3952"/>
                    <a:pt x="2219" y="3070"/>
                    <a:pt x="2219" y="1976"/>
                  </a:cubicBezTo>
                  <a:cubicBezTo>
                    <a:pt x="2219" y="882"/>
                    <a:pt x="1338" y="1"/>
                    <a:pt x="24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82"/>
            <p:cNvSpPr/>
            <p:nvPr/>
          </p:nvSpPr>
          <p:spPr>
            <a:xfrm rot="1799956">
              <a:off x="6823445" y="16434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82"/>
            <p:cNvSpPr/>
            <p:nvPr/>
          </p:nvSpPr>
          <p:spPr>
            <a:xfrm rot="1799956">
              <a:off x="6773370" y="16249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86" name="Google Shape;1786;p82"/>
          <p:cNvSpPr txBox="1"/>
          <p:nvPr/>
        </p:nvSpPr>
        <p:spPr>
          <a:xfrm>
            <a:off x="241628" y="690571"/>
            <a:ext cx="943200" cy="38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FFFF"/>
                </a:solidFill>
                <a:latin typeface="Lilita One"/>
                <a:ea typeface="Lilita One"/>
                <a:cs typeface="Lilita One"/>
                <a:sym typeface="Lilita One"/>
              </a:rPr>
              <a:t>Roll the Dice</a:t>
            </a:r>
            <a:endParaRPr sz="1000">
              <a:solidFill>
                <a:srgbClr val="FFFFFF"/>
              </a:solidFill>
              <a:latin typeface="Lilita One"/>
              <a:ea typeface="Lilita One"/>
              <a:cs typeface="Lilita One"/>
              <a:sym typeface="Lilita One"/>
            </a:endParaRPr>
          </a:p>
        </p:txBody>
      </p:sp>
      <p:sp>
        <p:nvSpPr>
          <p:cNvPr id="1787" name="Google Shape;1787;p82">
            <a:hlinkClick r:id="rId3" action="ppaction://hlinksldjump"/>
          </p:cNvPr>
          <p:cNvSpPr/>
          <p:nvPr/>
        </p:nvSpPr>
        <p:spPr>
          <a:xfrm>
            <a:off x="312438" y="237000"/>
            <a:ext cx="801600" cy="8016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29" name="Google Shape;8655;p124">
            <a:extLst>
              <a:ext uri="{FF2B5EF4-FFF2-40B4-BE49-F238E27FC236}">
                <a16:creationId xmlns:a16="http://schemas.microsoft.com/office/drawing/2014/main" id="{C4DE9036-BAAC-4164-B719-A3FF1BB22AD2}"/>
              </a:ext>
            </a:extLst>
          </p:cNvPr>
          <p:cNvGrpSpPr/>
          <p:nvPr/>
        </p:nvGrpSpPr>
        <p:grpSpPr>
          <a:xfrm>
            <a:off x="7473720" y="1296159"/>
            <a:ext cx="1335187" cy="1091126"/>
            <a:chOff x="5323721" y="2437029"/>
            <a:chExt cx="362922" cy="361219"/>
          </a:xfrm>
        </p:grpSpPr>
        <p:sp>
          <p:nvSpPr>
            <p:cNvPr id="430" name="Google Shape;8656;p124">
              <a:extLst>
                <a:ext uri="{FF2B5EF4-FFF2-40B4-BE49-F238E27FC236}">
                  <a16:creationId xmlns:a16="http://schemas.microsoft.com/office/drawing/2014/main" id="{59241730-0EE9-465C-965E-A94DB821AF99}"/>
                </a:ext>
              </a:extLst>
            </p:cNvPr>
            <p:cNvSpPr/>
            <p:nvPr/>
          </p:nvSpPr>
          <p:spPr>
            <a:xfrm>
              <a:off x="5611528" y="2437029"/>
              <a:ext cx="75115" cy="73989"/>
            </a:xfrm>
            <a:custGeom>
              <a:avLst/>
              <a:gdLst/>
              <a:ahLst/>
              <a:cxnLst/>
              <a:rect l="l" t="t" r="r" b="b"/>
              <a:pathLst>
                <a:path w="2867" h="2824" extrusionOk="0">
                  <a:moveTo>
                    <a:pt x="293" y="0"/>
                  </a:moveTo>
                  <a:cubicBezTo>
                    <a:pt x="226" y="0"/>
                    <a:pt x="158" y="27"/>
                    <a:pt x="106" y="79"/>
                  </a:cubicBezTo>
                  <a:lnTo>
                    <a:pt x="96" y="89"/>
                  </a:lnTo>
                  <a:cubicBezTo>
                    <a:pt x="0" y="185"/>
                    <a:pt x="0" y="348"/>
                    <a:pt x="96" y="453"/>
                  </a:cubicBezTo>
                  <a:lnTo>
                    <a:pt x="2387" y="2744"/>
                  </a:lnTo>
                  <a:cubicBezTo>
                    <a:pt x="2440" y="2797"/>
                    <a:pt x="2507" y="2823"/>
                    <a:pt x="2574" y="2823"/>
                  </a:cubicBezTo>
                  <a:cubicBezTo>
                    <a:pt x="2641" y="2823"/>
                    <a:pt x="2708" y="2797"/>
                    <a:pt x="2761" y="2744"/>
                  </a:cubicBezTo>
                  <a:lnTo>
                    <a:pt x="2770" y="2735"/>
                  </a:lnTo>
                  <a:cubicBezTo>
                    <a:pt x="2866" y="2629"/>
                    <a:pt x="2866" y="2466"/>
                    <a:pt x="2770" y="2361"/>
                  </a:cubicBezTo>
                  <a:lnTo>
                    <a:pt x="480" y="79"/>
                  </a:lnTo>
                  <a:cubicBezTo>
                    <a:pt x="427" y="27"/>
                    <a:pt x="360" y="0"/>
                    <a:pt x="293" y="0"/>
                  </a:cubicBezTo>
                  <a:close/>
                </a:path>
              </a:pathLst>
            </a:custGeom>
            <a:solidFill>
              <a:srgbClr val="6578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8657;p124">
              <a:extLst>
                <a:ext uri="{FF2B5EF4-FFF2-40B4-BE49-F238E27FC236}">
                  <a16:creationId xmlns:a16="http://schemas.microsoft.com/office/drawing/2014/main" id="{462D120C-C4D8-4CCC-B517-8FC1990821A2}"/>
                </a:ext>
              </a:extLst>
            </p:cNvPr>
            <p:cNvSpPr/>
            <p:nvPr/>
          </p:nvSpPr>
          <p:spPr>
            <a:xfrm>
              <a:off x="5323721" y="2714042"/>
              <a:ext cx="88346" cy="84207"/>
            </a:xfrm>
            <a:custGeom>
              <a:avLst/>
              <a:gdLst/>
              <a:ahLst/>
              <a:cxnLst/>
              <a:rect l="l" t="t" r="r" b="b"/>
              <a:pathLst>
                <a:path w="3372" h="3214" extrusionOk="0">
                  <a:moveTo>
                    <a:pt x="3082" y="1"/>
                  </a:moveTo>
                  <a:cubicBezTo>
                    <a:pt x="3036" y="1"/>
                    <a:pt x="2987" y="18"/>
                    <a:pt x="2943" y="60"/>
                  </a:cubicBezTo>
                  <a:lnTo>
                    <a:pt x="135" y="2859"/>
                  </a:lnTo>
                  <a:cubicBezTo>
                    <a:pt x="0" y="2993"/>
                    <a:pt x="96" y="3214"/>
                    <a:pt x="278" y="3214"/>
                  </a:cubicBezTo>
                  <a:cubicBezTo>
                    <a:pt x="336" y="3214"/>
                    <a:pt x="384" y="3194"/>
                    <a:pt x="432" y="3156"/>
                  </a:cubicBezTo>
                  <a:lnTo>
                    <a:pt x="3231" y="347"/>
                  </a:lnTo>
                  <a:cubicBezTo>
                    <a:pt x="3371" y="200"/>
                    <a:pt x="3238" y="1"/>
                    <a:pt x="3082" y="1"/>
                  </a:cubicBezTo>
                  <a:close/>
                </a:path>
              </a:pathLst>
            </a:custGeom>
            <a:solidFill>
              <a:srgbClr val="6578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8658;p124">
              <a:extLst>
                <a:ext uri="{FF2B5EF4-FFF2-40B4-BE49-F238E27FC236}">
                  <a16:creationId xmlns:a16="http://schemas.microsoft.com/office/drawing/2014/main" id="{ED54CCE2-4CC4-44F4-8BED-1B884997C065}"/>
                </a:ext>
              </a:extLst>
            </p:cNvPr>
            <p:cNvSpPr/>
            <p:nvPr/>
          </p:nvSpPr>
          <p:spPr>
            <a:xfrm>
              <a:off x="5395536" y="2683702"/>
              <a:ext cx="43728" cy="42601"/>
            </a:xfrm>
            <a:custGeom>
              <a:avLst/>
              <a:gdLst/>
              <a:ahLst/>
              <a:cxnLst/>
              <a:rect l="l" t="t" r="r" b="b"/>
              <a:pathLst>
                <a:path w="1669" h="1626" extrusionOk="0">
                  <a:moveTo>
                    <a:pt x="729" y="1"/>
                  </a:moveTo>
                  <a:lnTo>
                    <a:pt x="173" y="557"/>
                  </a:lnTo>
                  <a:cubicBezTo>
                    <a:pt x="1" y="719"/>
                    <a:pt x="1" y="997"/>
                    <a:pt x="173" y="1170"/>
                  </a:cubicBezTo>
                  <a:lnTo>
                    <a:pt x="509" y="1496"/>
                  </a:lnTo>
                  <a:cubicBezTo>
                    <a:pt x="590" y="1582"/>
                    <a:pt x="701" y="1625"/>
                    <a:pt x="812" y="1625"/>
                  </a:cubicBezTo>
                  <a:cubicBezTo>
                    <a:pt x="923" y="1625"/>
                    <a:pt x="1036" y="1582"/>
                    <a:pt x="1122" y="1496"/>
                  </a:cubicBezTo>
                  <a:lnTo>
                    <a:pt x="1669" y="940"/>
                  </a:lnTo>
                  <a:lnTo>
                    <a:pt x="729" y="1"/>
                  </a:lnTo>
                  <a:close/>
                </a:path>
              </a:pathLst>
            </a:custGeom>
            <a:solidFill>
              <a:srgbClr val="E8EB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8659;p124">
              <a:extLst>
                <a:ext uri="{FF2B5EF4-FFF2-40B4-BE49-F238E27FC236}">
                  <a16:creationId xmlns:a16="http://schemas.microsoft.com/office/drawing/2014/main" id="{79A549F3-23E9-441F-9328-965AB9DE78A8}"/>
                </a:ext>
              </a:extLst>
            </p:cNvPr>
            <p:cNvSpPr/>
            <p:nvPr/>
          </p:nvSpPr>
          <p:spPr>
            <a:xfrm>
              <a:off x="5413640" y="2504651"/>
              <a:ext cx="204936" cy="203155"/>
            </a:xfrm>
            <a:custGeom>
              <a:avLst/>
              <a:gdLst/>
              <a:ahLst/>
              <a:cxnLst/>
              <a:rect l="l" t="t" r="r" b="b"/>
              <a:pathLst>
                <a:path w="7822" h="7754" extrusionOk="0">
                  <a:moveTo>
                    <a:pt x="5358" y="0"/>
                  </a:moveTo>
                  <a:lnTo>
                    <a:pt x="968" y="4390"/>
                  </a:lnTo>
                  <a:cubicBezTo>
                    <a:pt x="326" y="5023"/>
                    <a:pt x="0" y="5914"/>
                    <a:pt x="77" y="6815"/>
                  </a:cubicBezTo>
                  <a:cubicBezTo>
                    <a:pt x="115" y="7314"/>
                    <a:pt x="508" y="7707"/>
                    <a:pt x="1006" y="7745"/>
                  </a:cubicBezTo>
                  <a:cubicBezTo>
                    <a:pt x="1084" y="7751"/>
                    <a:pt x="1162" y="7754"/>
                    <a:pt x="1239" y="7754"/>
                  </a:cubicBezTo>
                  <a:cubicBezTo>
                    <a:pt x="2058" y="7754"/>
                    <a:pt x="2845" y="7432"/>
                    <a:pt x="3432" y="6854"/>
                  </a:cubicBezTo>
                  <a:lnTo>
                    <a:pt x="7822" y="2464"/>
                  </a:lnTo>
                  <a:lnTo>
                    <a:pt x="5358" y="0"/>
                  </a:lnTo>
                  <a:close/>
                </a:path>
              </a:pathLst>
            </a:custGeom>
            <a:solidFill>
              <a:srgbClr val="E8EB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8660;p124">
              <a:extLst>
                <a:ext uri="{FF2B5EF4-FFF2-40B4-BE49-F238E27FC236}">
                  <a16:creationId xmlns:a16="http://schemas.microsoft.com/office/drawing/2014/main" id="{4D523E64-87DB-431E-9322-BF84C9546903}"/>
                </a:ext>
              </a:extLst>
            </p:cNvPr>
            <p:cNvSpPr/>
            <p:nvPr/>
          </p:nvSpPr>
          <p:spPr>
            <a:xfrm>
              <a:off x="5417386" y="2554877"/>
              <a:ext cx="201190" cy="153191"/>
            </a:xfrm>
            <a:custGeom>
              <a:avLst/>
              <a:gdLst/>
              <a:ahLst/>
              <a:cxnLst/>
              <a:rect l="l" t="t" r="r" b="b"/>
              <a:pathLst>
                <a:path w="7679" h="5847" extrusionOk="0">
                  <a:moveTo>
                    <a:pt x="7123" y="0"/>
                  </a:moveTo>
                  <a:lnTo>
                    <a:pt x="6222" y="901"/>
                  </a:lnTo>
                  <a:lnTo>
                    <a:pt x="5723" y="1390"/>
                  </a:lnTo>
                  <a:lnTo>
                    <a:pt x="2733" y="4390"/>
                  </a:lnTo>
                  <a:cubicBezTo>
                    <a:pt x="2152" y="4971"/>
                    <a:pt x="1376" y="5293"/>
                    <a:pt x="567" y="5293"/>
                  </a:cubicBezTo>
                  <a:cubicBezTo>
                    <a:pt x="481" y="5293"/>
                    <a:pt x="394" y="5289"/>
                    <a:pt x="308" y="5282"/>
                  </a:cubicBezTo>
                  <a:cubicBezTo>
                    <a:pt x="202" y="5272"/>
                    <a:pt x="97" y="5253"/>
                    <a:pt x="1" y="5215"/>
                  </a:cubicBezTo>
                  <a:lnTo>
                    <a:pt x="1" y="5215"/>
                  </a:lnTo>
                  <a:cubicBezTo>
                    <a:pt x="145" y="5569"/>
                    <a:pt x="470" y="5809"/>
                    <a:pt x="854" y="5838"/>
                  </a:cubicBezTo>
                  <a:cubicBezTo>
                    <a:pt x="931" y="5844"/>
                    <a:pt x="1009" y="5846"/>
                    <a:pt x="1086" y="5846"/>
                  </a:cubicBezTo>
                  <a:cubicBezTo>
                    <a:pt x="1906" y="5846"/>
                    <a:pt x="2701" y="5524"/>
                    <a:pt x="3279" y="4937"/>
                  </a:cubicBezTo>
                  <a:lnTo>
                    <a:pt x="6279" y="1946"/>
                  </a:lnTo>
                  <a:lnTo>
                    <a:pt x="7679" y="547"/>
                  </a:lnTo>
                  <a:lnTo>
                    <a:pt x="7123" y="0"/>
                  </a:lnTo>
                  <a:close/>
                </a:path>
              </a:pathLst>
            </a:custGeom>
            <a:solidFill>
              <a:srgbClr val="D7DD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8661;p124">
              <a:extLst>
                <a:ext uri="{FF2B5EF4-FFF2-40B4-BE49-F238E27FC236}">
                  <a16:creationId xmlns:a16="http://schemas.microsoft.com/office/drawing/2014/main" id="{394E97F4-FA19-4BF9-B7FA-B2DB4FE13264}"/>
                </a:ext>
              </a:extLst>
            </p:cNvPr>
            <p:cNvSpPr/>
            <p:nvPr/>
          </p:nvSpPr>
          <p:spPr>
            <a:xfrm>
              <a:off x="5413640" y="2579243"/>
              <a:ext cx="132362" cy="128563"/>
            </a:xfrm>
            <a:custGeom>
              <a:avLst/>
              <a:gdLst/>
              <a:ahLst/>
              <a:cxnLst/>
              <a:rect l="l" t="t" r="r" b="b"/>
              <a:pathLst>
                <a:path w="5052" h="4907" extrusionOk="0">
                  <a:moveTo>
                    <a:pt x="2511" y="0"/>
                  </a:moveTo>
                  <a:lnTo>
                    <a:pt x="968" y="1543"/>
                  </a:lnTo>
                  <a:cubicBezTo>
                    <a:pt x="326" y="2176"/>
                    <a:pt x="0" y="3067"/>
                    <a:pt x="77" y="3968"/>
                  </a:cubicBezTo>
                  <a:cubicBezTo>
                    <a:pt x="115" y="4467"/>
                    <a:pt x="508" y="4860"/>
                    <a:pt x="1006" y="4898"/>
                  </a:cubicBezTo>
                  <a:cubicBezTo>
                    <a:pt x="1084" y="4904"/>
                    <a:pt x="1162" y="4907"/>
                    <a:pt x="1239" y="4907"/>
                  </a:cubicBezTo>
                  <a:cubicBezTo>
                    <a:pt x="2058" y="4907"/>
                    <a:pt x="2845" y="4585"/>
                    <a:pt x="3432" y="4007"/>
                  </a:cubicBezTo>
                  <a:lnTo>
                    <a:pt x="5052" y="2387"/>
                  </a:lnTo>
                  <a:lnTo>
                    <a:pt x="5052" y="2387"/>
                  </a:lnTo>
                  <a:cubicBezTo>
                    <a:pt x="5052" y="2387"/>
                    <a:pt x="5049" y="2387"/>
                    <a:pt x="5043" y="2387"/>
                  </a:cubicBezTo>
                  <a:cubicBezTo>
                    <a:pt x="4960" y="2387"/>
                    <a:pt x="4252" y="2353"/>
                    <a:pt x="3748" y="1227"/>
                  </a:cubicBezTo>
                  <a:cubicBezTo>
                    <a:pt x="3211" y="29"/>
                    <a:pt x="2511" y="0"/>
                    <a:pt x="2511" y="0"/>
                  </a:cubicBezTo>
                  <a:close/>
                </a:path>
              </a:pathLst>
            </a:custGeom>
            <a:solidFill>
              <a:srgbClr val="A4B3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8662;p124">
              <a:extLst>
                <a:ext uri="{FF2B5EF4-FFF2-40B4-BE49-F238E27FC236}">
                  <a16:creationId xmlns:a16="http://schemas.microsoft.com/office/drawing/2014/main" id="{FDD2A6E0-1373-426A-9B14-CADB43159F1C}"/>
                </a:ext>
              </a:extLst>
            </p:cNvPr>
            <p:cNvSpPr/>
            <p:nvPr/>
          </p:nvSpPr>
          <p:spPr>
            <a:xfrm>
              <a:off x="5417386" y="2632481"/>
              <a:ext cx="128616" cy="75325"/>
            </a:xfrm>
            <a:custGeom>
              <a:avLst/>
              <a:gdLst/>
              <a:ahLst/>
              <a:cxnLst/>
              <a:rect l="l" t="t" r="r" b="b"/>
              <a:pathLst>
                <a:path w="4909" h="2875" extrusionOk="0">
                  <a:moveTo>
                    <a:pt x="4151" y="0"/>
                  </a:moveTo>
                  <a:lnTo>
                    <a:pt x="2742" y="1419"/>
                  </a:lnTo>
                  <a:cubicBezTo>
                    <a:pt x="2162" y="1999"/>
                    <a:pt x="1378" y="2321"/>
                    <a:pt x="574" y="2321"/>
                  </a:cubicBezTo>
                  <a:cubicBezTo>
                    <a:pt x="489" y="2321"/>
                    <a:pt x="403" y="2318"/>
                    <a:pt x="317" y="2310"/>
                  </a:cubicBezTo>
                  <a:cubicBezTo>
                    <a:pt x="202" y="2301"/>
                    <a:pt x="106" y="2281"/>
                    <a:pt x="1" y="2243"/>
                  </a:cubicBezTo>
                  <a:lnTo>
                    <a:pt x="1" y="2243"/>
                  </a:lnTo>
                  <a:cubicBezTo>
                    <a:pt x="154" y="2598"/>
                    <a:pt x="480" y="2837"/>
                    <a:pt x="863" y="2866"/>
                  </a:cubicBezTo>
                  <a:cubicBezTo>
                    <a:pt x="941" y="2872"/>
                    <a:pt x="1019" y="2875"/>
                    <a:pt x="1096" y="2875"/>
                  </a:cubicBezTo>
                  <a:cubicBezTo>
                    <a:pt x="1915" y="2875"/>
                    <a:pt x="2702" y="2553"/>
                    <a:pt x="3289" y="1975"/>
                  </a:cubicBezTo>
                  <a:lnTo>
                    <a:pt x="4909" y="355"/>
                  </a:lnTo>
                  <a:lnTo>
                    <a:pt x="4909" y="355"/>
                  </a:lnTo>
                  <a:cubicBezTo>
                    <a:pt x="4909" y="355"/>
                    <a:pt x="4908" y="355"/>
                    <a:pt x="4906" y="355"/>
                  </a:cubicBezTo>
                  <a:cubicBezTo>
                    <a:pt x="4873" y="355"/>
                    <a:pt x="4534" y="346"/>
                    <a:pt x="4151"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8663;p124">
              <a:extLst>
                <a:ext uri="{FF2B5EF4-FFF2-40B4-BE49-F238E27FC236}">
                  <a16:creationId xmlns:a16="http://schemas.microsoft.com/office/drawing/2014/main" id="{1AFE245D-EC17-4125-AA20-BBC3542D07A1}"/>
                </a:ext>
              </a:extLst>
            </p:cNvPr>
            <p:cNvSpPr/>
            <p:nvPr/>
          </p:nvSpPr>
          <p:spPr>
            <a:xfrm>
              <a:off x="5540710" y="2480102"/>
              <a:ext cx="103228" cy="101342"/>
            </a:xfrm>
            <a:custGeom>
              <a:avLst/>
              <a:gdLst/>
              <a:ahLst/>
              <a:cxnLst/>
              <a:rect l="l" t="t" r="r" b="b"/>
              <a:pathLst>
                <a:path w="3940" h="3868" extrusionOk="0">
                  <a:moveTo>
                    <a:pt x="370" y="0"/>
                  </a:moveTo>
                  <a:cubicBezTo>
                    <a:pt x="288" y="0"/>
                    <a:pt x="206" y="31"/>
                    <a:pt x="144" y="94"/>
                  </a:cubicBezTo>
                  <a:lnTo>
                    <a:pt x="134" y="103"/>
                  </a:lnTo>
                  <a:cubicBezTo>
                    <a:pt x="0" y="228"/>
                    <a:pt x="0" y="439"/>
                    <a:pt x="134" y="563"/>
                  </a:cubicBezTo>
                  <a:lnTo>
                    <a:pt x="3336" y="3774"/>
                  </a:lnTo>
                  <a:cubicBezTo>
                    <a:pt x="3403" y="3837"/>
                    <a:pt x="3487" y="3868"/>
                    <a:pt x="3570" y="3868"/>
                  </a:cubicBezTo>
                  <a:cubicBezTo>
                    <a:pt x="3652" y="3868"/>
                    <a:pt x="3734" y="3837"/>
                    <a:pt x="3796" y="3774"/>
                  </a:cubicBezTo>
                  <a:lnTo>
                    <a:pt x="3806" y="3765"/>
                  </a:lnTo>
                  <a:cubicBezTo>
                    <a:pt x="3940" y="3631"/>
                    <a:pt x="3940" y="3429"/>
                    <a:pt x="3806" y="3305"/>
                  </a:cubicBezTo>
                  <a:lnTo>
                    <a:pt x="604" y="94"/>
                  </a:lnTo>
                  <a:cubicBezTo>
                    <a:pt x="537" y="31"/>
                    <a:pt x="453" y="0"/>
                    <a:pt x="370" y="0"/>
                  </a:cubicBezTo>
                  <a:close/>
                </a:path>
              </a:pathLst>
            </a:custGeom>
            <a:solidFill>
              <a:srgbClr val="CAD3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8664;p124">
              <a:extLst>
                <a:ext uri="{FF2B5EF4-FFF2-40B4-BE49-F238E27FC236}">
                  <a16:creationId xmlns:a16="http://schemas.microsoft.com/office/drawing/2014/main" id="{A9FCE963-C910-492A-80EE-64396F263B41}"/>
                </a:ext>
              </a:extLst>
            </p:cNvPr>
            <p:cNvSpPr/>
            <p:nvPr/>
          </p:nvSpPr>
          <p:spPr>
            <a:xfrm>
              <a:off x="5619310" y="2557890"/>
              <a:ext cx="26750" cy="23213"/>
            </a:xfrm>
            <a:custGeom>
              <a:avLst/>
              <a:gdLst/>
              <a:ahLst/>
              <a:cxnLst/>
              <a:rect l="l" t="t" r="r" b="b"/>
              <a:pathLst>
                <a:path w="1021" h="886" extrusionOk="0">
                  <a:moveTo>
                    <a:pt x="470" y="0"/>
                  </a:moveTo>
                  <a:lnTo>
                    <a:pt x="0" y="460"/>
                  </a:lnTo>
                  <a:lnTo>
                    <a:pt x="336" y="796"/>
                  </a:lnTo>
                  <a:cubicBezTo>
                    <a:pt x="405" y="859"/>
                    <a:pt x="481" y="885"/>
                    <a:pt x="554" y="885"/>
                  </a:cubicBezTo>
                  <a:cubicBezTo>
                    <a:pt x="805" y="885"/>
                    <a:pt x="1021" y="571"/>
                    <a:pt x="806" y="326"/>
                  </a:cubicBezTo>
                  <a:lnTo>
                    <a:pt x="470" y="0"/>
                  </a:lnTo>
                  <a:close/>
                </a:path>
              </a:pathLst>
            </a:custGeom>
            <a:solidFill>
              <a:srgbClr val="AFBC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8665;p124">
              <a:extLst>
                <a:ext uri="{FF2B5EF4-FFF2-40B4-BE49-F238E27FC236}">
                  <a16:creationId xmlns:a16="http://schemas.microsoft.com/office/drawing/2014/main" id="{0FC55923-F2EB-4F59-A73B-891E71A09F04}"/>
                </a:ext>
              </a:extLst>
            </p:cNvPr>
            <p:cNvSpPr/>
            <p:nvPr/>
          </p:nvSpPr>
          <p:spPr>
            <a:xfrm>
              <a:off x="5575608" y="2456181"/>
              <a:ext cx="91202" cy="91176"/>
            </a:xfrm>
            <a:custGeom>
              <a:avLst/>
              <a:gdLst/>
              <a:ahLst/>
              <a:cxnLst/>
              <a:rect l="l" t="t" r="r" b="b"/>
              <a:pathLst>
                <a:path w="3481" h="3480" extrusionOk="0">
                  <a:moveTo>
                    <a:pt x="1745" y="0"/>
                  </a:moveTo>
                  <a:lnTo>
                    <a:pt x="1" y="1745"/>
                  </a:lnTo>
                  <a:lnTo>
                    <a:pt x="1745" y="3480"/>
                  </a:lnTo>
                  <a:lnTo>
                    <a:pt x="3480" y="1745"/>
                  </a:lnTo>
                  <a:lnTo>
                    <a:pt x="1745" y="0"/>
                  </a:lnTo>
                  <a:close/>
                </a:path>
              </a:pathLst>
            </a:custGeom>
            <a:solidFill>
              <a:srgbClr val="C6CE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8666;p124">
              <a:extLst>
                <a:ext uri="{FF2B5EF4-FFF2-40B4-BE49-F238E27FC236}">
                  <a16:creationId xmlns:a16="http://schemas.microsoft.com/office/drawing/2014/main" id="{DDAC5CF2-D35C-4997-8BD0-A636D1B97798}"/>
                </a:ext>
              </a:extLst>
            </p:cNvPr>
            <p:cNvSpPr/>
            <p:nvPr/>
          </p:nvSpPr>
          <p:spPr>
            <a:xfrm>
              <a:off x="5575608" y="2456181"/>
              <a:ext cx="91438" cy="91176"/>
            </a:xfrm>
            <a:custGeom>
              <a:avLst/>
              <a:gdLst/>
              <a:ahLst/>
              <a:cxnLst/>
              <a:rect l="l" t="t" r="r" b="b"/>
              <a:pathLst>
                <a:path w="3490" h="3480" extrusionOk="0">
                  <a:moveTo>
                    <a:pt x="1" y="1745"/>
                  </a:moveTo>
                  <a:lnTo>
                    <a:pt x="1256" y="3000"/>
                  </a:lnTo>
                  <a:lnTo>
                    <a:pt x="1260" y="2997"/>
                  </a:lnTo>
                  <a:lnTo>
                    <a:pt x="1260" y="2997"/>
                  </a:lnTo>
                  <a:lnTo>
                    <a:pt x="1" y="1745"/>
                  </a:lnTo>
                  <a:close/>
                  <a:moveTo>
                    <a:pt x="1745" y="0"/>
                  </a:moveTo>
                  <a:lnTo>
                    <a:pt x="1448" y="288"/>
                  </a:lnTo>
                  <a:lnTo>
                    <a:pt x="2359" y="1208"/>
                  </a:lnTo>
                  <a:cubicBezTo>
                    <a:pt x="2550" y="1390"/>
                    <a:pt x="2550" y="1706"/>
                    <a:pt x="2359" y="1889"/>
                  </a:cubicBezTo>
                  <a:lnTo>
                    <a:pt x="1260" y="2997"/>
                  </a:lnTo>
                  <a:lnTo>
                    <a:pt x="1260" y="2997"/>
                  </a:lnTo>
                  <a:lnTo>
                    <a:pt x="1745" y="3480"/>
                  </a:lnTo>
                  <a:lnTo>
                    <a:pt x="3490" y="1745"/>
                  </a:lnTo>
                  <a:lnTo>
                    <a:pt x="1745" y="0"/>
                  </a:lnTo>
                  <a:close/>
                </a:path>
              </a:pathLst>
            </a:custGeom>
            <a:solidFill>
              <a:srgbClr val="ADB8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8667;p124">
              <a:extLst>
                <a:ext uri="{FF2B5EF4-FFF2-40B4-BE49-F238E27FC236}">
                  <a16:creationId xmlns:a16="http://schemas.microsoft.com/office/drawing/2014/main" id="{ADC909F8-FAFD-4250-8365-773645FC1C8F}"/>
                </a:ext>
              </a:extLst>
            </p:cNvPr>
            <p:cNvSpPr/>
            <p:nvPr/>
          </p:nvSpPr>
          <p:spPr>
            <a:xfrm>
              <a:off x="5523680" y="2521865"/>
              <a:ext cx="29868" cy="27012"/>
            </a:xfrm>
            <a:custGeom>
              <a:avLst/>
              <a:gdLst/>
              <a:ahLst/>
              <a:cxnLst/>
              <a:rect l="l" t="t" r="r" b="b"/>
              <a:pathLst>
                <a:path w="1140" h="1031" extrusionOk="0">
                  <a:moveTo>
                    <a:pt x="305" y="1"/>
                  </a:moveTo>
                  <a:cubicBezTo>
                    <a:pt x="140" y="1"/>
                    <a:pt x="1" y="213"/>
                    <a:pt x="161" y="359"/>
                  </a:cubicBezTo>
                  <a:lnTo>
                    <a:pt x="775" y="973"/>
                  </a:lnTo>
                  <a:cubicBezTo>
                    <a:pt x="813" y="1011"/>
                    <a:pt x="861" y="1030"/>
                    <a:pt x="919" y="1030"/>
                  </a:cubicBezTo>
                  <a:cubicBezTo>
                    <a:pt x="967" y="1030"/>
                    <a:pt x="1024" y="1011"/>
                    <a:pt x="1062" y="973"/>
                  </a:cubicBezTo>
                  <a:cubicBezTo>
                    <a:pt x="1139" y="896"/>
                    <a:pt x="1139" y="762"/>
                    <a:pt x="1062" y="685"/>
                  </a:cubicBezTo>
                  <a:lnTo>
                    <a:pt x="459" y="72"/>
                  </a:lnTo>
                  <a:cubicBezTo>
                    <a:pt x="411" y="21"/>
                    <a:pt x="357" y="1"/>
                    <a:pt x="305" y="1"/>
                  </a:cubicBezTo>
                  <a:close/>
                </a:path>
              </a:pathLst>
            </a:custGeom>
            <a:solidFill>
              <a:srgbClr val="6578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8668;p124">
              <a:extLst>
                <a:ext uri="{FF2B5EF4-FFF2-40B4-BE49-F238E27FC236}">
                  <a16:creationId xmlns:a16="http://schemas.microsoft.com/office/drawing/2014/main" id="{42C13121-7B4B-422C-91FE-D0DCE7065502}"/>
                </a:ext>
              </a:extLst>
            </p:cNvPr>
            <p:cNvSpPr/>
            <p:nvPr/>
          </p:nvSpPr>
          <p:spPr>
            <a:xfrm>
              <a:off x="5505366" y="2541358"/>
              <a:ext cx="29344" cy="26593"/>
            </a:xfrm>
            <a:custGeom>
              <a:avLst/>
              <a:gdLst/>
              <a:ahLst/>
              <a:cxnLst/>
              <a:rect l="l" t="t" r="r" b="b"/>
              <a:pathLst>
                <a:path w="1120" h="1015" extrusionOk="0">
                  <a:moveTo>
                    <a:pt x="292" y="1"/>
                  </a:moveTo>
                  <a:cubicBezTo>
                    <a:pt x="135" y="1"/>
                    <a:pt x="0" y="195"/>
                    <a:pt x="141" y="344"/>
                  </a:cubicBezTo>
                  <a:lnTo>
                    <a:pt x="745" y="957"/>
                  </a:lnTo>
                  <a:cubicBezTo>
                    <a:pt x="784" y="996"/>
                    <a:pt x="832" y="1015"/>
                    <a:pt x="889" y="1015"/>
                  </a:cubicBezTo>
                  <a:cubicBezTo>
                    <a:pt x="947" y="1015"/>
                    <a:pt x="995" y="996"/>
                    <a:pt x="1033" y="957"/>
                  </a:cubicBezTo>
                  <a:cubicBezTo>
                    <a:pt x="1119" y="871"/>
                    <a:pt x="1119" y="746"/>
                    <a:pt x="1033" y="660"/>
                  </a:cubicBezTo>
                  <a:lnTo>
                    <a:pt x="429" y="56"/>
                  </a:lnTo>
                  <a:cubicBezTo>
                    <a:pt x="386" y="17"/>
                    <a:pt x="338" y="1"/>
                    <a:pt x="292" y="1"/>
                  </a:cubicBezTo>
                  <a:close/>
                </a:path>
              </a:pathLst>
            </a:custGeom>
            <a:solidFill>
              <a:srgbClr val="6578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8669;p124">
              <a:extLst>
                <a:ext uri="{FF2B5EF4-FFF2-40B4-BE49-F238E27FC236}">
                  <a16:creationId xmlns:a16="http://schemas.microsoft.com/office/drawing/2014/main" id="{98374961-6D48-4028-8ED1-D16B16936A28}"/>
                </a:ext>
              </a:extLst>
            </p:cNvPr>
            <p:cNvSpPr/>
            <p:nvPr/>
          </p:nvSpPr>
          <p:spPr>
            <a:xfrm>
              <a:off x="5486266" y="2560222"/>
              <a:ext cx="43675" cy="40898"/>
            </a:xfrm>
            <a:custGeom>
              <a:avLst/>
              <a:gdLst/>
              <a:ahLst/>
              <a:cxnLst/>
              <a:rect l="l" t="t" r="r" b="b"/>
              <a:pathLst>
                <a:path w="1667" h="1561" extrusionOk="0">
                  <a:moveTo>
                    <a:pt x="296" y="1"/>
                  </a:moveTo>
                  <a:cubicBezTo>
                    <a:pt x="138" y="1"/>
                    <a:pt x="0" y="203"/>
                    <a:pt x="142" y="352"/>
                  </a:cubicBezTo>
                  <a:lnTo>
                    <a:pt x="1292" y="1502"/>
                  </a:lnTo>
                  <a:cubicBezTo>
                    <a:pt x="1331" y="1541"/>
                    <a:pt x="1388" y="1560"/>
                    <a:pt x="1446" y="1560"/>
                  </a:cubicBezTo>
                  <a:cubicBezTo>
                    <a:pt x="1494" y="1560"/>
                    <a:pt x="1541" y="1541"/>
                    <a:pt x="1580" y="1502"/>
                  </a:cubicBezTo>
                  <a:cubicBezTo>
                    <a:pt x="1666" y="1426"/>
                    <a:pt x="1666" y="1292"/>
                    <a:pt x="1580" y="1215"/>
                  </a:cubicBezTo>
                  <a:lnTo>
                    <a:pt x="430" y="55"/>
                  </a:lnTo>
                  <a:cubicBezTo>
                    <a:pt x="387" y="17"/>
                    <a:pt x="341" y="1"/>
                    <a:pt x="296" y="1"/>
                  </a:cubicBezTo>
                  <a:close/>
                </a:path>
              </a:pathLst>
            </a:custGeom>
            <a:solidFill>
              <a:srgbClr val="6578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8670;p124">
              <a:extLst>
                <a:ext uri="{FF2B5EF4-FFF2-40B4-BE49-F238E27FC236}">
                  <a16:creationId xmlns:a16="http://schemas.microsoft.com/office/drawing/2014/main" id="{2E4F7F98-9B55-4CB7-8F8E-706B5D57B672}"/>
                </a:ext>
              </a:extLst>
            </p:cNvPr>
            <p:cNvSpPr/>
            <p:nvPr/>
          </p:nvSpPr>
          <p:spPr>
            <a:xfrm>
              <a:off x="5467376" y="2579295"/>
              <a:ext cx="29161" cy="26593"/>
            </a:xfrm>
            <a:custGeom>
              <a:avLst/>
              <a:gdLst/>
              <a:ahLst/>
              <a:cxnLst/>
              <a:rect l="l" t="t" r="r" b="b"/>
              <a:pathLst>
                <a:path w="1113" h="1015" extrusionOk="0">
                  <a:moveTo>
                    <a:pt x="291" y="0"/>
                  </a:moveTo>
                  <a:cubicBezTo>
                    <a:pt x="132" y="0"/>
                    <a:pt x="1" y="195"/>
                    <a:pt x="134" y="343"/>
                  </a:cubicBezTo>
                  <a:lnTo>
                    <a:pt x="748" y="957"/>
                  </a:lnTo>
                  <a:cubicBezTo>
                    <a:pt x="786" y="995"/>
                    <a:pt x="834" y="1014"/>
                    <a:pt x="892" y="1014"/>
                  </a:cubicBezTo>
                  <a:cubicBezTo>
                    <a:pt x="949" y="1014"/>
                    <a:pt x="997" y="995"/>
                    <a:pt x="1036" y="957"/>
                  </a:cubicBezTo>
                  <a:cubicBezTo>
                    <a:pt x="1112" y="870"/>
                    <a:pt x="1112" y="746"/>
                    <a:pt x="1036" y="659"/>
                  </a:cubicBezTo>
                  <a:lnTo>
                    <a:pt x="432" y="56"/>
                  </a:lnTo>
                  <a:cubicBezTo>
                    <a:pt x="386" y="17"/>
                    <a:pt x="337" y="0"/>
                    <a:pt x="291" y="0"/>
                  </a:cubicBezTo>
                  <a:close/>
                </a:path>
              </a:pathLst>
            </a:custGeom>
            <a:solidFill>
              <a:srgbClr val="6578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8671;p124">
              <a:extLst>
                <a:ext uri="{FF2B5EF4-FFF2-40B4-BE49-F238E27FC236}">
                  <a16:creationId xmlns:a16="http://schemas.microsoft.com/office/drawing/2014/main" id="{D1742F1D-459D-4F6A-84EE-D6102AE9A2AE}"/>
                </a:ext>
              </a:extLst>
            </p:cNvPr>
            <p:cNvSpPr/>
            <p:nvPr/>
          </p:nvSpPr>
          <p:spPr>
            <a:xfrm>
              <a:off x="5448381" y="2598264"/>
              <a:ext cx="29318" cy="26698"/>
            </a:xfrm>
            <a:custGeom>
              <a:avLst/>
              <a:gdLst/>
              <a:ahLst/>
              <a:cxnLst/>
              <a:rect l="l" t="t" r="r" b="b"/>
              <a:pathLst>
                <a:path w="1119" h="1019" extrusionOk="0">
                  <a:moveTo>
                    <a:pt x="289" y="1"/>
                  </a:moveTo>
                  <a:cubicBezTo>
                    <a:pt x="133" y="1"/>
                    <a:pt x="0" y="200"/>
                    <a:pt x="141" y="348"/>
                  </a:cubicBezTo>
                  <a:lnTo>
                    <a:pt x="744" y="952"/>
                  </a:lnTo>
                  <a:cubicBezTo>
                    <a:pt x="783" y="990"/>
                    <a:pt x="831" y="1019"/>
                    <a:pt x="888" y="1019"/>
                  </a:cubicBezTo>
                  <a:cubicBezTo>
                    <a:pt x="946" y="1019"/>
                    <a:pt x="994" y="990"/>
                    <a:pt x="1032" y="952"/>
                  </a:cubicBezTo>
                  <a:cubicBezTo>
                    <a:pt x="1118" y="875"/>
                    <a:pt x="1118" y="741"/>
                    <a:pt x="1032" y="664"/>
                  </a:cubicBezTo>
                  <a:lnTo>
                    <a:pt x="428" y="60"/>
                  </a:lnTo>
                  <a:cubicBezTo>
                    <a:pt x="384" y="18"/>
                    <a:pt x="336" y="1"/>
                    <a:pt x="289" y="1"/>
                  </a:cubicBezTo>
                  <a:close/>
                </a:path>
              </a:pathLst>
            </a:custGeom>
            <a:solidFill>
              <a:srgbClr val="6578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8672;p124">
              <a:extLst>
                <a:ext uri="{FF2B5EF4-FFF2-40B4-BE49-F238E27FC236}">
                  <a16:creationId xmlns:a16="http://schemas.microsoft.com/office/drawing/2014/main" id="{BB63A540-7106-4B14-98DD-DE90D688A26A}"/>
                </a:ext>
              </a:extLst>
            </p:cNvPr>
            <p:cNvSpPr/>
            <p:nvPr/>
          </p:nvSpPr>
          <p:spPr>
            <a:xfrm>
              <a:off x="5429491" y="2617364"/>
              <a:ext cx="43440" cy="40741"/>
            </a:xfrm>
            <a:custGeom>
              <a:avLst/>
              <a:gdLst/>
              <a:ahLst/>
              <a:cxnLst/>
              <a:rect l="l" t="t" r="r" b="b"/>
              <a:pathLst>
                <a:path w="1658" h="1555" extrusionOk="0">
                  <a:moveTo>
                    <a:pt x="287" y="0"/>
                  </a:moveTo>
                  <a:cubicBezTo>
                    <a:pt x="129" y="0"/>
                    <a:pt x="0" y="199"/>
                    <a:pt x="133" y="347"/>
                  </a:cubicBezTo>
                  <a:lnTo>
                    <a:pt x="1283" y="1497"/>
                  </a:lnTo>
                  <a:cubicBezTo>
                    <a:pt x="1322" y="1536"/>
                    <a:pt x="1379" y="1555"/>
                    <a:pt x="1437" y="1555"/>
                  </a:cubicBezTo>
                  <a:cubicBezTo>
                    <a:pt x="1485" y="1555"/>
                    <a:pt x="1542" y="1536"/>
                    <a:pt x="1580" y="1497"/>
                  </a:cubicBezTo>
                  <a:cubicBezTo>
                    <a:pt x="1657" y="1421"/>
                    <a:pt x="1657" y="1286"/>
                    <a:pt x="1580" y="1210"/>
                  </a:cubicBezTo>
                  <a:lnTo>
                    <a:pt x="430" y="60"/>
                  </a:lnTo>
                  <a:cubicBezTo>
                    <a:pt x="384" y="18"/>
                    <a:pt x="334" y="0"/>
                    <a:pt x="287" y="0"/>
                  </a:cubicBezTo>
                  <a:close/>
                </a:path>
              </a:pathLst>
            </a:custGeom>
            <a:solidFill>
              <a:srgbClr val="6578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0" name="Google Shape;9044;p124">
            <a:extLst>
              <a:ext uri="{FF2B5EF4-FFF2-40B4-BE49-F238E27FC236}">
                <a16:creationId xmlns:a16="http://schemas.microsoft.com/office/drawing/2014/main" id="{68FFC81F-BA3A-4482-BFAB-013EC3173285}"/>
              </a:ext>
            </a:extLst>
          </p:cNvPr>
          <p:cNvGrpSpPr/>
          <p:nvPr/>
        </p:nvGrpSpPr>
        <p:grpSpPr>
          <a:xfrm>
            <a:off x="340485" y="1424781"/>
            <a:ext cx="1329795" cy="1021104"/>
            <a:chOff x="5764222" y="2016598"/>
            <a:chExt cx="374293" cy="276069"/>
          </a:xfrm>
        </p:grpSpPr>
        <p:sp>
          <p:nvSpPr>
            <p:cNvPr id="461" name="Google Shape;9045;p124">
              <a:extLst>
                <a:ext uri="{FF2B5EF4-FFF2-40B4-BE49-F238E27FC236}">
                  <a16:creationId xmlns:a16="http://schemas.microsoft.com/office/drawing/2014/main" id="{E00C0285-B147-45D7-A29D-4C2F87CF9407}"/>
                </a:ext>
              </a:extLst>
            </p:cNvPr>
            <p:cNvSpPr/>
            <p:nvPr/>
          </p:nvSpPr>
          <p:spPr>
            <a:xfrm>
              <a:off x="5925693" y="2209823"/>
              <a:ext cx="37440" cy="82844"/>
            </a:xfrm>
            <a:custGeom>
              <a:avLst/>
              <a:gdLst/>
              <a:ahLst/>
              <a:cxnLst/>
              <a:rect l="l" t="t" r="r" b="b"/>
              <a:pathLst>
                <a:path w="1429" h="3162" extrusionOk="0">
                  <a:moveTo>
                    <a:pt x="1333" y="0"/>
                  </a:moveTo>
                  <a:cubicBezTo>
                    <a:pt x="1208" y="144"/>
                    <a:pt x="1045" y="249"/>
                    <a:pt x="863" y="288"/>
                  </a:cubicBezTo>
                  <a:lnTo>
                    <a:pt x="269" y="403"/>
                  </a:lnTo>
                  <a:cubicBezTo>
                    <a:pt x="327" y="901"/>
                    <a:pt x="355" y="1764"/>
                    <a:pt x="96" y="2387"/>
                  </a:cubicBezTo>
                  <a:cubicBezTo>
                    <a:pt x="1" y="2617"/>
                    <a:pt x="77" y="2885"/>
                    <a:pt x="279" y="3039"/>
                  </a:cubicBezTo>
                  <a:lnTo>
                    <a:pt x="288" y="3048"/>
                  </a:lnTo>
                  <a:cubicBezTo>
                    <a:pt x="389" y="3125"/>
                    <a:pt x="504" y="3161"/>
                    <a:pt x="618" y="3161"/>
                  </a:cubicBezTo>
                  <a:cubicBezTo>
                    <a:pt x="830" y="3161"/>
                    <a:pt x="1035" y="3036"/>
                    <a:pt x="1122" y="2818"/>
                  </a:cubicBezTo>
                  <a:cubicBezTo>
                    <a:pt x="1323" y="2301"/>
                    <a:pt x="1419" y="1754"/>
                    <a:pt x="1419" y="1198"/>
                  </a:cubicBezTo>
                  <a:cubicBezTo>
                    <a:pt x="1429" y="796"/>
                    <a:pt x="1400" y="403"/>
                    <a:pt x="1333" y="0"/>
                  </a:cubicBezTo>
                  <a:close/>
                </a:path>
              </a:pathLst>
            </a:custGeom>
            <a:solidFill>
              <a:srgbClr val="A4B3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9046;p124">
              <a:extLst>
                <a:ext uri="{FF2B5EF4-FFF2-40B4-BE49-F238E27FC236}">
                  <a16:creationId xmlns:a16="http://schemas.microsoft.com/office/drawing/2014/main" id="{5A5E6D0E-7DA5-436A-8555-9684D8809936}"/>
                </a:ext>
              </a:extLst>
            </p:cNvPr>
            <p:cNvSpPr/>
            <p:nvPr/>
          </p:nvSpPr>
          <p:spPr>
            <a:xfrm>
              <a:off x="5932478" y="2209823"/>
              <a:ext cx="29973" cy="29396"/>
            </a:xfrm>
            <a:custGeom>
              <a:avLst/>
              <a:gdLst/>
              <a:ahLst/>
              <a:cxnLst/>
              <a:rect l="l" t="t" r="r" b="b"/>
              <a:pathLst>
                <a:path w="1144" h="1122" extrusionOk="0">
                  <a:moveTo>
                    <a:pt x="1064" y="0"/>
                  </a:moveTo>
                  <a:cubicBezTo>
                    <a:pt x="949" y="144"/>
                    <a:pt x="777" y="249"/>
                    <a:pt x="595" y="288"/>
                  </a:cubicBezTo>
                  <a:lnTo>
                    <a:pt x="0" y="403"/>
                  </a:lnTo>
                  <a:cubicBezTo>
                    <a:pt x="29" y="642"/>
                    <a:pt x="39" y="882"/>
                    <a:pt x="39" y="1122"/>
                  </a:cubicBezTo>
                  <a:lnTo>
                    <a:pt x="595" y="1006"/>
                  </a:lnTo>
                  <a:cubicBezTo>
                    <a:pt x="806" y="959"/>
                    <a:pt x="997" y="853"/>
                    <a:pt x="1141" y="690"/>
                  </a:cubicBezTo>
                  <a:cubicBezTo>
                    <a:pt x="1142" y="694"/>
                    <a:pt x="1142" y="696"/>
                    <a:pt x="1142" y="696"/>
                  </a:cubicBezTo>
                  <a:cubicBezTo>
                    <a:pt x="1143" y="696"/>
                    <a:pt x="1083" y="100"/>
                    <a:pt x="1064" y="0"/>
                  </a:cubicBezTo>
                  <a:close/>
                </a:path>
              </a:pathLst>
            </a:custGeom>
            <a:solidFill>
              <a:srgbClr val="90A2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9047;p124">
              <a:extLst>
                <a:ext uri="{FF2B5EF4-FFF2-40B4-BE49-F238E27FC236}">
                  <a16:creationId xmlns:a16="http://schemas.microsoft.com/office/drawing/2014/main" id="{58B99792-4707-46EE-A26B-283E429019AE}"/>
                </a:ext>
              </a:extLst>
            </p:cNvPr>
            <p:cNvSpPr/>
            <p:nvPr/>
          </p:nvSpPr>
          <p:spPr>
            <a:xfrm>
              <a:off x="5913824" y="2016598"/>
              <a:ext cx="39772" cy="54103"/>
            </a:xfrm>
            <a:custGeom>
              <a:avLst/>
              <a:gdLst/>
              <a:ahLst/>
              <a:cxnLst/>
              <a:rect l="l" t="t" r="r" b="b"/>
              <a:pathLst>
                <a:path w="1518" h="2065" extrusionOk="0">
                  <a:moveTo>
                    <a:pt x="645" y="0"/>
                  </a:moveTo>
                  <a:cubicBezTo>
                    <a:pt x="324" y="0"/>
                    <a:pt x="1" y="254"/>
                    <a:pt x="89" y="675"/>
                  </a:cubicBezTo>
                  <a:lnTo>
                    <a:pt x="377" y="2026"/>
                  </a:lnTo>
                  <a:lnTo>
                    <a:pt x="1297" y="2026"/>
                  </a:lnTo>
                  <a:cubicBezTo>
                    <a:pt x="1374" y="2026"/>
                    <a:pt x="1451" y="2036"/>
                    <a:pt x="1518" y="2065"/>
                  </a:cubicBezTo>
                  <a:lnTo>
                    <a:pt x="1173" y="445"/>
                  </a:lnTo>
                  <a:lnTo>
                    <a:pt x="1182" y="445"/>
                  </a:lnTo>
                  <a:cubicBezTo>
                    <a:pt x="1113" y="137"/>
                    <a:pt x="880" y="0"/>
                    <a:pt x="645" y="0"/>
                  </a:cubicBezTo>
                  <a:close/>
                </a:path>
              </a:pathLst>
            </a:custGeom>
            <a:solidFill>
              <a:srgbClr val="A4B3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9048;p124">
              <a:extLst>
                <a:ext uri="{FF2B5EF4-FFF2-40B4-BE49-F238E27FC236}">
                  <a16:creationId xmlns:a16="http://schemas.microsoft.com/office/drawing/2014/main" id="{9AFD6978-87F9-4F1A-83D1-EE5EDF0011D7}"/>
                </a:ext>
              </a:extLst>
            </p:cNvPr>
            <p:cNvSpPr/>
            <p:nvPr/>
          </p:nvSpPr>
          <p:spPr>
            <a:xfrm>
              <a:off x="5919667" y="2050081"/>
              <a:ext cx="34191" cy="20619"/>
            </a:xfrm>
            <a:custGeom>
              <a:avLst/>
              <a:gdLst/>
              <a:ahLst/>
              <a:cxnLst/>
              <a:rect l="l" t="t" r="r" b="b"/>
              <a:pathLst>
                <a:path w="1305" h="787" extrusionOk="0">
                  <a:moveTo>
                    <a:pt x="1" y="1"/>
                  </a:moveTo>
                  <a:lnTo>
                    <a:pt x="154" y="748"/>
                  </a:lnTo>
                  <a:lnTo>
                    <a:pt x="1074" y="748"/>
                  </a:lnTo>
                  <a:cubicBezTo>
                    <a:pt x="1151" y="748"/>
                    <a:pt x="1228" y="758"/>
                    <a:pt x="1304" y="787"/>
                  </a:cubicBezTo>
                  <a:lnTo>
                    <a:pt x="1141" y="30"/>
                  </a:lnTo>
                  <a:cubicBezTo>
                    <a:pt x="1055" y="1"/>
                    <a:pt x="959" y="1"/>
                    <a:pt x="873" y="1"/>
                  </a:cubicBezTo>
                  <a:close/>
                </a:path>
              </a:pathLst>
            </a:custGeom>
            <a:solidFill>
              <a:srgbClr val="90A2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9049;p124">
              <a:extLst>
                <a:ext uri="{FF2B5EF4-FFF2-40B4-BE49-F238E27FC236}">
                  <a16:creationId xmlns:a16="http://schemas.microsoft.com/office/drawing/2014/main" id="{5F52B5CF-A380-458D-BE26-DB03BE0E5744}"/>
                </a:ext>
              </a:extLst>
            </p:cNvPr>
            <p:cNvSpPr/>
            <p:nvPr/>
          </p:nvSpPr>
          <p:spPr>
            <a:xfrm>
              <a:off x="6013096" y="2018301"/>
              <a:ext cx="39510" cy="52898"/>
            </a:xfrm>
            <a:custGeom>
              <a:avLst/>
              <a:gdLst/>
              <a:ahLst/>
              <a:cxnLst/>
              <a:rect l="l" t="t" r="r" b="b"/>
              <a:pathLst>
                <a:path w="1508" h="2019" extrusionOk="0">
                  <a:moveTo>
                    <a:pt x="862" y="0"/>
                  </a:moveTo>
                  <a:cubicBezTo>
                    <a:pt x="630" y="0"/>
                    <a:pt x="400" y="135"/>
                    <a:pt x="336" y="437"/>
                  </a:cubicBezTo>
                  <a:lnTo>
                    <a:pt x="0" y="2019"/>
                  </a:lnTo>
                  <a:lnTo>
                    <a:pt x="1131" y="2019"/>
                  </a:lnTo>
                  <a:lnTo>
                    <a:pt x="1419" y="677"/>
                  </a:lnTo>
                  <a:cubicBezTo>
                    <a:pt x="1508" y="255"/>
                    <a:pt x="1182" y="0"/>
                    <a:pt x="862" y="0"/>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9050;p124">
              <a:extLst>
                <a:ext uri="{FF2B5EF4-FFF2-40B4-BE49-F238E27FC236}">
                  <a16:creationId xmlns:a16="http://schemas.microsoft.com/office/drawing/2014/main" id="{E25A8F68-B208-44CF-A897-99B1EACAF638}"/>
                </a:ext>
              </a:extLst>
            </p:cNvPr>
            <p:cNvSpPr/>
            <p:nvPr/>
          </p:nvSpPr>
          <p:spPr>
            <a:xfrm>
              <a:off x="6012834" y="2050841"/>
              <a:ext cx="34191" cy="20619"/>
            </a:xfrm>
            <a:custGeom>
              <a:avLst/>
              <a:gdLst/>
              <a:ahLst/>
              <a:cxnLst/>
              <a:rect l="l" t="t" r="r" b="b"/>
              <a:pathLst>
                <a:path w="1305" h="787" extrusionOk="0">
                  <a:moveTo>
                    <a:pt x="173" y="1"/>
                  </a:moveTo>
                  <a:lnTo>
                    <a:pt x="1" y="787"/>
                  </a:lnTo>
                  <a:lnTo>
                    <a:pt x="1141" y="787"/>
                  </a:lnTo>
                  <a:lnTo>
                    <a:pt x="1304" y="1"/>
                  </a:lnTo>
                  <a:close/>
                </a:path>
              </a:pathLst>
            </a:custGeom>
            <a:solidFill>
              <a:srgbClr val="586F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9051;p124">
              <a:extLst>
                <a:ext uri="{FF2B5EF4-FFF2-40B4-BE49-F238E27FC236}">
                  <a16:creationId xmlns:a16="http://schemas.microsoft.com/office/drawing/2014/main" id="{2260C405-E909-44CB-BCE6-F597AE21F25C}"/>
                </a:ext>
              </a:extLst>
            </p:cNvPr>
            <p:cNvSpPr/>
            <p:nvPr/>
          </p:nvSpPr>
          <p:spPr>
            <a:xfrm>
              <a:off x="5764222" y="2069679"/>
              <a:ext cx="201190" cy="176798"/>
            </a:xfrm>
            <a:custGeom>
              <a:avLst/>
              <a:gdLst/>
              <a:ahLst/>
              <a:cxnLst/>
              <a:rect l="l" t="t" r="r" b="b"/>
              <a:pathLst>
                <a:path w="7679" h="6748" extrusionOk="0">
                  <a:moveTo>
                    <a:pt x="2770" y="0"/>
                  </a:moveTo>
                  <a:cubicBezTo>
                    <a:pt x="1237" y="0"/>
                    <a:pt x="0" y="1247"/>
                    <a:pt x="0" y="2780"/>
                  </a:cubicBezTo>
                  <a:lnTo>
                    <a:pt x="0" y="5368"/>
                  </a:lnTo>
                  <a:cubicBezTo>
                    <a:pt x="0" y="6145"/>
                    <a:pt x="632" y="6748"/>
                    <a:pt x="1373" y="6748"/>
                  </a:cubicBezTo>
                  <a:cubicBezTo>
                    <a:pt x="1464" y="6748"/>
                    <a:pt x="1556" y="6739"/>
                    <a:pt x="1649" y="6720"/>
                  </a:cubicBezTo>
                  <a:lnTo>
                    <a:pt x="7017" y="5637"/>
                  </a:lnTo>
                  <a:cubicBezTo>
                    <a:pt x="7400" y="5560"/>
                    <a:pt x="7678" y="5224"/>
                    <a:pt x="7678" y="4831"/>
                  </a:cubicBezTo>
                  <a:lnTo>
                    <a:pt x="7678" y="671"/>
                  </a:lnTo>
                  <a:cubicBezTo>
                    <a:pt x="7678" y="298"/>
                    <a:pt x="7381" y="0"/>
                    <a:pt x="7007" y="0"/>
                  </a:cubicBezTo>
                  <a:close/>
                </a:path>
              </a:pathLst>
            </a:custGeom>
            <a:solidFill>
              <a:srgbClr val="6A7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9052;p124">
              <a:extLst>
                <a:ext uri="{FF2B5EF4-FFF2-40B4-BE49-F238E27FC236}">
                  <a16:creationId xmlns:a16="http://schemas.microsoft.com/office/drawing/2014/main" id="{A624FFBB-2E07-40CD-8C8E-87AEB2B4300D}"/>
                </a:ext>
              </a:extLst>
            </p:cNvPr>
            <p:cNvSpPr/>
            <p:nvPr/>
          </p:nvSpPr>
          <p:spPr>
            <a:xfrm>
              <a:off x="5769750" y="2069679"/>
              <a:ext cx="195662" cy="176562"/>
            </a:xfrm>
            <a:custGeom>
              <a:avLst/>
              <a:gdLst/>
              <a:ahLst/>
              <a:cxnLst/>
              <a:rect l="l" t="t" r="r" b="b"/>
              <a:pathLst>
                <a:path w="7468" h="6739" extrusionOk="0">
                  <a:moveTo>
                    <a:pt x="6250" y="0"/>
                  </a:moveTo>
                  <a:lnTo>
                    <a:pt x="6250" y="39"/>
                  </a:lnTo>
                  <a:lnTo>
                    <a:pt x="6250" y="4199"/>
                  </a:lnTo>
                  <a:cubicBezTo>
                    <a:pt x="6250" y="4592"/>
                    <a:pt x="5981" y="4927"/>
                    <a:pt x="5598" y="5004"/>
                  </a:cubicBezTo>
                  <a:lnTo>
                    <a:pt x="1342" y="5867"/>
                  </a:lnTo>
                  <a:lnTo>
                    <a:pt x="499" y="6030"/>
                  </a:lnTo>
                  <a:lnTo>
                    <a:pt x="221" y="6087"/>
                  </a:lnTo>
                  <a:cubicBezTo>
                    <a:pt x="144" y="6106"/>
                    <a:pt x="77" y="6116"/>
                    <a:pt x="0" y="6116"/>
                  </a:cubicBezTo>
                  <a:cubicBezTo>
                    <a:pt x="256" y="6507"/>
                    <a:pt x="691" y="6739"/>
                    <a:pt x="1150" y="6739"/>
                  </a:cubicBezTo>
                  <a:cubicBezTo>
                    <a:pt x="1242" y="6739"/>
                    <a:pt x="1335" y="6729"/>
                    <a:pt x="1428" y="6710"/>
                  </a:cubicBezTo>
                  <a:lnTo>
                    <a:pt x="1716" y="6653"/>
                  </a:lnTo>
                  <a:lnTo>
                    <a:pt x="2550" y="6490"/>
                  </a:lnTo>
                  <a:lnTo>
                    <a:pt x="6806" y="5627"/>
                  </a:lnTo>
                  <a:cubicBezTo>
                    <a:pt x="7189" y="5550"/>
                    <a:pt x="7467" y="5215"/>
                    <a:pt x="7467" y="4831"/>
                  </a:cubicBezTo>
                  <a:lnTo>
                    <a:pt x="7467" y="671"/>
                  </a:lnTo>
                  <a:cubicBezTo>
                    <a:pt x="7467" y="298"/>
                    <a:pt x="7170" y="0"/>
                    <a:pt x="6796" y="0"/>
                  </a:cubicBezTo>
                  <a:close/>
                </a:path>
              </a:pathLst>
            </a:custGeom>
            <a:solidFill>
              <a:srgbClr val="546C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9053;p124">
              <a:extLst>
                <a:ext uri="{FF2B5EF4-FFF2-40B4-BE49-F238E27FC236}">
                  <a16:creationId xmlns:a16="http://schemas.microsoft.com/office/drawing/2014/main" id="{25F28550-7BD5-43ED-BC62-9BDE157123B1}"/>
                </a:ext>
              </a:extLst>
            </p:cNvPr>
            <p:cNvSpPr/>
            <p:nvPr/>
          </p:nvSpPr>
          <p:spPr>
            <a:xfrm>
              <a:off x="5987236" y="2069679"/>
              <a:ext cx="151279" cy="119289"/>
            </a:xfrm>
            <a:custGeom>
              <a:avLst/>
              <a:gdLst/>
              <a:ahLst/>
              <a:cxnLst/>
              <a:rect l="l" t="t" r="r" b="b"/>
              <a:pathLst>
                <a:path w="5774" h="4553" extrusionOk="0">
                  <a:moveTo>
                    <a:pt x="4124" y="0"/>
                  </a:moveTo>
                  <a:cubicBezTo>
                    <a:pt x="4117" y="0"/>
                    <a:pt x="4110" y="0"/>
                    <a:pt x="4103" y="0"/>
                  </a:cubicBezTo>
                  <a:lnTo>
                    <a:pt x="1227" y="0"/>
                  </a:lnTo>
                  <a:cubicBezTo>
                    <a:pt x="546" y="0"/>
                    <a:pt x="0" y="547"/>
                    <a:pt x="0" y="1218"/>
                  </a:cubicBezTo>
                  <a:lnTo>
                    <a:pt x="0" y="3940"/>
                  </a:lnTo>
                  <a:cubicBezTo>
                    <a:pt x="0" y="4295"/>
                    <a:pt x="291" y="4552"/>
                    <a:pt x="611" y="4552"/>
                  </a:cubicBezTo>
                  <a:cubicBezTo>
                    <a:pt x="714" y="4552"/>
                    <a:pt x="820" y="4525"/>
                    <a:pt x="920" y="4467"/>
                  </a:cubicBezTo>
                  <a:lnTo>
                    <a:pt x="4706" y="2234"/>
                  </a:lnTo>
                  <a:cubicBezTo>
                    <a:pt x="5774" y="1624"/>
                    <a:pt x="5335" y="0"/>
                    <a:pt x="4124" y="0"/>
                  </a:cubicBezTo>
                  <a:close/>
                </a:path>
              </a:pathLst>
            </a:custGeom>
            <a:solidFill>
              <a:srgbClr val="6A7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9054;p124">
              <a:extLst>
                <a:ext uri="{FF2B5EF4-FFF2-40B4-BE49-F238E27FC236}">
                  <a16:creationId xmlns:a16="http://schemas.microsoft.com/office/drawing/2014/main" id="{31C878B7-63A7-4C35-8CAC-62A02762D092}"/>
                </a:ext>
              </a:extLst>
            </p:cNvPr>
            <p:cNvSpPr/>
            <p:nvPr/>
          </p:nvSpPr>
          <p:spPr>
            <a:xfrm>
              <a:off x="5986974" y="2071434"/>
              <a:ext cx="146930" cy="117533"/>
            </a:xfrm>
            <a:custGeom>
              <a:avLst/>
              <a:gdLst/>
              <a:ahLst/>
              <a:cxnLst/>
              <a:rect l="l" t="t" r="r" b="b"/>
              <a:pathLst>
                <a:path w="5608" h="4486" extrusionOk="0">
                  <a:moveTo>
                    <a:pt x="4496" y="1"/>
                  </a:moveTo>
                  <a:cubicBezTo>
                    <a:pt x="4544" y="125"/>
                    <a:pt x="4563" y="250"/>
                    <a:pt x="4563" y="384"/>
                  </a:cubicBezTo>
                  <a:cubicBezTo>
                    <a:pt x="4563" y="815"/>
                    <a:pt x="4343" y="1208"/>
                    <a:pt x="3969" y="1419"/>
                  </a:cubicBezTo>
                  <a:lnTo>
                    <a:pt x="183" y="3653"/>
                  </a:lnTo>
                  <a:cubicBezTo>
                    <a:pt x="125" y="3681"/>
                    <a:pt x="68" y="3710"/>
                    <a:pt x="0" y="3729"/>
                  </a:cubicBezTo>
                  <a:lnTo>
                    <a:pt x="0" y="3873"/>
                  </a:lnTo>
                  <a:cubicBezTo>
                    <a:pt x="0" y="4228"/>
                    <a:pt x="297" y="4485"/>
                    <a:pt x="620" y="4485"/>
                  </a:cubicBezTo>
                  <a:cubicBezTo>
                    <a:pt x="723" y="4485"/>
                    <a:pt x="830" y="4458"/>
                    <a:pt x="930" y="4400"/>
                  </a:cubicBezTo>
                  <a:lnTo>
                    <a:pt x="4716" y="2167"/>
                  </a:lnTo>
                  <a:cubicBezTo>
                    <a:pt x="5608" y="1659"/>
                    <a:pt x="5474" y="326"/>
                    <a:pt x="4496" y="1"/>
                  </a:cubicBezTo>
                  <a:close/>
                </a:path>
              </a:pathLst>
            </a:custGeom>
            <a:solidFill>
              <a:srgbClr val="546C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9055;p124">
              <a:extLst>
                <a:ext uri="{FF2B5EF4-FFF2-40B4-BE49-F238E27FC236}">
                  <a16:creationId xmlns:a16="http://schemas.microsoft.com/office/drawing/2014/main" id="{F353B05C-D386-40F1-A242-1EBF15E1C043}"/>
                </a:ext>
              </a:extLst>
            </p:cNvPr>
            <p:cNvSpPr/>
            <p:nvPr/>
          </p:nvSpPr>
          <p:spPr>
            <a:xfrm>
              <a:off x="5958836" y="2073452"/>
              <a:ext cx="44985" cy="133122"/>
            </a:xfrm>
            <a:custGeom>
              <a:avLst/>
              <a:gdLst/>
              <a:ahLst/>
              <a:cxnLst/>
              <a:rect l="l" t="t" r="r" b="b"/>
              <a:pathLst>
                <a:path w="1717" h="5081" extrusionOk="0">
                  <a:moveTo>
                    <a:pt x="1" y="0"/>
                  </a:moveTo>
                  <a:cubicBezTo>
                    <a:pt x="164" y="125"/>
                    <a:pt x="250" y="317"/>
                    <a:pt x="250" y="518"/>
                  </a:cubicBezTo>
                  <a:lnTo>
                    <a:pt x="250" y="4687"/>
                  </a:lnTo>
                  <a:cubicBezTo>
                    <a:pt x="250" y="4822"/>
                    <a:pt x="221" y="4956"/>
                    <a:pt x="154" y="5080"/>
                  </a:cubicBezTo>
                  <a:cubicBezTo>
                    <a:pt x="509" y="4716"/>
                    <a:pt x="931" y="4381"/>
                    <a:pt x="1525" y="4381"/>
                  </a:cubicBezTo>
                  <a:cubicBezTo>
                    <a:pt x="1266" y="4304"/>
                    <a:pt x="1084" y="4064"/>
                    <a:pt x="1084" y="3796"/>
                  </a:cubicBezTo>
                  <a:lnTo>
                    <a:pt x="1084" y="1074"/>
                  </a:lnTo>
                  <a:cubicBezTo>
                    <a:pt x="1074" y="623"/>
                    <a:pt x="1324" y="211"/>
                    <a:pt x="1717" y="0"/>
                  </a:cubicBezTo>
                  <a:close/>
                </a:path>
              </a:pathLst>
            </a:custGeom>
            <a:solidFill>
              <a:srgbClr val="C9D0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2" name="Google Shape;9114;p124">
            <a:extLst>
              <a:ext uri="{FF2B5EF4-FFF2-40B4-BE49-F238E27FC236}">
                <a16:creationId xmlns:a16="http://schemas.microsoft.com/office/drawing/2014/main" id="{66186198-38F7-4FFC-9D97-015365CC40F5}"/>
              </a:ext>
            </a:extLst>
          </p:cNvPr>
          <p:cNvGrpSpPr/>
          <p:nvPr/>
        </p:nvGrpSpPr>
        <p:grpSpPr>
          <a:xfrm>
            <a:off x="1294875" y="3437304"/>
            <a:ext cx="1102623" cy="1225742"/>
            <a:chOff x="5750650" y="2891652"/>
            <a:chExt cx="320216" cy="361403"/>
          </a:xfrm>
        </p:grpSpPr>
        <p:sp>
          <p:nvSpPr>
            <p:cNvPr id="473" name="Google Shape;9115;p124">
              <a:extLst>
                <a:ext uri="{FF2B5EF4-FFF2-40B4-BE49-F238E27FC236}">
                  <a16:creationId xmlns:a16="http://schemas.microsoft.com/office/drawing/2014/main" id="{2AF6F0F2-8E5A-4A1C-A652-463EBD232D75}"/>
                </a:ext>
              </a:extLst>
            </p:cNvPr>
            <p:cNvSpPr/>
            <p:nvPr/>
          </p:nvSpPr>
          <p:spPr>
            <a:xfrm>
              <a:off x="5750650" y="2891652"/>
              <a:ext cx="196919" cy="193644"/>
            </a:xfrm>
            <a:custGeom>
              <a:avLst/>
              <a:gdLst/>
              <a:ahLst/>
              <a:cxnLst/>
              <a:rect l="l" t="t" r="r" b="b"/>
              <a:pathLst>
                <a:path w="7516" h="7391" extrusionOk="0">
                  <a:moveTo>
                    <a:pt x="777" y="0"/>
                  </a:moveTo>
                  <a:cubicBezTo>
                    <a:pt x="346" y="0"/>
                    <a:pt x="1" y="384"/>
                    <a:pt x="49" y="815"/>
                  </a:cubicBezTo>
                  <a:lnTo>
                    <a:pt x="595" y="6403"/>
                  </a:lnTo>
                  <a:cubicBezTo>
                    <a:pt x="672" y="7170"/>
                    <a:pt x="1314" y="7391"/>
                    <a:pt x="2081" y="7391"/>
                  </a:cubicBezTo>
                  <a:lnTo>
                    <a:pt x="5436" y="7391"/>
                  </a:lnTo>
                  <a:cubicBezTo>
                    <a:pt x="6202" y="7391"/>
                    <a:pt x="6845" y="7161"/>
                    <a:pt x="6921" y="6403"/>
                  </a:cubicBezTo>
                  <a:lnTo>
                    <a:pt x="7468" y="815"/>
                  </a:lnTo>
                  <a:cubicBezTo>
                    <a:pt x="7516" y="384"/>
                    <a:pt x="7170" y="0"/>
                    <a:pt x="6739" y="0"/>
                  </a:cubicBezTo>
                  <a:close/>
                </a:path>
              </a:pathLst>
            </a:custGeom>
            <a:solidFill>
              <a:srgbClr val="E7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9116;p124">
              <a:extLst>
                <a:ext uri="{FF2B5EF4-FFF2-40B4-BE49-F238E27FC236}">
                  <a16:creationId xmlns:a16="http://schemas.microsoft.com/office/drawing/2014/main" id="{F3ED472D-A881-466F-A071-A84173B38EFF}"/>
                </a:ext>
              </a:extLst>
            </p:cNvPr>
            <p:cNvSpPr/>
            <p:nvPr/>
          </p:nvSpPr>
          <p:spPr>
            <a:xfrm>
              <a:off x="5847590" y="2891652"/>
              <a:ext cx="99979" cy="193644"/>
            </a:xfrm>
            <a:custGeom>
              <a:avLst/>
              <a:gdLst/>
              <a:ahLst/>
              <a:cxnLst/>
              <a:rect l="l" t="t" r="r" b="b"/>
              <a:pathLst>
                <a:path w="3816" h="7391" extrusionOk="0">
                  <a:moveTo>
                    <a:pt x="1295" y="0"/>
                  </a:moveTo>
                  <a:cubicBezTo>
                    <a:pt x="1736" y="0"/>
                    <a:pt x="2071" y="384"/>
                    <a:pt x="2033" y="815"/>
                  </a:cubicBezTo>
                  <a:lnTo>
                    <a:pt x="1477" y="6403"/>
                  </a:lnTo>
                  <a:cubicBezTo>
                    <a:pt x="1400" y="7161"/>
                    <a:pt x="758" y="7391"/>
                    <a:pt x="1" y="7391"/>
                  </a:cubicBezTo>
                  <a:lnTo>
                    <a:pt x="1736" y="7391"/>
                  </a:lnTo>
                  <a:cubicBezTo>
                    <a:pt x="2502" y="7391"/>
                    <a:pt x="3145" y="7170"/>
                    <a:pt x="3221" y="6403"/>
                  </a:cubicBezTo>
                  <a:lnTo>
                    <a:pt x="3768" y="815"/>
                  </a:lnTo>
                  <a:cubicBezTo>
                    <a:pt x="3816" y="384"/>
                    <a:pt x="3470" y="0"/>
                    <a:pt x="3039" y="0"/>
                  </a:cubicBezTo>
                  <a:close/>
                </a:path>
              </a:pathLst>
            </a:custGeom>
            <a:solidFill>
              <a:srgbClr val="D2D8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9117;p124">
              <a:extLst>
                <a:ext uri="{FF2B5EF4-FFF2-40B4-BE49-F238E27FC236}">
                  <a16:creationId xmlns:a16="http://schemas.microsoft.com/office/drawing/2014/main" id="{B0427FC6-0095-4CBE-AC18-E27C3E58E4DB}"/>
                </a:ext>
              </a:extLst>
            </p:cNvPr>
            <p:cNvSpPr/>
            <p:nvPr/>
          </p:nvSpPr>
          <p:spPr>
            <a:xfrm>
              <a:off x="5753428" y="2930821"/>
              <a:ext cx="191129" cy="154475"/>
            </a:xfrm>
            <a:custGeom>
              <a:avLst/>
              <a:gdLst/>
              <a:ahLst/>
              <a:cxnLst/>
              <a:rect l="l" t="t" r="r" b="b"/>
              <a:pathLst>
                <a:path w="7295" h="5896" extrusionOk="0">
                  <a:moveTo>
                    <a:pt x="19" y="1"/>
                  </a:moveTo>
                  <a:lnTo>
                    <a:pt x="0" y="20"/>
                  </a:lnTo>
                  <a:lnTo>
                    <a:pt x="479" y="4908"/>
                  </a:lnTo>
                  <a:cubicBezTo>
                    <a:pt x="556" y="5675"/>
                    <a:pt x="1198" y="5896"/>
                    <a:pt x="1955" y="5896"/>
                  </a:cubicBezTo>
                  <a:lnTo>
                    <a:pt x="5330" y="5896"/>
                  </a:lnTo>
                  <a:cubicBezTo>
                    <a:pt x="6096" y="5896"/>
                    <a:pt x="6739" y="5675"/>
                    <a:pt x="6815" y="4908"/>
                  </a:cubicBezTo>
                  <a:lnTo>
                    <a:pt x="7295" y="1"/>
                  </a:ln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9118;p124">
              <a:extLst>
                <a:ext uri="{FF2B5EF4-FFF2-40B4-BE49-F238E27FC236}">
                  <a16:creationId xmlns:a16="http://schemas.microsoft.com/office/drawing/2014/main" id="{F5F4D8E6-F064-4238-A0C2-0920C52F53EC}"/>
                </a:ext>
              </a:extLst>
            </p:cNvPr>
            <p:cNvSpPr/>
            <p:nvPr/>
          </p:nvSpPr>
          <p:spPr>
            <a:xfrm>
              <a:off x="5847852" y="2930821"/>
              <a:ext cx="96966" cy="154475"/>
            </a:xfrm>
            <a:custGeom>
              <a:avLst/>
              <a:gdLst/>
              <a:ahLst/>
              <a:cxnLst/>
              <a:rect l="l" t="t" r="r" b="b"/>
              <a:pathLst>
                <a:path w="3701" h="5896" extrusionOk="0">
                  <a:moveTo>
                    <a:pt x="1956" y="1"/>
                  </a:moveTo>
                  <a:lnTo>
                    <a:pt x="1476" y="4908"/>
                  </a:lnTo>
                  <a:cubicBezTo>
                    <a:pt x="1409" y="5675"/>
                    <a:pt x="757" y="5896"/>
                    <a:pt x="0" y="5896"/>
                  </a:cubicBezTo>
                  <a:lnTo>
                    <a:pt x="1735" y="5896"/>
                  </a:lnTo>
                  <a:cubicBezTo>
                    <a:pt x="2502" y="5896"/>
                    <a:pt x="3144" y="5675"/>
                    <a:pt x="3221" y="4908"/>
                  </a:cubicBezTo>
                  <a:lnTo>
                    <a:pt x="3700" y="1"/>
                  </a:lnTo>
                  <a:close/>
                </a:path>
              </a:pathLst>
            </a:custGeom>
            <a:solidFill>
              <a:srgbClr val="4E67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9119;p124">
              <a:extLst>
                <a:ext uri="{FF2B5EF4-FFF2-40B4-BE49-F238E27FC236}">
                  <a16:creationId xmlns:a16="http://schemas.microsoft.com/office/drawing/2014/main" id="{F9A355D1-C292-40FC-BF43-FDE25D747CDA}"/>
                </a:ext>
              </a:extLst>
            </p:cNvPr>
            <p:cNvSpPr/>
            <p:nvPr/>
          </p:nvSpPr>
          <p:spPr>
            <a:xfrm>
              <a:off x="5803653" y="3085270"/>
              <a:ext cx="90940" cy="29920"/>
            </a:xfrm>
            <a:custGeom>
              <a:avLst/>
              <a:gdLst/>
              <a:ahLst/>
              <a:cxnLst/>
              <a:rect l="l" t="t" r="r" b="b"/>
              <a:pathLst>
                <a:path w="3471" h="1142" extrusionOk="0">
                  <a:moveTo>
                    <a:pt x="0" y="1"/>
                  </a:moveTo>
                  <a:lnTo>
                    <a:pt x="0" y="557"/>
                  </a:lnTo>
                  <a:cubicBezTo>
                    <a:pt x="0" y="882"/>
                    <a:pt x="259" y="1141"/>
                    <a:pt x="585" y="1141"/>
                  </a:cubicBezTo>
                  <a:lnTo>
                    <a:pt x="2885" y="1141"/>
                  </a:lnTo>
                  <a:cubicBezTo>
                    <a:pt x="3211" y="1141"/>
                    <a:pt x="3470" y="882"/>
                    <a:pt x="3470" y="557"/>
                  </a:cubicBezTo>
                  <a:lnTo>
                    <a:pt x="3470" y="1"/>
                  </a:ln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9120;p124">
              <a:extLst>
                <a:ext uri="{FF2B5EF4-FFF2-40B4-BE49-F238E27FC236}">
                  <a16:creationId xmlns:a16="http://schemas.microsoft.com/office/drawing/2014/main" id="{FAF7CEAF-7F0E-466E-AA1D-5DB9F7E2CD39}"/>
                </a:ext>
              </a:extLst>
            </p:cNvPr>
            <p:cNvSpPr/>
            <p:nvPr/>
          </p:nvSpPr>
          <p:spPr>
            <a:xfrm>
              <a:off x="5847093" y="3085270"/>
              <a:ext cx="47501" cy="29920"/>
            </a:xfrm>
            <a:custGeom>
              <a:avLst/>
              <a:gdLst/>
              <a:ahLst/>
              <a:cxnLst/>
              <a:rect l="l" t="t" r="r" b="b"/>
              <a:pathLst>
                <a:path w="1813" h="1142" extrusionOk="0">
                  <a:moveTo>
                    <a:pt x="595" y="1"/>
                  </a:moveTo>
                  <a:lnTo>
                    <a:pt x="595" y="547"/>
                  </a:lnTo>
                  <a:cubicBezTo>
                    <a:pt x="585" y="873"/>
                    <a:pt x="326" y="1141"/>
                    <a:pt x="0" y="1141"/>
                  </a:cubicBezTo>
                  <a:lnTo>
                    <a:pt x="1218" y="1141"/>
                  </a:lnTo>
                  <a:cubicBezTo>
                    <a:pt x="1544" y="1141"/>
                    <a:pt x="1812" y="873"/>
                    <a:pt x="1812" y="547"/>
                  </a:cubicBezTo>
                  <a:lnTo>
                    <a:pt x="1812" y="1"/>
                  </a:lnTo>
                  <a:close/>
                </a:path>
              </a:pathLst>
            </a:custGeom>
            <a:solidFill>
              <a:srgbClr val="4E67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9121;p124">
              <a:extLst>
                <a:ext uri="{FF2B5EF4-FFF2-40B4-BE49-F238E27FC236}">
                  <a16:creationId xmlns:a16="http://schemas.microsoft.com/office/drawing/2014/main" id="{8A527D78-5A5E-4F2C-8541-C5304E6716D6}"/>
                </a:ext>
              </a:extLst>
            </p:cNvPr>
            <p:cNvSpPr/>
            <p:nvPr/>
          </p:nvSpPr>
          <p:spPr>
            <a:xfrm>
              <a:off x="6041470" y="2936611"/>
              <a:ext cx="14331" cy="56016"/>
            </a:xfrm>
            <a:custGeom>
              <a:avLst/>
              <a:gdLst/>
              <a:ahLst/>
              <a:cxnLst/>
              <a:rect l="l" t="t" r="r" b="b"/>
              <a:pathLst>
                <a:path w="547" h="2138" extrusionOk="0">
                  <a:moveTo>
                    <a:pt x="274" y="0"/>
                  </a:moveTo>
                  <a:cubicBezTo>
                    <a:pt x="142" y="0"/>
                    <a:pt x="10" y="86"/>
                    <a:pt x="0" y="259"/>
                  </a:cubicBezTo>
                  <a:lnTo>
                    <a:pt x="0" y="1869"/>
                  </a:lnTo>
                  <a:cubicBezTo>
                    <a:pt x="0" y="2013"/>
                    <a:pt x="125" y="2138"/>
                    <a:pt x="278" y="2138"/>
                  </a:cubicBezTo>
                  <a:cubicBezTo>
                    <a:pt x="422" y="2138"/>
                    <a:pt x="547" y="2013"/>
                    <a:pt x="547" y="1869"/>
                  </a:cubicBezTo>
                  <a:lnTo>
                    <a:pt x="547" y="259"/>
                  </a:lnTo>
                  <a:cubicBezTo>
                    <a:pt x="537" y="86"/>
                    <a:pt x="405" y="0"/>
                    <a:pt x="274" y="0"/>
                  </a:cubicBezTo>
                  <a:close/>
                </a:path>
              </a:pathLst>
            </a:custGeom>
            <a:solidFill>
              <a:srgbClr val="7B8B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9122;p124">
              <a:extLst>
                <a:ext uri="{FF2B5EF4-FFF2-40B4-BE49-F238E27FC236}">
                  <a16:creationId xmlns:a16="http://schemas.microsoft.com/office/drawing/2014/main" id="{BF9E9974-2DB6-4970-9A7A-154B71146880}"/>
                </a:ext>
              </a:extLst>
            </p:cNvPr>
            <p:cNvSpPr/>
            <p:nvPr/>
          </p:nvSpPr>
          <p:spPr>
            <a:xfrm>
              <a:off x="6026405" y="2971247"/>
              <a:ext cx="44226" cy="94451"/>
            </a:xfrm>
            <a:custGeom>
              <a:avLst/>
              <a:gdLst/>
              <a:ahLst/>
              <a:cxnLst/>
              <a:rect l="l" t="t" r="r" b="b"/>
              <a:pathLst>
                <a:path w="1688" h="3605" extrusionOk="0">
                  <a:moveTo>
                    <a:pt x="355" y="1"/>
                  </a:moveTo>
                  <a:cubicBezTo>
                    <a:pt x="163" y="1"/>
                    <a:pt x="0" y="164"/>
                    <a:pt x="0" y="365"/>
                  </a:cubicBezTo>
                  <a:lnTo>
                    <a:pt x="0" y="2042"/>
                  </a:lnTo>
                  <a:lnTo>
                    <a:pt x="0" y="3241"/>
                  </a:lnTo>
                  <a:cubicBezTo>
                    <a:pt x="0" y="3442"/>
                    <a:pt x="163" y="3595"/>
                    <a:pt x="355" y="3605"/>
                  </a:cubicBezTo>
                  <a:lnTo>
                    <a:pt x="1323" y="3605"/>
                  </a:lnTo>
                  <a:cubicBezTo>
                    <a:pt x="1524" y="3595"/>
                    <a:pt x="1678" y="3442"/>
                    <a:pt x="1687" y="3241"/>
                  </a:cubicBezTo>
                  <a:lnTo>
                    <a:pt x="1687" y="365"/>
                  </a:lnTo>
                  <a:cubicBezTo>
                    <a:pt x="1678" y="164"/>
                    <a:pt x="1524" y="1"/>
                    <a:pt x="1323" y="1"/>
                  </a:cubicBezTo>
                  <a:close/>
                </a:path>
              </a:pathLst>
            </a:custGeom>
            <a:solidFill>
              <a:srgbClr val="C6CE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9123;p124">
              <a:extLst>
                <a:ext uri="{FF2B5EF4-FFF2-40B4-BE49-F238E27FC236}">
                  <a16:creationId xmlns:a16="http://schemas.microsoft.com/office/drawing/2014/main" id="{A6603208-AC45-4B04-B793-AE9BE5B7AE2D}"/>
                </a:ext>
              </a:extLst>
            </p:cNvPr>
            <p:cNvSpPr/>
            <p:nvPr/>
          </p:nvSpPr>
          <p:spPr>
            <a:xfrm>
              <a:off x="6038955" y="2971247"/>
              <a:ext cx="31912" cy="94215"/>
            </a:xfrm>
            <a:custGeom>
              <a:avLst/>
              <a:gdLst/>
              <a:ahLst/>
              <a:cxnLst/>
              <a:rect l="l" t="t" r="r" b="b"/>
              <a:pathLst>
                <a:path w="1218" h="3596" extrusionOk="0">
                  <a:moveTo>
                    <a:pt x="870" y="0"/>
                  </a:moveTo>
                  <a:cubicBezTo>
                    <a:pt x="864" y="0"/>
                    <a:pt x="859" y="1"/>
                    <a:pt x="854" y="1"/>
                  </a:cubicBezTo>
                  <a:lnTo>
                    <a:pt x="1" y="1"/>
                  </a:lnTo>
                  <a:cubicBezTo>
                    <a:pt x="202" y="1"/>
                    <a:pt x="365" y="154"/>
                    <a:pt x="365" y="355"/>
                  </a:cubicBezTo>
                  <a:lnTo>
                    <a:pt x="365" y="3241"/>
                  </a:lnTo>
                  <a:cubicBezTo>
                    <a:pt x="365" y="3432"/>
                    <a:pt x="202" y="3595"/>
                    <a:pt x="1" y="3595"/>
                  </a:cubicBezTo>
                  <a:lnTo>
                    <a:pt x="854" y="3595"/>
                  </a:lnTo>
                  <a:cubicBezTo>
                    <a:pt x="1055" y="3595"/>
                    <a:pt x="1208" y="3432"/>
                    <a:pt x="1218" y="3241"/>
                  </a:cubicBezTo>
                  <a:lnTo>
                    <a:pt x="1218" y="365"/>
                  </a:lnTo>
                  <a:cubicBezTo>
                    <a:pt x="1218" y="169"/>
                    <a:pt x="1064" y="0"/>
                    <a:pt x="870" y="0"/>
                  </a:cubicBezTo>
                  <a:close/>
                </a:path>
              </a:pathLst>
            </a:custGeom>
            <a:solidFill>
              <a:srgbClr val="B7C1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9124;p124">
              <a:extLst>
                <a:ext uri="{FF2B5EF4-FFF2-40B4-BE49-F238E27FC236}">
                  <a16:creationId xmlns:a16="http://schemas.microsoft.com/office/drawing/2014/main" id="{404711A9-3DA0-4CDC-BD8F-F566455820C8}"/>
                </a:ext>
              </a:extLst>
            </p:cNvPr>
            <p:cNvSpPr/>
            <p:nvPr/>
          </p:nvSpPr>
          <p:spPr>
            <a:xfrm>
              <a:off x="5841826" y="3065934"/>
              <a:ext cx="212718" cy="187120"/>
            </a:xfrm>
            <a:custGeom>
              <a:avLst/>
              <a:gdLst/>
              <a:ahLst/>
              <a:cxnLst/>
              <a:rect l="l" t="t" r="r" b="b"/>
              <a:pathLst>
                <a:path w="8119" h="7142" extrusionOk="0">
                  <a:moveTo>
                    <a:pt x="7573" y="0"/>
                  </a:moveTo>
                  <a:lnTo>
                    <a:pt x="7573" y="4323"/>
                  </a:lnTo>
                  <a:cubicBezTo>
                    <a:pt x="7573" y="5579"/>
                    <a:pt x="6557" y="6586"/>
                    <a:pt x="5310" y="6595"/>
                  </a:cubicBezTo>
                  <a:lnTo>
                    <a:pt x="2818" y="6595"/>
                  </a:lnTo>
                  <a:cubicBezTo>
                    <a:pt x="1563" y="6586"/>
                    <a:pt x="556" y="5579"/>
                    <a:pt x="556" y="4323"/>
                  </a:cubicBezTo>
                  <a:lnTo>
                    <a:pt x="556" y="1879"/>
                  </a:lnTo>
                  <a:lnTo>
                    <a:pt x="0" y="1879"/>
                  </a:lnTo>
                  <a:lnTo>
                    <a:pt x="0" y="4323"/>
                  </a:lnTo>
                  <a:cubicBezTo>
                    <a:pt x="0" y="5876"/>
                    <a:pt x="1265" y="7142"/>
                    <a:pt x="2818" y="7142"/>
                  </a:cubicBezTo>
                  <a:lnTo>
                    <a:pt x="5301" y="7142"/>
                  </a:lnTo>
                  <a:cubicBezTo>
                    <a:pt x="6863" y="7142"/>
                    <a:pt x="8119" y="5876"/>
                    <a:pt x="8119" y="4323"/>
                  </a:cubicBezTo>
                  <a:lnTo>
                    <a:pt x="8119" y="0"/>
                  </a:lnTo>
                  <a:close/>
                </a:path>
              </a:pathLst>
            </a:custGeom>
            <a:solidFill>
              <a:srgbClr val="7B8B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9125;p124">
              <a:extLst>
                <a:ext uri="{FF2B5EF4-FFF2-40B4-BE49-F238E27FC236}">
                  <a16:creationId xmlns:a16="http://schemas.microsoft.com/office/drawing/2014/main" id="{E56967C3-EEF1-4112-ACCD-B9059F5F0864}"/>
                </a:ext>
              </a:extLst>
            </p:cNvPr>
            <p:cNvSpPr/>
            <p:nvPr/>
          </p:nvSpPr>
          <p:spPr>
            <a:xfrm>
              <a:off x="5908610" y="2923511"/>
              <a:ext cx="36706" cy="14384"/>
            </a:xfrm>
            <a:custGeom>
              <a:avLst/>
              <a:gdLst/>
              <a:ahLst/>
              <a:cxnLst/>
              <a:rect l="l" t="t" r="r" b="b"/>
              <a:pathLst>
                <a:path w="1401" h="549" extrusionOk="0">
                  <a:moveTo>
                    <a:pt x="366" y="1"/>
                  </a:moveTo>
                  <a:cubicBezTo>
                    <a:pt x="0" y="1"/>
                    <a:pt x="0" y="549"/>
                    <a:pt x="366" y="549"/>
                  </a:cubicBezTo>
                  <a:cubicBezTo>
                    <a:pt x="375" y="549"/>
                    <a:pt x="384" y="549"/>
                    <a:pt x="394" y="548"/>
                  </a:cubicBezTo>
                  <a:lnTo>
                    <a:pt x="1352" y="548"/>
                  </a:lnTo>
                  <a:lnTo>
                    <a:pt x="1400" y="2"/>
                  </a:lnTo>
                  <a:lnTo>
                    <a:pt x="394" y="2"/>
                  </a:lnTo>
                  <a:cubicBezTo>
                    <a:pt x="384" y="1"/>
                    <a:pt x="375" y="1"/>
                    <a:pt x="366" y="1"/>
                  </a:cubicBezTo>
                  <a:close/>
                </a:path>
              </a:pathLst>
            </a:custGeom>
            <a:solidFill>
              <a:srgbClr val="203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9126;p124">
              <a:extLst>
                <a:ext uri="{FF2B5EF4-FFF2-40B4-BE49-F238E27FC236}">
                  <a16:creationId xmlns:a16="http://schemas.microsoft.com/office/drawing/2014/main" id="{E71AF47B-6CE6-4689-BD75-38733A8DAF3D}"/>
                </a:ext>
              </a:extLst>
            </p:cNvPr>
            <p:cNvSpPr/>
            <p:nvPr/>
          </p:nvSpPr>
          <p:spPr>
            <a:xfrm>
              <a:off x="5886917" y="2973998"/>
              <a:ext cx="53369" cy="14620"/>
            </a:xfrm>
            <a:custGeom>
              <a:avLst/>
              <a:gdLst/>
              <a:ahLst/>
              <a:cxnLst/>
              <a:rect l="l" t="t" r="r" b="b"/>
              <a:pathLst>
                <a:path w="2037" h="558" extrusionOk="0">
                  <a:moveTo>
                    <a:pt x="361" y="0"/>
                  </a:moveTo>
                  <a:cubicBezTo>
                    <a:pt x="1" y="0"/>
                    <a:pt x="4" y="558"/>
                    <a:pt x="370" y="558"/>
                  </a:cubicBezTo>
                  <a:cubicBezTo>
                    <a:pt x="376" y="558"/>
                    <a:pt x="382" y="558"/>
                    <a:pt x="388" y="557"/>
                  </a:cubicBezTo>
                  <a:lnTo>
                    <a:pt x="1989" y="557"/>
                  </a:lnTo>
                  <a:lnTo>
                    <a:pt x="1989" y="548"/>
                  </a:lnTo>
                  <a:lnTo>
                    <a:pt x="2037" y="1"/>
                  </a:lnTo>
                  <a:lnTo>
                    <a:pt x="388" y="1"/>
                  </a:lnTo>
                  <a:cubicBezTo>
                    <a:pt x="379" y="1"/>
                    <a:pt x="370" y="0"/>
                    <a:pt x="361" y="0"/>
                  </a:cubicBezTo>
                  <a:close/>
                </a:path>
              </a:pathLst>
            </a:custGeom>
            <a:solidFill>
              <a:srgbClr val="203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9127;p124">
              <a:extLst>
                <a:ext uri="{FF2B5EF4-FFF2-40B4-BE49-F238E27FC236}">
                  <a16:creationId xmlns:a16="http://schemas.microsoft.com/office/drawing/2014/main" id="{1B84120D-98C1-4D40-AB63-6F00C590596B}"/>
                </a:ext>
              </a:extLst>
            </p:cNvPr>
            <p:cNvSpPr/>
            <p:nvPr/>
          </p:nvSpPr>
          <p:spPr>
            <a:xfrm>
              <a:off x="5908532" y="2948637"/>
              <a:ext cx="34270" cy="14646"/>
            </a:xfrm>
            <a:custGeom>
              <a:avLst/>
              <a:gdLst/>
              <a:ahLst/>
              <a:cxnLst/>
              <a:rect l="l" t="t" r="r" b="b"/>
              <a:pathLst>
                <a:path w="1308" h="559" extrusionOk="0">
                  <a:moveTo>
                    <a:pt x="378" y="1"/>
                  </a:moveTo>
                  <a:cubicBezTo>
                    <a:pt x="3" y="1"/>
                    <a:pt x="0" y="558"/>
                    <a:pt x="369" y="558"/>
                  </a:cubicBezTo>
                  <a:cubicBezTo>
                    <a:pt x="378" y="558"/>
                    <a:pt x="387" y="558"/>
                    <a:pt x="397" y="557"/>
                  </a:cubicBezTo>
                  <a:lnTo>
                    <a:pt x="1260" y="557"/>
                  </a:lnTo>
                  <a:lnTo>
                    <a:pt x="1307" y="1"/>
                  </a:lnTo>
                  <a:lnTo>
                    <a:pt x="397" y="1"/>
                  </a:lnTo>
                  <a:cubicBezTo>
                    <a:pt x="391" y="1"/>
                    <a:pt x="384" y="1"/>
                    <a:pt x="378" y="1"/>
                  </a:cubicBezTo>
                  <a:close/>
                </a:path>
              </a:pathLst>
            </a:custGeom>
            <a:solidFill>
              <a:srgbClr val="203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9128;p124">
              <a:extLst>
                <a:ext uri="{FF2B5EF4-FFF2-40B4-BE49-F238E27FC236}">
                  <a16:creationId xmlns:a16="http://schemas.microsoft.com/office/drawing/2014/main" id="{A6A6BEF9-8F18-41EE-9C43-9496B8C7C181}"/>
                </a:ext>
              </a:extLst>
            </p:cNvPr>
            <p:cNvSpPr/>
            <p:nvPr/>
          </p:nvSpPr>
          <p:spPr>
            <a:xfrm>
              <a:off x="5908532" y="2999124"/>
              <a:ext cx="29501" cy="14620"/>
            </a:xfrm>
            <a:custGeom>
              <a:avLst/>
              <a:gdLst/>
              <a:ahLst/>
              <a:cxnLst/>
              <a:rect l="l" t="t" r="r" b="b"/>
              <a:pathLst>
                <a:path w="1126" h="558" extrusionOk="0">
                  <a:moveTo>
                    <a:pt x="378" y="0"/>
                  </a:moveTo>
                  <a:cubicBezTo>
                    <a:pt x="3" y="0"/>
                    <a:pt x="0" y="558"/>
                    <a:pt x="369" y="558"/>
                  </a:cubicBezTo>
                  <a:cubicBezTo>
                    <a:pt x="378" y="558"/>
                    <a:pt x="387" y="557"/>
                    <a:pt x="397" y="557"/>
                  </a:cubicBezTo>
                  <a:lnTo>
                    <a:pt x="1068" y="557"/>
                  </a:lnTo>
                  <a:lnTo>
                    <a:pt x="1125" y="1"/>
                  </a:lnTo>
                  <a:lnTo>
                    <a:pt x="397" y="1"/>
                  </a:lnTo>
                  <a:cubicBezTo>
                    <a:pt x="391" y="0"/>
                    <a:pt x="384" y="0"/>
                    <a:pt x="378" y="0"/>
                  </a:cubicBezTo>
                  <a:close/>
                </a:path>
              </a:pathLst>
            </a:custGeom>
            <a:solidFill>
              <a:srgbClr val="203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9129;p124">
              <a:extLst>
                <a:ext uri="{FF2B5EF4-FFF2-40B4-BE49-F238E27FC236}">
                  <a16:creationId xmlns:a16="http://schemas.microsoft.com/office/drawing/2014/main" id="{871B415B-C576-4D1F-AD79-2B7312414477}"/>
                </a:ext>
              </a:extLst>
            </p:cNvPr>
            <p:cNvSpPr/>
            <p:nvPr/>
          </p:nvSpPr>
          <p:spPr>
            <a:xfrm>
              <a:off x="5886995" y="3024459"/>
              <a:ext cx="48522" cy="14410"/>
            </a:xfrm>
            <a:custGeom>
              <a:avLst/>
              <a:gdLst/>
              <a:ahLst/>
              <a:cxnLst/>
              <a:rect l="l" t="t" r="r" b="b"/>
              <a:pathLst>
                <a:path w="1852" h="550" extrusionOk="0">
                  <a:moveTo>
                    <a:pt x="358" y="1"/>
                  </a:moveTo>
                  <a:cubicBezTo>
                    <a:pt x="1" y="1"/>
                    <a:pt x="1" y="549"/>
                    <a:pt x="358" y="549"/>
                  </a:cubicBezTo>
                  <a:cubicBezTo>
                    <a:pt x="367" y="549"/>
                    <a:pt x="376" y="549"/>
                    <a:pt x="385" y="548"/>
                  </a:cubicBezTo>
                  <a:lnTo>
                    <a:pt x="1794" y="548"/>
                  </a:lnTo>
                  <a:lnTo>
                    <a:pt x="1851" y="2"/>
                  </a:lnTo>
                  <a:lnTo>
                    <a:pt x="385" y="2"/>
                  </a:lnTo>
                  <a:cubicBezTo>
                    <a:pt x="376" y="1"/>
                    <a:pt x="367" y="1"/>
                    <a:pt x="358" y="1"/>
                  </a:cubicBezTo>
                  <a:close/>
                </a:path>
              </a:pathLst>
            </a:custGeom>
            <a:solidFill>
              <a:srgbClr val="203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25"/>
        <p:cNvGrpSpPr/>
        <p:nvPr/>
      </p:nvGrpSpPr>
      <p:grpSpPr>
        <a:xfrm>
          <a:off x="0" y="0"/>
          <a:ext cx="0" cy="0"/>
          <a:chOff x="0" y="0"/>
          <a:chExt cx="0" cy="0"/>
        </a:xfrm>
      </p:grpSpPr>
      <p:sp>
        <p:nvSpPr>
          <p:cNvPr id="1826" name="Google Shape;1826;p84"/>
          <p:cNvSpPr txBox="1">
            <a:spLocks noGrp="1"/>
          </p:cNvSpPr>
          <p:nvPr>
            <p:ph type="title"/>
          </p:nvPr>
        </p:nvSpPr>
        <p:spPr>
          <a:xfrm>
            <a:off x="6038480" y="1914463"/>
            <a:ext cx="2385600" cy="54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a-IR" dirty="0">
                <a:cs typeface="A Naskh Tahrir" panose="00000700000000000000" pitchFamily="2" charset="-78"/>
              </a:rPr>
              <a:t>اهمیت موضوع</a:t>
            </a:r>
            <a:endParaRPr dirty="0">
              <a:cs typeface="A Naskh Tahrir" panose="00000700000000000000" pitchFamily="2" charset="-78"/>
            </a:endParaRPr>
          </a:p>
        </p:txBody>
      </p:sp>
      <p:sp>
        <p:nvSpPr>
          <p:cNvPr id="1827" name="Google Shape;1827;p84"/>
          <p:cNvSpPr txBox="1">
            <a:spLocks noGrp="1"/>
          </p:cNvSpPr>
          <p:nvPr>
            <p:ph type="title" idx="2"/>
          </p:nvPr>
        </p:nvSpPr>
        <p:spPr>
          <a:xfrm>
            <a:off x="3721350" y="1878300"/>
            <a:ext cx="2024700" cy="1386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1828" name="Google Shape;1828;p84"/>
          <p:cNvSpPr txBox="1">
            <a:spLocks noGrp="1"/>
          </p:cNvSpPr>
          <p:nvPr>
            <p:ph type="subTitle" idx="1"/>
          </p:nvPr>
        </p:nvSpPr>
        <p:spPr>
          <a:xfrm>
            <a:off x="6032400" y="2526438"/>
            <a:ext cx="2391300" cy="702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9" name="Google Shape;1829;p84"/>
          <p:cNvSpPr/>
          <p:nvPr/>
        </p:nvSpPr>
        <p:spPr>
          <a:xfrm rot="-1800746">
            <a:off x="278198" y="1383618"/>
            <a:ext cx="3179405" cy="2805062"/>
          </a:xfrm>
          <a:prstGeom prst="roundRect">
            <a:avLst>
              <a:gd name="adj" fmla="val 16667"/>
            </a:avLst>
          </a:prstGeom>
          <a:solidFill>
            <a:srgbClr val="5081B1"/>
          </a:solidFill>
          <a:ln>
            <a:noFill/>
          </a:ln>
        </p:spPr>
        <p:txBody>
          <a:bodyPr spcFirstLastPara="1" wrap="square" lIns="91425" tIns="91425" rIns="91425" bIns="91425" anchor="ctr" anchorCtr="0">
            <a:noAutofit/>
          </a:bodyPr>
          <a:lstStyle/>
          <a:p>
            <a:pPr marL="0" lvl="0" indent="0" algn="ctr" rtl="1">
              <a:spcBef>
                <a:spcPts val="0"/>
              </a:spcBef>
              <a:spcAft>
                <a:spcPts val="0"/>
              </a:spcAft>
              <a:buNone/>
            </a:pPr>
            <a:r>
              <a:rPr lang="fa-IR" sz="1600" dirty="0">
                <a:solidFill>
                  <a:srgbClr val="CEEBFF"/>
                </a:solidFill>
                <a:latin typeface="Parvin" panose="020B0506030503020204" pitchFamily="34" charset="-78"/>
                <a:ea typeface="Lilita One"/>
                <a:cs typeface="Parvin" panose="020B0506030503020204" pitchFamily="34" charset="-78"/>
                <a:sym typeface="Lilita One"/>
              </a:rPr>
              <a:t>از سال 2010 تا 2019 تعداد نیازمندان به عمل پیوند کبد در آمریکا به دلیل هپاتیت 25.8% کاهش داشته در حالی تعداد نیازمندان به دلیل مصرف بی رویه الکل 16.1% افزایش داشته.</a:t>
            </a:r>
            <a:endParaRPr sz="1600" dirty="0">
              <a:solidFill>
                <a:srgbClr val="CEEBFF"/>
              </a:solidFill>
              <a:latin typeface="Parvin" panose="020B0506030503020204" pitchFamily="34" charset="-78"/>
              <a:ea typeface="Lilita One"/>
              <a:cs typeface="Parvin" panose="020B0506030503020204" pitchFamily="34" charset="-78"/>
              <a:sym typeface="Lilita One"/>
            </a:endParaRPr>
          </a:p>
        </p:txBody>
      </p:sp>
      <p:grpSp>
        <p:nvGrpSpPr>
          <p:cNvPr id="1830" name="Google Shape;1830;p84"/>
          <p:cNvGrpSpPr/>
          <p:nvPr/>
        </p:nvGrpSpPr>
        <p:grpSpPr>
          <a:xfrm>
            <a:off x="417435" y="237007"/>
            <a:ext cx="591604" cy="615737"/>
            <a:chOff x="5593285" y="1262634"/>
            <a:chExt cx="1852814" cy="1928398"/>
          </a:xfrm>
        </p:grpSpPr>
        <p:sp>
          <p:nvSpPr>
            <p:cNvPr id="1831" name="Google Shape;1831;p84"/>
            <p:cNvSpPr/>
            <p:nvPr/>
          </p:nvSpPr>
          <p:spPr>
            <a:xfrm rot="1799956">
              <a:off x="6377770" y="2014775"/>
              <a:ext cx="639880" cy="1089253"/>
            </a:xfrm>
            <a:custGeom>
              <a:avLst/>
              <a:gdLst/>
              <a:ahLst/>
              <a:cxnLst/>
              <a:rect l="l" t="t" r="r" b="b"/>
              <a:pathLst>
                <a:path w="18178" h="30944" extrusionOk="0">
                  <a:moveTo>
                    <a:pt x="18177" y="0"/>
                  </a:moveTo>
                  <a:lnTo>
                    <a:pt x="1" y="9818"/>
                  </a:lnTo>
                  <a:lnTo>
                    <a:pt x="1" y="30943"/>
                  </a:lnTo>
                  <a:lnTo>
                    <a:pt x="18177" y="20153"/>
                  </a:lnTo>
                  <a:lnTo>
                    <a:pt x="18177" y="0"/>
                  </a:lnTo>
                  <a:close/>
                </a:path>
              </a:pathLst>
            </a:custGeom>
            <a:solidFill>
              <a:srgbClr val="B59F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84"/>
            <p:cNvSpPr/>
            <p:nvPr/>
          </p:nvSpPr>
          <p:spPr>
            <a:xfrm rot="1799956">
              <a:off x="6065202" y="1533009"/>
              <a:ext cx="1280781" cy="743652"/>
            </a:xfrm>
            <a:custGeom>
              <a:avLst/>
              <a:gdLst/>
              <a:ahLst/>
              <a:cxnLst/>
              <a:rect l="l" t="t" r="r" b="b"/>
              <a:pathLst>
                <a:path w="36385" h="21126" extrusionOk="0">
                  <a:moveTo>
                    <a:pt x="18694" y="0"/>
                  </a:moveTo>
                  <a:lnTo>
                    <a:pt x="1" y="10821"/>
                  </a:lnTo>
                  <a:lnTo>
                    <a:pt x="18208" y="21125"/>
                  </a:lnTo>
                  <a:lnTo>
                    <a:pt x="36384" y="11307"/>
                  </a:lnTo>
                  <a:lnTo>
                    <a:pt x="18694" y="0"/>
                  </a:lnTo>
                  <a:close/>
                </a:path>
              </a:pathLst>
            </a:custGeom>
            <a:solidFill>
              <a:srgbClr val="E0CF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84"/>
            <p:cNvSpPr/>
            <p:nvPr/>
          </p:nvSpPr>
          <p:spPr>
            <a:xfrm rot="1799956">
              <a:off x="5826936" y="1678634"/>
              <a:ext cx="640936" cy="1106361"/>
            </a:xfrm>
            <a:custGeom>
              <a:avLst/>
              <a:gdLst/>
              <a:ahLst/>
              <a:cxnLst/>
              <a:rect l="l" t="t" r="r" b="b"/>
              <a:pathLst>
                <a:path w="18208" h="31430" extrusionOk="0">
                  <a:moveTo>
                    <a:pt x="1" y="0"/>
                  </a:moveTo>
                  <a:lnTo>
                    <a:pt x="1" y="20639"/>
                  </a:lnTo>
                  <a:lnTo>
                    <a:pt x="18208" y="31429"/>
                  </a:lnTo>
                  <a:lnTo>
                    <a:pt x="18208" y="10304"/>
                  </a:lnTo>
                  <a:lnTo>
                    <a:pt x="1" y="0"/>
                  </a:lnTo>
                  <a:close/>
                </a:path>
              </a:pathLst>
            </a:custGeom>
            <a:solidFill>
              <a:srgbClr val="CDB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84"/>
            <p:cNvSpPr/>
            <p:nvPr/>
          </p:nvSpPr>
          <p:spPr>
            <a:xfrm rot="1799956">
              <a:off x="6605689" y="2310697"/>
              <a:ext cx="77090" cy="139149"/>
            </a:xfrm>
            <a:custGeom>
              <a:avLst/>
              <a:gdLst/>
              <a:ahLst/>
              <a:cxnLst/>
              <a:rect l="l" t="t" r="r" b="b"/>
              <a:pathLst>
                <a:path w="2190" h="3953" extrusionOk="0">
                  <a:moveTo>
                    <a:pt x="244" y="1"/>
                  </a:moveTo>
                  <a:cubicBezTo>
                    <a:pt x="153" y="1"/>
                    <a:pt x="61" y="31"/>
                    <a:pt x="1" y="31"/>
                  </a:cubicBezTo>
                  <a:cubicBezTo>
                    <a:pt x="943" y="153"/>
                    <a:pt x="1703" y="973"/>
                    <a:pt x="1703" y="1976"/>
                  </a:cubicBezTo>
                  <a:cubicBezTo>
                    <a:pt x="1703" y="2979"/>
                    <a:pt x="943" y="3800"/>
                    <a:pt x="1" y="3922"/>
                  </a:cubicBezTo>
                  <a:cubicBezTo>
                    <a:pt x="61" y="3922"/>
                    <a:pt x="153" y="3952"/>
                    <a:pt x="244" y="3952"/>
                  </a:cubicBezTo>
                  <a:cubicBezTo>
                    <a:pt x="1308" y="3952"/>
                    <a:pt x="2189" y="3071"/>
                    <a:pt x="2189" y="1976"/>
                  </a:cubicBezTo>
                  <a:cubicBezTo>
                    <a:pt x="2189" y="882"/>
                    <a:pt x="130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84"/>
            <p:cNvSpPr/>
            <p:nvPr/>
          </p:nvSpPr>
          <p:spPr>
            <a:xfrm rot="1799956">
              <a:off x="6549921" y="2292252"/>
              <a:ext cx="120950" cy="136966"/>
            </a:xfrm>
            <a:custGeom>
              <a:avLst/>
              <a:gdLst/>
              <a:ahLst/>
              <a:cxnLst/>
              <a:rect l="l" t="t" r="r" b="b"/>
              <a:pathLst>
                <a:path w="3436" h="3891" extrusionOk="0">
                  <a:moveTo>
                    <a:pt x="1703" y="0"/>
                  </a:moveTo>
                  <a:cubicBezTo>
                    <a:pt x="761" y="0"/>
                    <a:pt x="1" y="882"/>
                    <a:pt x="1" y="1945"/>
                  </a:cubicBezTo>
                  <a:cubicBezTo>
                    <a:pt x="1" y="3009"/>
                    <a:pt x="761" y="3891"/>
                    <a:pt x="1703" y="3891"/>
                  </a:cubicBezTo>
                  <a:cubicBezTo>
                    <a:pt x="2676" y="3891"/>
                    <a:pt x="3436" y="3009"/>
                    <a:pt x="3436" y="1945"/>
                  </a:cubicBezTo>
                  <a:cubicBezTo>
                    <a:pt x="3436" y="882"/>
                    <a:pt x="2676" y="0"/>
                    <a:pt x="170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84"/>
            <p:cNvSpPr/>
            <p:nvPr/>
          </p:nvSpPr>
          <p:spPr>
            <a:xfrm rot="1799956">
              <a:off x="6442560" y="2687541"/>
              <a:ext cx="78146" cy="139114"/>
            </a:xfrm>
            <a:custGeom>
              <a:avLst/>
              <a:gdLst/>
              <a:ahLst/>
              <a:cxnLst/>
              <a:rect l="l" t="t" r="r" b="b"/>
              <a:pathLst>
                <a:path w="2220" h="3952" extrusionOk="0">
                  <a:moveTo>
                    <a:pt x="244" y="0"/>
                  </a:moveTo>
                  <a:cubicBezTo>
                    <a:pt x="183" y="0"/>
                    <a:pt x="92" y="31"/>
                    <a:pt x="1" y="31"/>
                  </a:cubicBezTo>
                  <a:cubicBezTo>
                    <a:pt x="974" y="152"/>
                    <a:pt x="1734" y="973"/>
                    <a:pt x="1734" y="1976"/>
                  </a:cubicBezTo>
                  <a:cubicBezTo>
                    <a:pt x="1734" y="2979"/>
                    <a:pt x="974" y="3800"/>
                    <a:pt x="1" y="3921"/>
                  </a:cubicBezTo>
                  <a:cubicBezTo>
                    <a:pt x="92" y="3921"/>
                    <a:pt x="183" y="3952"/>
                    <a:pt x="244" y="3952"/>
                  </a:cubicBezTo>
                  <a:cubicBezTo>
                    <a:pt x="1338" y="3952"/>
                    <a:pt x="2220" y="3070"/>
                    <a:pt x="2220" y="1976"/>
                  </a:cubicBezTo>
                  <a:cubicBezTo>
                    <a:pt x="2220" y="882"/>
                    <a:pt x="1338" y="0"/>
                    <a:pt x="24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84"/>
            <p:cNvSpPr/>
            <p:nvPr/>
          </p:nvSpPr>
          <p:spPr>
            <a:xfrm rot="1799956">
              <a:off x="6387808" y="2669343"/>
              <a:ext cx="120950" cy="137001"/>
            </a:xfrm>
            <a:custGeom>
              <a:avLst/>
              <a:gdLst/>
              <a:ahLst/>
              <a:cxnLst/>
              <a:rect l="l" t="t" r="r" b="b"/>
              <a:pathLst>
                <a:path w="3436" h="3892" extrusionOk="0">
                  <a:moveTo>
                    <a:pt x="1703" y="1"/>
                  </a:moveTo>
                  <a:cubicBezTo>
                    <a:pt x="761" y="1"/>
                    <a:pt x="1" y="882"/>
                    <a:pt x="1" y="1946"/>
                  </a:cubicBezTo>
                  <a:cubicBezTo>
                    <a:pt x="1" y="3010"/>
                    <a:pt x="761" y="3891"/>
                    <a:pt x="1703" y="3891"/>
                  </a:cubicBezTo>
                  <a:cubicBezTo>
                    <a:pt x="2676" y="3891"/>
                    <a:pt x="3436" y="3010"/>
                    <a:pt x="3436" y="1946"/>
                  </a:cubicBezTo>
                  <a:cubicBezTo>
                    <a:pt x="3436" y="882"/>
                    <a:pt x="2676" y="1"/>
                    <a:pt x="170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84"/>
            <p:cNvSpPr/>
            <p:nvPr/>
          </p:nvSpPr>
          <p:spPr>
            <a:xfrm rot="1799956">
              <a:off x="6923881" y="2314455"/>
              <a:ext cx="122006" cy="137001"/>
            </a:xfrm>
            <a:custGeom>
              <a:avLst/>
              <a:gdLst/>
              <a:ahLst/>
              <a:cxnLst/>
              <a:rect l="l" t="t" r="r" b="b"/>
              <a:pathLst>
                <a:path w="3466" h="3892" extrusionOk="0">
                  <a:moveTo>
                    <a:pt x="1733" y="1"/>
                  </a:moveTo>
                  <a:cubicBezTo>
                    <a:pt x="791" y="1"/>
                    <a:pt x="1" y="882"/>
                    <a:pt x="1" y="1946"/>
                  </a:cubicBezTo>
                  <a:cubicBezTo>
                    <a:pt x="1" y="3040"/>
                    <a:pt x="791" y="3892"/>
                    <a:pt x="1733" y="3892"/>
                  </a:cubicBezTo>
                  <a:cubicBezTo>
                    <a:pt x="2676" y="3892"/>
                    <a:pt x="3466" y="3040"/>
                    <a:pt x="3466" y="1946"/>
                  </a:cubicBezTo>
                  <a:cubicBezTo>
                    <a:pt x="3466" y="882"/>
                    <a:pt x="2676"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84"/>
            <p:cNvSpPr/>
            <p:nvPr/>
          </p:nvSpPr>
          <p:spPr>
            <a:xfrm rot="1799956">
              <a:off x="5913516" y="2179727"/>
              <a:ext cx="83496" cy="138550"/>
            </a:xfrm>
            <a:custGeom>
              <a:avLst/>
              <a:gdLst/>
              <a:ahLst/>
              <a:cxnLst/>
              <a:rect l="l" t="t" r="r" b="b"/>
              <a:pathLst>
                <a:path w="2372" h="3936" extrusionOk="0">
                  <a:moveTo>
                    <a:pt x="301" y="0"/>
                  </a:moveTo>
                  <a:cubicBezTo>
                    <a:pt x="282" y="0"/>
                    <a:pt x="263" y="1"/>
                    <a:pt x="244" y="1"/>
                  </a:cubicBezTo>
                  <a:cubicBezTo>
                    <a:pt x="152" y="31"/>
                    <a:pt x="61" y="31"/>
                    <a:pt x="0" y="62"/>
                  </a:cubicBezTo>
                  <a:cubicBezTo>
                    <a:pt x="973" y="123"/>
                    <a:pt x="1763" y="883"/>
                    <a:pt x="1824" y="1886"/>
                  </a:cubicBezTo>
                  <a:cubicBezTo>
                    <a:pt x="1855" y="2889"/>
                    <a:pt x="1155" y="3740"/>
                    <a:pt x="213" y="3922"/>
                  </a:cubicBezTo>
                  <a:cubicBezTo>
                    <a:pt x="254" y="3922"/>
                    <a:pt x="308" y="3936"/>
                    <a:pt x="366" y="3936"/>
                  </a:cubicBezTo>
                  <a:cubicBezTo>
                    <a:pt x="396" y="3936"/>
                    <a:pt x="426" y="3932"/>
                    <a:pt x="456" y="3922"/>
                  </a:cubicBezTo>
                  <a:cubicBezTo>
                    <a:pt x="1520" y="3892"/>
                    <a:pt x="2371" y="2949"/>
                    <a:pt x="2310" y="1855"/>
                  </a:cubicBezTo>
                  <a:cubicBezTo>
                    <a:pt x="2251" y="810"/>
                    <a:pt x="1341"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84"/>
            <p:cNvSpPr/>
            <p:nvPr/>
          </p:nvSpPr>
          <p:spPr>
            <a:xfrm rot="1799956">
              <a:off x="5858415" y="2162128"/>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7" y="3867"/>
                  </a:cubicBezTo>
                  <a:cubicBezTo>
                    <a:pt x="1819" y="3867"/>
                    <a:pt x="1852" y="3866"/>
                    <a:pt x="1885" y="3864"/>
                  </a:cubicBezTo>
                  <a:cubicBezTo>
                    <a:pt x="2827" y="3834"/>
                    <a:pt x="3557"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84"/>
            <p:cNvSpPr/>
            <p:nvPr/>
          </p:nvSpPr>
          <p:spPr>
            <a:xfrm rot="1799956">
              <a:off x="6026175" y="2006187"/>
              <a:ext cx="83496" cy="138163"/>
            </a:xfrm>
            <a:custGeom>
              <a:avLst/>
              <a:gdLst/>
              <a:ahLst/>
              <a:cxnLst/>
              <a:rect l="l" t="t" r="r" b="b"/>
              <a:pathLst>
                <a:path w="2372" h="3925" extrusionOk="0">
                  <a:moveTo>
                    <a:pt x="357" y="1"/>
                  </a:moveTo>
                  <a:cubicBezTo>
                    <a:pt x="320" y="1"/>
                    <a:pt x="282" y="2"/>
                    <a:pt x="244" y="4"/>
                  </a:cubicBezTo>
                  <a:cubicBezTo>
                    <a:pt x="152" y="4"/>
                    <a:pt x="92" y="34"/>
                    <a:pt x="0" y="34"/>
                  </a:cubicBezTo>
                  <a:cubicBezTo>
                    <a:pt x="973" y="95"/>
                    <a:pt x="1763" y="885"/>
                    <a:pt x="1824" y="1888"/>
                  </a:cubicBezTo>
                  <a:cubicBezTo>
                    <a:pt x="1885" y="2861"/>
                    <a:pt x="1186" y="3742"/>
                    <a:pt x="213" y="3894"/>
                  </a:cubicBezTo>
                  <a:cubicBezTo>
                    <a:pt x="304" y="3925"/>
                    <a:pt x="365" y="3925"/>
                    <a:pt x="456" y="3925"/>
                  </a:cubicBezTo>
                  <a:cubicBezTo>
                    <a:pt x="1551" y="3864"/>
                    <a:pt x="2371" y="2922"/>
                    <a:pt x="2310" y="1858"/>
                  </a:cubicBezTo>
                  <a:cubicBezTo>
                    <a:pt x="2252" y="802"/>
                    <a:pt x="1400" y="1"/>
                    <a:pt x="357"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84"/>
            <p:cNvSpPr/>
            <p:nvPr/>
          </p:nvSpPr>
          <p:spPr>
            <a:xfrm rot="1799956">
              <a:off x="5972129" y="1988203"/>
              <a:ext cx="125209" cy="137107"/>
            </a:xfrm>
            <a:custGeom>
              <a:avLst/>
              <a:gdLst/>
              <a:ahLst/>
              <a:cxnLst/>
              <a:rect l="l" t="t" r="r" b="b"/>
              <a:pathLst>
                <a:path w="3557" h="3895" extrusionOk="0">
                  <a:moveTo>
                    <a:pt x="1767" y="0"/>
                  </a:moveTo>
                  <a:cubicBezTo>
                    <a:pt x="1736" y="0"/>
                    <a:pt x="1704" y="1"/>
                    <a:pt x="1672" y="3"/>
                  </a:cubicBezTo>
                  <a:cubicBezTo>
                    <a:pt x="700" y="64"/>
                    <a:pt x="1" y="976"/>
                    <a:pt x="61" y="2040"/>
                  </a:cubicBezTo>
                  <a:cubicBezTo>
                    <a:pt x="121" y="3084"/>
                    <a:pt x="884" y="3895"/>
                    <a:pt x="1833" y="3895"/>
                  </a:cubicBezTo>
                  <a:cubicBezTo>
                    <a:pt x="1850" y="3895"/>
                    <a:pt x="1868" y="3894"/>
                    <a:pt x="1885" y="3894"/>
                  </a:cubicBezTo>
                  <a:cubicBezTo>
                    <a:pt x="2827" y="3833"/>
                    <a:pt x="3557" y="2921"/>
                    <a:pt x="3496" y="1857"/>
                  </a:cubicBezTo>
                  <a:cubicBezTo>
                    <a:pt x="3437" y="829"/>
                    <a:pt x="2669" y="0"/>
                    <a:pt x="1767"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84"/>
            <p:cNvSpPr/>
            <p:nvPr/>
          </p:nvSpPr>
          <p:spPr>
            <a:xfrm rot="1799956">
              <a:off x="6133528" y="1828513"/>
              <a:ext cx="83496" cy="138656"/>
            </a:xfrm>
            <a:custGeom>
              <a:avLst/>
              <a:gdLst/>
              <a:ahLst/>
              <a:cxnLst/>
              <a:rect l="l" t="t" r="r" b="b"/>
              <a:pathLst>
                <a:path w="2372" h="3939" extrusionOk="0">
                  <a:moveTo>
                    <a:pt x="354" y="1"/>
                  </a:moveTo>
                  <a:cubicBezTo>
                    <a:pt x="318" y="1"/>
                    <a:pt x="281" y="2"/>
                    <a:pt x="244" y="4"/>
                  </a:cubicBezTo>
                  <a:cubicBezTo>
                    <a:pt x="153" y="4"/>
                    <a:pt x="92" y="34"/>
                    <a:pt x="1" y="65"/>
                  </a:cubicBezTo>
                  <a:cubicBezTo>
                    <a:pt x="974" y="126"/>
                    <a:pt x="1764" y="885"/>
                    <a:pt x="1825" y="1889"/>
                  </a:cubicBezTo>
                  <a:cubicBezTo>
                    <a:pt x="1885" y="2892"/>
                    <a:pt x="1186" y="3743"/>
                    <a:pt x="214" y="3925"/>
                  </a:cubicBezTo>
                  <a:cubicBezTo>
                    <a:pt x="275" y="3925"/>
                    <a:pt x="335" y="3939"/>
                    <a:pt x="387" y="3939"/>
                  </a:cubicBezTo>
                  <a:cubicBezTo>
                    <a:pt x="413" y="3939"/>
                    <a:pt x="437" y="3935"/>
                    <a:pt x="457" y="3925"/>
                  </a:cubicBezTo>
                  <a:cubicBezTo>
                    <a:pt x="1551" y="3864"/>
                    <a:pt x="2372" y="2952"/>
                    <a:pt x="2311" y="1858"/>
                  </a:cubicBezTo>
                  <a:cubicBezTo>
                    <a:pt x="2252" y="830"/>
                    <a:pt x="1399" y="1"/>
                    <a:pt x="3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84"/>
            <p:cNvSpPr/>
            <p:nvPr/>
          </p:nvSpPr>
          <p:spPr>
            <a:xfrm rot="1799956">
              <a:off x="6079344" y="1811559"/>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6" y="3867"/>
                  </a:cubicBezTo>
                  <a:cubicBezTo>
                    <a:pt x="1819" y="3867"/>
                    <a:pt x="1852" y="3866"/>
                    <a:pt x="1885" y="3864"/>
                  </a:cubicBezTo>
                  <a:cubicBezTo>
                    <a:pt x="2827" y="3834"/>
                    <a:pt x="3556"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84"/>
            <p:cNvSpPr/>
            <p:nvPr/>
          </p:nvSpPr>
          <p:spPr>
            <a:xfrm rot="1799956">
              <a:off x="6105082" y="2510591"/>
              <a:ext cx="80258" cy="139149"/>
            </a:xfrm>
            <a:custGeom>
              <a:avLst/>
              <a:gdLst/>
              <a:ahLst/>
              <a:cxnLst/>
              <a:rect l="l" t="t" r="r" b="b"/>
              <a:pathLst>
                <a:path w="2280" h="3953" extrusionOk="0">
                  <a:moveTo>
                    <a:pt x="300" y="0"/>
                  </a:moveTo>
                  <a:cubicBezTo>
                    <a:pt x="281" y="0"/>
                    <a:pt x="262" y="0"/>
                    <a:pt x="243" y="1"/>
                  </a:cubicBezTo>
                  <a:cubicBezTo>
                    <a:pt x="152" y="1"/>
                    <a:pt x="91" y="31"/>
                    <a:pt x="0" y="31"/>
                  </a:cubicBezTo>
                  <a:cubicBezTo>
                    <a:pt x="973" y="122"/>
                    <a:pt x="1733" y="943"/>
                    <a:pt x="1763" y="1916"/>
                  </a:cubicBezTo>
                  <a:cubicBezTo>
                    <a:pt x="1793" y="2919"/>
                    <a:pt x="1064" y="3770"/>
                    <a:pt x="91" y="3922"/>
                  </a:cubicBezTo>
                  <a:cubicBezTo>
                    <a:pt x="182" y="3922"/>
                    <a:pt x="274" y="3952"/>
                    <a:pt x="365" y="3952"/>
                  </a:cubicBezTo>
                  <a:cubicBezTo>
                    <a:pt x="1429" y="3922"/>
                    <a:pt x="2280" y="3010"/>
                    <a:pt x="2249" y="1916"/>
                  </a:cubicBezTo>
                  <a:cubicBezTo>
                    <a:pt x="2220" y="841"/>
                    <a:pt x="1368" y="0"/>
                    <a:pt x="300"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84"/>
            <p:cNvSpPr/>
            <p:nvPr/>
          </p:nvSpPr>
          <p:spPr>
            <a:xfrm rot="1799956">
              <a:off x="6050226" y="2492648"/>
              <a:ext cx="124153" cy="137037"/>
            </a:xfrm>
            <a:custGeom>
              <a:avLst/>
              <a:gdLst/>
              <a:ahLst/>
              <a:cxnLst/>
              <a:rect l="l" t="t" r="r" b="b"/>
              <a:pathLst>
                <a:path w="3527" h="3893" extrusionOk="0">
                  <a:moveTo>
                    <a:pt x="1752" y="0"/>
                  </a:moveTo>
                  <a:cubicBezTo>
                    <a:pt x="1736" y="0"/>
                    <a:pt x="1719" y="1"/>
                    <a:pt x="1703" y="1"/>
                  </a:cubicBezTo>
                  <a:cubicBezTo>
                    <a:pt x="761" y="32"/>
                    <a:pt x="1" y="913"/>
                    <a:pt x="31" y="2007"/>
                  </a:cubicBezTo>
                  <a:cubicBezTo>
                    <a:pt x="61" y="3053"/>
                    <a:pt x="854" y="3893"/>
                    <a:pt x="1776" y="3893"/>
                  </a:cubicBezTo>
                  <a:cubicBezTo>
                    <a:pt x="1792" y="3893"/>
                    <a:pt x="1808" y="3892"/>
                    <a:pt x="1825" y="3892"/>
                  </a:cubicBezTo>
                  <a:cubicBezTo>
                    <a:pt x="2767" y="3862"/>
                    <a:pt x="3527" y="2980"/>
                    <a:pt x="3496" y="1886"/>
                  </a:cubicBezTo>
                  <a:cubicBezTo>
                    <a:pt x="3467" y="840"/>
                    <a:pt x="2674" y="0"/>
                    <a:pt x="1752"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84"/>
            <p:cNvSpPr/>
            <p:nvPr/>
          </p:nvSpPr>
          <p:spPr>
            <a:xfrm rot="1799956">
              <a:off x="6222434" y="2340105"/>
              <a:ext cx="81349" cy="138093"/>
            </a:xfrm>
            <a:custGeom>
              <a:avLst/>
              <a:gdLst/>
              <a:ahLst/>
              <a:cxnLst/>
              <a:rect l="l" t="t" r="r" b="b"/>
              <a:pathLst>
                <a:path w="2311" h="3923" extrusionOk="0">
                  <a:moveTo>
                    <a:pt x="300" y="1"/>
                  </a:moveTo>
                  <a:cubicBezTo>
                    <a:pt x="281" y="1"/>
                    <a:pt x="262" y="1"/>
                    <a:pt x="243" y="2"/>
                  </a:cubicBezTo>
                  <a:cubicBezTo>
                    <a:pt x="152" y="2"/>
                    <a:pt x="91" y="32"/>
                    <a:pt x="0" y="32"/>
                  </a:cubicBezTo>
                  <a:cubicBezTo>
                    <a:pt x="973" y="123"/>
                    <a:pt x="1763" y="913"/>
                    <a:pt x="1793" y="1916"/>
                  </a:cubicBezTo>
                  <a:cubicBezTo>
                    <a:pt x="1824" y="2920"/>
                    <a:pt x="1094" y="3771"/>
                    <a:pt x="122" y="3923"/>
                  </a:cubicBezTo>
                  <a:lnTo>
                    <a:pt x="365" y="3923"/>
                  </a:lnTo>
                  <a:cubicBezTo>
                    <a:pt x="1459" y="3892"/>
                    <a:pt x="2310" y="2980"/>
                    <a:pt x="2280" y="1916"/>
                  </a:cubicBezTo>
                  <a:cubicBezTo>
                    <a:pt x="2250" y="841"/>
                    <a:pt x="1369" y="1"/>
                    <a:pt x="30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84"/>
            <p:cNvSpPr/>
            <p:nvPr/>
          </p:nvSpPr>
          <p:spPr>
            <a:xfrm rot="1799956">
              <a:off x="6168660" y="2322194"/>
              <a:ext cx="123062" cy="135945"/>
            </a:xfrm>
            <a:custGeom>
              <a:avLst/>
              <a:gdLst/>
              <a:ahLst/>
              <a:cxnLst/>
              <a:rect l="l" t="t" r="r" b="b"/>
              <a:pathLst>
                <a:path w="3496" h="3862" extrusionOk="0">
                  <a:moveTo>
                    <a:pt x="1723" y="0"/>
                  </a:moveTo>
                  <a:cubicBezTo>
                    <a:pt x="1706" y="0"/>
                    <a:pt x="1689" y="0"/>
                    <a:pt x="1672" y="1"/>
                  </a:cubicBezTo>
                  <a:cubicBezTo>
                    <a:pt x="730" y="31"/>
                    <a:pt x="0" y="913"/>
                    <a:pt x="31" y="1977"/>
                  </a:cubicBezTo>
                  <a:cubicBezTo>
                    <a:pt x="61" y="3022"/>
                    <a:pt x="824" y="3862"/>
                    <a:pt x="1745" y="3862"/>
                  </a:cubicBezTo>
                  <a:cubicBezTo>
                    <a:pt x="1761" y="3862"/>
                    <a:pt x="1777" y="3862"/>
                    <a:pt x="1794" y="3861"/>
                  </a:cubicBezTo>
                  <a:cubicBezTo>
                    <a:pt x="2736" y="3831"/>
                    <a:pt x="3496" y="2949"/>
                    <a:pt x="3465" y="1885"/>
                  </a:cubicBezTo>
                  <a:cubicBezTo>
                    <a:pt x="3436" y="840"/>
                    <a:pt x="2672" y="0"/>
                    <a:pt x="172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84"/>
            <p:cNvSpPr/>
            <p:nvPr/>
          </p:nvSpPr>
          <p:spPr>
            <a:xfrm rot="1799956">
              <a:off x="6333998" y="2166084"/>
              <a:ext cx="81349" cy="138093"/>
            </a:xfrm>
            <a:custGeom>
              <a:avLst/>
              <a:gdLst/>
              <a:ahLst/>
              <a:cxnLst/>
              <a:rect l="l" t="t" r="r" b="b"/>
              <a:pathLst>
                <a:path w="2311" h="3923" extrusionOk="0">
                  <a:moveTo>
                    <a:pt x="301" y="0"/>
                  </a:moveTo>
                  <a:cubicBezTo>
                    <a:pt x="282" y="0"/>
                    <a:pt x="263" y="1"/>
                    <a:pt x="244" y="1"/>
                  </a:cubicBezTo>
                  <a:cubicBezTo>
                    <a:pt x="183" y="1"/>
                    <a:pt x="92" y="1"/>
                    <a:pt x="1" y="32"/>
                  </a:cubicBezTo>
                  <a:cubicBezTo>
                    <a:pt x="973" y="123"/>
                    <a:pt x="1764" y="913"/>
                    <a:pt x="1794" y="1916"/>
                  </a:cubicBezTo>
                  <a:cubicBezTo>
                    <a:pt x="1824" y="2919"/>
                    <a:pt x="1095" y="3740"/>
                    <a:pt x="122" y="3892"/>
                  </a:cubicBezTo>
                  <a:cubicBezTo>
                    <a:pt x="213" y="3922"/>
                    <a:pt x="274" y="3922"/>
                    <a:pt x="365" y="3922"/>
                  </a:cubicBezTo>
                  <a:cubicBezTo>
                    <a:pt x="1460" y="3892"/>
                    <a:pt x="2311" y="2980"/>
                    <a:pt x="2280" y="1916"/>
                  </a:cubicBezTo>
                  <a:cubicBezTo>
                    <a:pt x="2250" y="841"/>
                    <a:pt x="1369"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84"/>
            <p:cNvSpPr/>
            <p:nvPr/>
          </p:nvSpPr>
          <p:spPr>
            <a:xfrm rot="1799956">
              <a:off x="6280230" y="2148150"/>
              <a:ext cx="123097" cy="135981"/>
            </a:xfrm>
            <a:custGeom>
              <a:avLst/>
              <a:gdLst/>
              <a:ahLst/>
              <a:cxnLst/>
              <a:rect l="l" t="t" r="r" b="b"/>
              <a:pathLst>
                <a:path w="3497" h="3863" extrusionOk="0">
                  <a:moveTo>
                    <a:pt x="1754" y="1"/>
                  </a:moveTo>
                  <a:cubicBezTo>
                    <a:pt x="1737" y="1"/>
                    <a:pt x="1720" y="1"/>
                    <a:pt x="1703" y="2"/>
                  </a:cubicBezTo>
                  <a:cubicBezTo>
                    <a:pt x="730" y="2"/>
                    <a:pt x="1" y="913"/>
                    <a:pt x="31" y="1977"/>
                  </a:cubicBezTo>
                  <a:cubicBezTo>
                    <a:pt x="61" y="3023"/>
                    <a:pt x="825" y="3863"/>
                    <a:pt x="1745" y="3863"/>
                  </a:cubicBezTo>
                  <a:cubicBezTo>
                    <a:pt x="1762" y="3863"/>
                    <a:pt x="1778" y="3862"/>
                    <a:pt x="1794" y="3862"/>
                  </a:cubicBezTo>
                  <a:cubicBezTo>
                    <a:pt x="2767" y="3831"/>
                    <a:pt x="3496" y="2950"/>
                    <a:pt x="3466" y="1886"/>
                  </a:cubicBezTo>
                  <a:cubicBezTo>
                    <a:pt x="3436" y="812"/>
                    <a:pt x="2673" y="1"/>
                    <a:pt x="17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84"/>
            <p:cNvSpPr/>
            <p:nvPr/>
          </p:nvSpPr>
          <p:spPr>
            <a:xfrm rot="1799956">
              <a:off x="7043305" y="2079862"/>
              <a:ext cx="93106" cy="137705"/>
            </a:xfrm>
            <a:custGeom>
              <a:avLst/>
              <a:gdLst/>
              <a:ahLst/>
              <a:cxnLst/>
              <a:rect l="l" t="t" r="r" b="b"/>
              <a:pathLst>
                <a:path w="2645" h="3912" extrusionOk="0">
                  <a:moveTo>
                    <a:pt x="578" y="0"/>
                  </a:moveTo>
                  <a:cubicBezTo>
                    <a:pt x="1520" y="244"/>
                    <a:pt x="2128" y="1186"/>
                    <a:pt x="2007" y="2158"/>
                  </a:cubicBezTo>
                  <a:cubicBezTo>
                    <a:pt x="1858" y="3140"/>
                    <a:pt x="1010" y="3831"/>
                    <a:pt x="62" y="3831"/>
                  </a:cubicBezTo>
                  <a:cubicBezTo>
                    <a:pt x="41" y="3831"/>
                    <a:pt x="21" y="3831"/>
                    <a:pt x="0" y="3830"/>
                  </a:cubicBezTo>
                  <a:lnTo>
                    <a:pt x="0" y="3830"/>
                  </a:lnTo>
                  <a:cubicBezTo>
                    <a:pt x="92" y="3861"/>
                    <a:pt x="152" y="3891"/>
                    <a:pt x="244" y="3891"/>
                  </a:cubicBezTo>
                  <a:cubicBezTo>
                    <a:pt x="341" y="3904"/>
                    <a:pt x="437" y="3911"/>
                    <a:pt x="531" y="3911"/>
                  </a:cubicBezTo>
                  <a:cubicBezTo>
                    <a:pt x="1504" y="3911"/>
                    <a:pt x="2327" y="3219"/>
                    <a:pt x="2493" y="2250"/>
                  </a:cubicBezTo>
                  <a:cubicBezTo>
                    <a:pt x="2645" y="1155"/>
                    <a:pt x="1885" y="152"/>
                    <a:pt x="82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84"/>
            <p:cNvSpPr/>
            <p:nvPr/>
          </p:nvSpPr>
          <p:spPr>
            <a:xfrm rot="1799956">
              <a:off x="6993310" y="2060930"/>
              <a:ext cx="130595" cy="136192"/>
            </a:xfrm>
            <a:custGeom>
              <a:avLst/>
              <a:gdLst/>
              <a:ahLst/>
              <a:cxnLst/>
              <a:rect l="l" t="t" r="r" b="b"/>
              <a:pathLst>
                <a:path w="3710" h="3869" extrusionOk="0">
                  <a:moveTo>
                    <a:pt x="1918" y="0"/>
                  </a:moveTo>
                  <a:cubicBezTo>
                    <a:pt x="1066" y="0"/>
                    <a:pt x="292" y="719"/>
                    <a:pt x="153" y="1691"/>
                  </a:cubicBezTo>
                  <a:cubicBezTo>
                    <a:pt x="1" y="2755"/>
                    <a:pt x="639" y="3728"/>
                    <a:pt x="1581" y="3849"/>
                  </a:cubicBezTo>
                  <a:cubicBezTo>
                    <a:pt x="1662" y="3862"/>
                    <a:pt x="1743" y="3869"/>
                    <a:pt x="1822" y="3869"/>
                  </a:cubicBezTo>
                  <a:cubicBezTo>
                    <a:pt x="2670" y="3869"/>
                    <a:pt x="3418" y="3150"/>
                    <a:pt x="3557" y="2177"/>
                  </a:cubicBezTo>
                  <a:cubicBezTo>
                    <a:pt x="3709" y="1114"/>
                    <a:pt x="3101" y="141"/>
                    <a:pt x="2159" y="19"/>
                  </a:cubicBezTo>
                  <a:cubicBezTo>
                    <a:pt x="2078" y="6"/>
                    <a:pt x="1998" y="0"/>
                    <a:pt x="191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84"/>
            <p:cNvSpPr/>
            <p:nvPr/>
          </p:nvSpPr>
          <p:spPr>
            <a:xfrm rot="1799956">
              <a:off x="6578787" y="2060069"/>
              <a:ext cx="93106" cy="138761"/>
            </a:xfrm>
            <a:custGeom>
              <a:avLst/>
              <a:gdLst/>
              <a:ahLst/>
              <a:cxnLst/>
              <a:rect l="l" t="t" r="r" b="b"/>
              <a:pathLst>
                <a:path w="2645" h="3942" extrusionOk="0">
                  <a:moveTo>
                    <a:pt x="578" y="1"/>
                  </a:moveTo>
                  <a:cubicBezTo>
                    <a:pt x="1520" y="274"/>
                    <a:pt x="2128" y="1186"/>
                    <a:pt x="2006" y="2189"/>
                  </a:cubicBezTo>
                  <a:cubicBezTo>
                    <a:pt x="1854" y="3162"/>
                    <a:pt x="973" y="3861"/>
                    <a:pt x="0" y="3861"/>
                  </a:cubicBezTo>
                  <a:cubicBezTo>
                    <a:pt x="91" y="3861"/>
                    <a:pt x="152" y="3892"/>
                    <a:pt x="243" y="3922"/>
                  </a:cubicBezTo>
                  <a:cubicBezTo>
                    <a:pt x="337" y="3935"/>
                    <a:pt x="430" y="3941"/>
                    <a:pt x="522" y="3941"/>
                  </a:cubicBezTo>
                  <a:cubicBezTo>
                    <a:pt x="1499" y="3941"/>
                    <a:pt x="2326" y="3223"/>
                    <a:pt x="2493" y="2250"/>
                  </a:cubicBezTo>
                  <a:cubicBezTo>
                    <a:pt x="2645" y="1186"/>
                    <a:pt x="1885" y="183"/>
                    <a:pt x="821" y="31"/>
                  </a:cubicBezTo>
                  <a:cubicBezTo>
                    <a:pt x="730" y="1"/>
                    <a:pt x="669" y="1"/>
                    <a:pt x="578"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84"/>
            <p:cNvSpPr/>
            <p:nvPr/>
          </p:nvSpPr>
          <p:spPr>
            <a:xfrm rot="1799956">
              <a:off x="6528794" y="2041340"/>
              <a:ext cx="130560" cy="136825"/>
            </a:xfrm>
            <a:custGeom>
              <a:avLst/>
              <a:gdLst/>
              <a:ahLst/>
              <a:cxnLst/>
              <a:rect l="l" t="t" r="r" b="b"/>
              <a:pathLst>
                <a:path w="3709" h="3887" extrusionOk="0">
                  <a:moveTo>
                    <a:pt x="1953" y="1"/>
                  </a:moveTo>
                  <a:cubicBezTo>
                    <a:pt x="1087" y="1"/>
                    <a:pt x="293" y="700"/>
                    <a:pt x="153" y="1686"/>
                  </a:cubicBezTo>
                  <a:cubicBezTo>
                    <a:pt x="1" y="2749"/>
                    <a:pt x="639" y="3722"/>
                    <a:pt x="1581" y="3874"/>
                  </a:cubicBezTo>
                  <a:cubicBezTo>
                    <a:pt x="1648" y="3883"/>
                    <a:pt x="1714" y="3887"/>
                    <a:pt x="1780" y="3887"/>
                  </a:cubicBezTo>
                  <a:cubicBezTo>
                    <a:pt x="2644" y="3887"/>
                    <a:pt x="3416" y="3163"/>
                    <a:pt x="3557" y="2202"/>
                  </a:cubicBezTo>
                  <a:cubicBezTo>
                    <a:pt x="3709" y="1139"/>
                    <a:pt x="3101" y="166"/>
                    <a:pt x="2159" y="14"/>
                  </a:cubicBezTo>
                  <a:cubicBezTo>
                    <a:pt x="2090" y="5"/>
                    <a:pt x="2021" y="1"/>
                    <a:pt x="195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84"/>
            <p:cNvSpPr/>
            <p:nvPr/>
          </p:nvSpPr>
          <p:spPr>
            <a:xfrm rot="1799956">
              <a:off x="6345570" y="16487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84"/>
            <p:cNvSpPr/>
            <p:nvPr/>
          </p:nvSpPr>
          <p:spPr>
            <a:xfrm rot="1799956">
              <a:off x="6295495" y="16302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84"/>
            <p:cNvSpPr/>
            <p:nvPr/>
          </p:nvSpPr>
          <p:spPr>
            <a:xfrm rot="1799956">
              <a:off x="6698617" y="1852529"/>
              <a:ext cx="93106" cy="138726"/>
            </a:xfrm>
            <a:custGeom>
              <a:avLst/>
              <a:gdLst/>
              <a:ahLst/>
              <a:cxnLst/>
              <a:rect l="l" t="t" r="r" b="b"/>
              <a:pathLst>
                <a:path w="2645" h="3941" extrusionOk="0">
                  <a:moveTo>
                    <a:pt x="578" y="0"/>
                  </a:moveTo>
                  <a:cubicBezTo>
                    <a:pt x="1520" y="274"/>
                    <a:pt x="2128" y="1186"/>
                    <a:pt x="2006" y="2189"/>
                  </a:cubicBezTo>
                  <a:cubicBezTo>
                    <a:pt x="1854" y="3161"/>
                    <a:pt x="973" y="3861"/>
                    <a:pt x="0" y="3861"/>
                  </a:cubicBezTo>
                  <a:cubicBezTo>
                    <a:pt x="91" y="3861"/>
                    <a:pt x="152" y="3891"/>
                    <a:pt x="243"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84"/>
            <p:cNvSpPr/>
            <p:nvPr/>
          </p:nvSpPr>
          <p:spPr>
            <a:xfrm rot="1799956">
              <a:off x="6648542" y="1834071"/>
              <a:ext cx="131651" cy="136825"/>
            </a:xfrm>
            <a:custGeom>
              <a:avLst/>
              <a:gdLst/>
              <a:ahLst/>
              <a:cxnLst/>
              <a:rect l="l" t="t" r="r" b="b"/>
              <a:pathLst>
                <a:path w="3740" h="3887" extrusionOk="0">
                  <a:moveTo>
                    <a:pt x="1953" y="0"/>
                  </a:moveTo>
                  <a:cubicBezTo>
                    <a:pt x="1087" y="0"/>
                    <a:pt x="293" y="699"/>
                    <a:pt x="153" y="1685"/>
                  </a:cubicBezTo>
                  <a:cubicBezTo>
                    <a:pt x="1" y="2749"/>
                    <a:pt x="639" y="3722"/>
                    <a:pt x="1581" y="3874"/>
                  </a:cubicBezTo>
                  <a:cubicBezTo>
                    <a:pt x="1648" y="3882"/>
                    <a:pt x="1714" y="3886"/>
                    <a:pt x="1780" y="3886"/>
                  </a:cubicBezTo>
                  <a:cubicBezTo>
                    <a:pt x="2644" y="3886"/>
                    <a:pt x="3416" y="3162"/>
                    <a:pt x="3557" y="2202"/>
                  </a:cubicBezTo>
                  <a:cubicBezTo>
                    <a:pt x="3739" y="1138"/>
                    <a:pt x="3101" y="165"/>
                    <a:pt x="2159" y="13"/>
                  </a:cubicBezTo>
                  <a:cubicBezTo>
                    <a:pt x="2090" y="4"/>
                    <a:pt x="2021" y="0"/>
                    <a:pt x="195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84"/>
            <p:cNvSpPr/>
            <p:nvPr/>
          </p:nvSpPr>
          <p:spPr>
            <a:xfrm rot="1799956">
              <a:off x="6773797" y="2671255"/>
              <a:ext cx="122006" cy="135945"/>
            </a:xfrm>
            <a:custGeom>
              <a:avLst/>
              <a:gdLst/>
              <a:ahLst/>
              <a:cxnLst/>
              <a:rect l="l" t="t" r="r" b="b"/>
              <a:pathLst>
                <a:path w="3466" h="3862" extrusionOk="0">
                  <a:moveTo>
                    <a:pt x="1733" y="1"/>
                  </a:moveTo>
                  <a:cubicBezTo>
                    <a:pt x="791" y="1"/>
                    <a:pt x="1" y="852"/>
                    <a:pt x="1" y="1946"/>
                  </a:cubicBezTo>
                  <a:cubicBezTo>
                    <a:pt x="1" y="3010"/>
                    <a:pt x="791" y="3861"/>
                    <a:pt x="1733" y="3861"/>
                  </a:cubicBezTo>
                  <a:cubicBezTo>
                    <a:pt x="2675" y="3861"/>
                    <a:pt x="3466" y="3010"/>
                    <a:pt x="3466" y="1946"/>
                  </a:cubicBezTo>
                  <a:cubicBezTo>
                    <a:pt x="3466" y="852"/>
                    <a:pt x="2675"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84"/>
            <p:cNvSpPr/>
            <p:nvPr/>
          </p:nvSpPr>
          <p:spPr>
            <a:xfrm rot="1799956">
              <a:off x="6979385" y="2333920"/>
              <a:ext cx="78146" cy="138057"/>
            </a:xfrm>
            <a:custGeom>
              <a:avLst/>
              <a:gdLst/>
              <a:ahLst/>
              <a:cxnLst/>
              <a:rect l="l" t="t" r="r" b="b"/>
              <a:pathLst>
                <a:path w="2220" h="3922" extrusionOk="0">
                  <a:moveTo>
                    <a:pt x="0" y="1"/>
                  </a:moveTo>
                  <a:cubicBezTo>
                    <a:pt x="973" y="123"/>
                    <a:pt x="1733" y="943"/>
                    <a:pt x="1733" y="1946"/>
                  </a:cubicBezTo>
                  <a:cubicBezTo>
                    <a:pt x="1733" y="2949"/>
                    <a:pt x="973" y="3770"/>
                    <a:pt x="0" y="3892"/>
                  </a:cubicBezTo>
                  <a:cubicBezTo>
                    <a:pt x="92" y="3922"/>
                    <a:pt x="183" y="3922"/>
                    <a:pt x="244" y="3922"/>
                  </a:cubicBezTo>
                  <a:cubicBezTo>
                    <a:pt x="1338" y="3922"/>
                    <a:pt x="2219" y="3040"/>
                    <a:pt x="2219" y="1946"/>
                  </a:cubicBezTo>
                  <a:cubicBezTo>
                    <a:pt x="2219" y="882"/>
                    <a:pt x="133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84"/>
            <p:cNvSpPr/>
            <p:nvPr/>
          </p:nvSpPr>
          <p:spPr>
            <a:xfrm rot="1799956">
              <a:off x="6829301" y="2689664"/>
              <a:ext cx="78146" cy="139114"/>
            </a:xfrm>
            <a:custGeom>
              <a:avLst/>
              <a:gdLst/>
              <a:ahLst/>
              <a:cxnLst/>
              <a:rect l="l" t="t" r="r" b="b"/>
              <a:pathLst>
                <a:path w="2220" h="3952" extrusionOk="0">
                  <a:moveTo>
                    <a:pt x="243" y="1"/>
                  </a:moveTo>
                  <a:cubicBezTo>
                    <a:pt x="152" y="1"/>
                    <a:pt x="91" y="31"/>
                    <a:pt x="0" y="31"/>
                  </a:cubicBezTo>
                  <a:cubicBezTo>
                    <a:pt x="973" y="153"/>
                    <a:pt x="1733" y="973"/>
                    <a:pt x="1733" y="1976"/>
                  </a:cubicBezTo>
                  <a:cubicBezTo>
                    <a:pt x="1733" y="2979"/>
                    <a:pt x="973" y="3800"/>
                    <a:pt x="0" y="3922"/>
                  </a:cubicBezTo>
                  <a:cubicBezTo>
                    <a:pt x="91" y="3922"/>
                    <a:pt x="152" y="3952"/>
                    <a:pt x="243" y="3952"/>
                  </a:cubicBezTo>
                  <a:cubicBezTo>
                    <a:pt x="1338" y="3952"/>
                    <a:pt x="2219" y="3070"/>
                    <a:pt x="2219" y="1976"/>
                  </a:cubicBezTo>
                  <a:cubicBezTo>
                    <a:pt x="2219" y="882"/>
                    <a:pt x="1338" y="1"/>
                    <a:pt x="24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84"/>
            <p:cNvSpPr/>
            <p:nvPr/>
          </p:nvSpPr>
          <p:spPr>
            <a:xfrm rot="1799956">
              <a:off x="6823445" y="16434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84"/>
            <p:cNvSpPr/>
            <p:nvPr/>
          </p:nvSpPr>
          <p:spPr>
            <a:xfrm rot="1799956">
              <a:off x="6773370" y="16249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64" name="Google Shape;1864;p84"/>
          <p:cNvSpPr txBox="1"/>
          <p:nvPr/>
        </p:nvSpPr>
        <p:spPr>
          <a:xfrm>
            <a:off x="241628" y="690571"/>
            <a:ext cx="943200" cy="38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accent1"/>
                </a:solidFill>
                <a:latin typeface="Lilita One"/>
                <a:ea typeface="Lilita One"/>
                <a:cs typeface="Lilita One"/>
                <a:sym typeface="Lilita One"/>
              </a:rPr>
              <a:t>Roll the Dice</a:t>
            </a:r>
            <a:endParaRPr sz="1000">
              <a:solidFill>
                <a:schemeClr val="accent1"/>
              </a:solidFill>
              <a:latin typeface="Lilita One"/>
              <a:ea typeface="Lilita One"/>
              <a:cs typeface="Lilita One"/>
              <a:sym typeface="Lilita One"/>
            </a:endParaRPr>
          </a:p>
        </p:txBody>
      </p:sp>
      <p:sp>
        <p:nvSpPr>
          <p:cNvPr id="1865" name="Google Shape;1865;p84">
            <a:hlinkClick r:id="rId3" action="ppaction://hlinksldjump"/>
          </p:cNvPr>
          <p:cNvSpPr/>
          <p:nvPr/>
        </p:nvSpPr>
        <p:spPr>
          <a:xfrm>
            <a:off x="312438" y="237000"/>
            <a:ext cx="801600" cy="8016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69"/>
        <p:cNvGrpSpPr/>
        <p:nvPr/>
      </p:nvGrpSpPr>
      <p:grpSpPr>
        <a:xfrm>
          <a:off x="0" y="0"/>
          <a:ext cx="0" cy="0"/>
          <a:chOff x="0" y="0"/>
          <a:chExt cx="0" cy="0"/>
        </a:xfrm>
      </p:grpSpPr>
      <p:sp>
        <p:nvSpPr>
          <p:cNvPr id="1871" name="Google Shape;1871;p85"/>
          <p:cNvSpPr txBox="1">
            <a:spLocks noGrp="1"/>
          </p:cNvSpPr>
          <p:nvPr>
            <p:ph type="body" idx="1"/>
          </p:nvPr>
        </p:nvSpPr>
        <p:spPr>
          <a:xfrm>
            <a:off x="726099" y="1088844"/>
            <a:ext cx="5089009" cy="3512181"/>
          </a:xfrm>
          <a:prstGeom prst="rect">
            <a:avLst/>
          </a:prstGeom>
        </p:spPr>
        <p:txBody>
          <a:bodyPr spcFirstLastPara="1" wrap="square" lIns="91425" tIns="91425" rIns="91425" bIns="91425" anchor="t" anchorCtr="0">
            <a:noAutofit/>
          </a:bodyPr>
          <a:lstStyle/>
          <a:p>
            <a:pPr marL="285750" indent="-285750" algn="r" rtl="1"/>
            <a:r>
              <a:rPr lang="fa-IR" dirty="0">
                <a:cs typeface="Aban" pitchFamily="2" charset="-78"/>
              </a:rPr>
              <a:t>پیوند کبد بعد از پیوند کلیه مرسوم ترین نوع پیوند عضو در دنیاست به شکلی که تنها در سال 2015 در آمریکا بیش از 7100 پیوند کبد صورت گرفت که 600 نفر از آنها کودک بودند.</a:t>
            </a:r>
          </a:p>
          <a:p>
            <a:pPr marL="285750" indent="-285750" algn="r" rtl="1"/>
            <a:r>
              <a:rPr lang="fa-IR" dirty="0">
                <a:cs typeface="Aban" pitchFamily="2" charset="-78"/>
              </a:rPr>
              <a:t>پیوند کبد به نسبت عمل کم خطری هم هست بنا به تحقیقات صورت گرفته 83% عمل شوندگان پس از یک سال زنده می‌مانند و 72% پس از سه سال و حدود 53% تا بیست سال بعد از عمل زنده می‌مانند.</a:t>
            </a:r>
          </a:p>
          <a:p>
            <a:pPr marL="285750" indent="-285750" algn="r" rtl="1"/>
            <a:r>
              <a:rPr lang="fa-IR" dirty="0">
                <a:cs typeface="Aban" pitchFamily="2" charset="-78"/>
              </a:rPr>
              <a:t>با اینکه در سال های قبل از 2015 بیشترین دلیل نیاز به عمل پیوند کبد در آمریکا هپاتیت </a:t>
            </a:r>
            <a:r>
              <a:rPr lang="en-US" dirty="0">
                <a:cs typeface="Aban" pitchFamily="2" charset="-78"/>
              </a:rPr>
              <a:t>c</a:t>
            </a:r>
            <a:r>
              <a:rPr lang="fa-IR" dirty="0">
                <a:cs typeface="Aban" pitchFamily="2" charset="-78"/>
              </a:rPr>
              <a:t> بوده ولی تا سال 2019 جای خود را به مصرف بی رویه الکل داده است با 33.1% فراوانی در مردان و 21.1% در زنان.</a:t>
            </a:r>
          </a:p>
          <a:p>
            <a:pPr marL="285750" indent="-285750" algn="r" rtl="1"/>
            <a:r>
              <a:rPr lang="fa-IR" dirty="0">
                <a:cs typeface="Aban" pitchFamily="2" charset="-78"/>
              </a:rPr>
              <a:t>با افزایش تعداد کسانی که به اهدای کبد نیاز دارند و کاهش اهدا کنندگان، تعداد کسانی که در لیست انتظار جان خود را از دست می‌دهند در دهه گذشته افزایش 30% ی داشته.</a:t>
            </a:r>
          </a:p>
          <a:p>
            <a:pPr marL="0" indent="0" algn="r" rtl="1">
              <a:buNone/>
            </a:pPr>
            <a:endParaRPr dirty="0">
              <a:cs typeface="Aban" pitchFamily="2" charset="-78"/>
            </a:endParaRPr>
          </a:p>
        </p:txBody>
      </p:sp>
      <p:grpSp>
        <p:nvGrpSpPr>
          <p:cNvPr id="1872" name="Google Shape;1872;p85"/>
          <p:cNvGrpSpPr/>
          <p:nvPr/>
        </p:nvGrpSpPr>
        <p:grpSpPr>
          <a:xfrm rot="453050" flipH="1">
            <a:off x="5581426" y="1789845"/>
            <a:ext cx="2635950" cy="5436646"/>
            <a:chOff x="4351335" y="2870407"/>
            <a:chExt cx="1062838" cy="2192102"/>
          </a:xfrm>
        </p:grpSpPr>
        <p:sp>
          <p:nvSpPr>
            <p:cNvPr id="1873" name="Google Shape;1873;p85"/>
            <p:cNvSpPr/>
            <p:nvPr/>
          </p:nvSpPr>
          <p:spPr>
            <a:xfrm>
              <a:off x="4480047" y="3275398"/>
              <a:ext cx="371852" cy="714989"/>
            </a:xfrm>
            <a:custGeom>
              <a:avLst/>
              <a:gdLst/>
              <a:ahLst/>
              <a:cxnLst/>
              <a:rect l="l" t="t" r="r" b="b"/>
              <a:pathLst>
                <a:path w="2603" h="5005" extrusionOk="0">
                  <a:moveTo>
                    <a:pt x="1635" y="1"/>
                  </a:moveTo>
                  <a:cubicBezTo>
                    <a:pt x="868" y="1"/>
                    <a:pt x="267" y="568"/>
                    <a:pt x="234" y="1302"/>
                  </a:cubicBezTo>
                  <a:lnTo>
                    <a:pt x="67" y="3503"/>
                  </a:lnTo>
                  <a:cubicBezTo>
                    <a:pt x="0" y="4304"/>
                    <a:pt x="668" y="5004"/>
                    <a:pt x="1468" y="5004"/>
                  </a:cubicBezTo>
                  <a:lnTo>
                    <a:pt x="2602" y="5004"/>
                  </a:lnTo>
                  <a:lnTo>
                    <a:pt x="2602" y="1"/>
                  </a:lnTo>
                  <a:close/>
                </a:path>
              </a:pathLst>
            </a:cu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85"/>
            <p:cNvSpPr/>
            <p:nvPr/>
          </p:nvSpPr>
          <p:spPr>
            <a:xfrm>
              <a:off x="4823182" y="2958834"/>
              <a:ext cx="590991" cy="503564"/>
            </a:xfrm>
            <a:custGeom>
              <a:avLst/>
              <a:gdLst/>
              <a:ahLst/>
              <a:cxnLst/>
              <a:rect l="l" t="t" r="r" b="b"/>
              <a:pathLst>
                <a:path w="4137" h="3525" extrusionOk="0">
                  <a:moveTo>
                    <a:pt x="3839" y="0"/>
                  </a:moveTo>
                  <a:cubicBezTo>
                    <a:pt x="3732" y="0"/>
                    <a:pt x="3636" y="60"/>
                    <a:pt x="3569" y="149"/>
                  </a:cubicBezTo>
                  <a:cubicBezTo>
                    <a:pt x="3569" y="149"/>
                    <a:pt x="2769" y="1316"/>
                    <a:pt x="1968" y="1983"/>
                  </a:cubicBezTo>
                  <a:cubicBezTo>
                    <a:pt x="1201" y="2650"/>
                    <a:pt x="300" y="2917"/>
                    <a:pt x="267" y="2917"/>
                  </a:cubicBezTo>
                  <a:cubicBezTo>
                    <a:pt x="100" y="2951"/>
                    <a:pt x="0" y="3117"/>
                    <a:pt x="67" y="3284"/>
                  </a:cubicBezTo>
                  <a:cubicBezTo>
                    <a:pt x="96" y="3429"/>
                    <a:pt x="226" y="3524"/>
                    <a:pt x="370" y="3524"/>
                  </a:cubicBezTo>
                  <a:cubicBezTo>
                    <a:pt x="391" y="3524"/>
                    <a:pt x="412" y="3522"/>
                    <a:pt x="434" y="3518"/>
                  </a:cubicBezTo>
                  <a:cubicBezTo>
                    <a:pt x="501" y="3484"/>
                    <a:pt x="1468" y="3218"/>
                    <a:pt x="2369" y="2484"/>
                  </a:cubicBezTo>
                  <a:cubicBezTo>
                    <a:pt x="3236" y="1750"/>
                    <a:pt x="4036" y="549"/>
                    <a:pt x="4070" y="482"/>
                  </a:cubicBezTo>
                  <a:cubicBezTo>
                    <a:pt x="4103" y="449"/>
                    <a:pt x="4136" y="382"/>
                    <a:pt x="4136" y="349"/>
                  </a:cubicBezTo>
                  <a:cubicBezTo>
                    <a:pt x="4136" y="215"/>
                    <a:pt x="4103" y="115"/>
                    <a:pt x="4003" y="49"/>
                  </a:cubicBezTo>
                  <a:cubicBezTo>
                    <a:pt x="3947" y="15"/>
                    <a:pt x="3892" y="0"/>
                    <a:pt x="3839" y="0"/>
                  </a:cubicBezTo>
                  <a:close/>
                </a:path>
              </a:pathLst>
            </a:custGeom>
            <a:solidFill>
              <a:srgbClr val="E0CF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85"/>
            <p:cNvSpPr/>
            <p:nvPr/>
          </p:nvSpPr>
          <p:spPr>
            <a:xfrm>
              <a:off x="4827896" y="3118259"/>
              <a:ext cx="471850" cy="344138"/>
            </a:xfrm>
            <a:custGeom>
              <a:avLst/>
              <a:gdLst/>
              <a:ahLst/>
              <a:cxnLst/>
              <a:rect l="l" t="t" r="r" b="b"/>
              <a:pathLst>
                <a:path w="3303" h="2409" extrusionOk="0">
                  <a:moveTo>
                    <a:pt x="2803" y="0"/>
                  </a:moveTo>
                  <a:cubicBezTo>
                    <a:pt x="2536" y="300"/>
                    <a:pt x="2235" y="634"/>
                    <a:pt x="1935" y="867"/>
                  </a:cubicBezTo>
                  <a:cubicBezTo>
                    <a:pt x="1168" y="1534"/>
                    <a:pt x="267" y="1801"/>
                    <a:pt x="267" y="1801"/>
                  </a:cubicBezTo>
                  <a:cubicBezTo>
                    <a:pt x="101" y="1835"/>
                    <a:pt x="1" y="2001"/>
                    <a:pt x="34" y="2168"/>
                  </a:cubicBezTo>
                  <a:cubicBezTo>
                    <a:pt x="63" y="2313"/>
                    <a:pt x="193" y="2408"/>
                    <a:pt x="359" y="2408"/>
                  </a:cubicBezTo>
                  <a:cubicBezTo>
                    <a:pt x="383" y="2408"/>
                    <a:pt x="408" y="2406"/>
                    <a:pt x="434" y="2402"/>
                  </a:cubicBezTo>
                  <a:cubicBezTo>
                    <a:pt x="468" y="2368"/>
                    <a:pt x="1468" y="2102"/>
                    <a:pt x="2336" y="1368"/>
                  </a:cubicBezTo>
                  <a:cubicBezTo>
                    <a:pt x="2702" y="1067"/>
                    <a:pt x="3003" y="701"/>
                    <a:pt x="3303" y="400"/>
                  </a:cubicBezTo>
                  <a:cubicBezTo>
                    <a:pt x="3270" y="367"/>
                    <a:pt x="3236" y="334"/>
                    <a:pt x="3203" y="334"/>
                  </a:cubicBezTo>
                  <a:cubicBezTo>
                    <a:pt x="3036" y="234"/>
                    <a:pt x="2903" y="133"/>
                    <a:pt x="2803" y="0"/>
                  </a:cubicBezTo>
                  <a:close/>
                </a:path>
              </a:pathLst>
            </a:custGeom>
            <a:solidFill>
              <a:srgbClr val="802733"/>
            </a:solidFill>
            <a:ln w="9525" cap="flat" cmpd="sng">
              <a:solidFill>
                <a:srgbClr val="8027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85"/>
            <p:cNvSpPr/>
            <p:nvPr/>
          </p:nvSpPr>
          <p:spPr>
            <a:xfrm>
              <a:off x="4761184" y="3947384"/>
              <a:ext cx="271710" cy="1115126"/>
            </a:xfrm>
            <a:custGeom>
              <a:avLst/>
              <a:gdLst/>
              <a:ahLst/>
              <a:cxnLst/>
              <a:rect l="l" t="t" r="r" b="b"/>
              <a:pathLst>
                <a:path w="1902" h="7806" extrusionOk="0">
                  <a:moveTo>
                    <a:pt x="1201" y="0"/>
                  </a:moveTo>
                  <a:lnTo>
                    <a:pt x="1" y="267"/>
                  </a:lnTo>
                  <a:cubicBezTo>
                    <a:pt x="1" y="267"/>
                    <a:pt x="468" y="2402"/>
                    <a:pt x="534" y="4603"/>
                  </a:cubicBezTo>
                  <a:cubicBezTo>
                    <a:pt x="601" y="6605"/>
                    <a:pt x="634" y="7806"/>
                    <a:pt x="634" y="7806"/>
                  </a:cubicBezTo>
                  <a:lnTo>
                    <a:pt x="1902" y="7772"/>
                  </a:lnTo>
                  <a:cubicBezTo>
                    <a:pt x="1902" y="7772"/>
                    <a:pt x="1869" y="6572"/>
                    <a:pt x="1802" y="4537"/>
                  </a:cubicBezTo>
                  <a:cubicBezTo>
                    <a:pt x="1702" y="2235"/>
                    <a:pt x="1235" y="67"/>
                    <a:pt x="1201" y="0"/>
                  </a:cubicBezTo>
                  <a:close/>
                </a:path>
              </a:pathLst>
            </a:custGeom>
            <a:solidFill>
              <a:srgbClr val="0626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85"/>
            <p:cNvSpPr/>
            <p:nvPr/>
          </p:nvSpPr>
          <p:spPr>
            <a:xfrm>
              <a:off x="4427619" y="3975954"/>
              <a:ext cx="362280" cy="1057984"/>
            </a:xfrm>
            <a:custGeom>
              <a:avLst/>
              <a:gdLst/>
              <a:ahLst/>
              <a:cxnLst/>
              <a:rect l="l" t="t" r="r" b="b"/>
              <a:pathLst>
                <a:path w="2536" h="7406" extrusionOk="0">
                  <a:moveTo>
                    <a:pt x="2369" y="0"/>
                  </a:moveTo>
                  <a:lnTo>
                    <a:pt x="1101" y="134"/>
                  </a:lnTo>
                  <a:cubicBezTo>
                    <a:pt x="1135" y="134"/>
                    <a:pt x="1268" y="2035"/>
                    <a:pt x="1001" y="3870"/>
                  </a:cubicBezTo>
                  <a:cubicBezTo>
                    <a:pt x="834" y="5104"/>
                    <a:pt x="34" y="6872"/>
                    <a:pt x="1" y="6905"/>
                  </a:cubicBezTo>
                  <a:lnTo>
                    <a:pt x="1168" y="7406"/>
                  </a:lnTo>
                  <a:cubicBezTo>
                    <a:pt x="1201" y="7339"/>
                    <a:pt x="2069" y="5438"/>
                    <a:pt x="2269" y="4037"/>
                  </a:cubicBezTo>
                  <a:cubicBezTo>
                    <a:pt x="2536" y="2002"/>
                    <a:pt x="2369" y="0"/>
                    <a:pt x="2369" y="0"/>
                  </a:cubicBezTo>
                  <a:close/>
                </a:path>
              </a:pathLst>
            </a:custGeom>
            <a:solidFill>
              <a:srgbClr val="0626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85"/>
            <p:cNvSpPr/>
            <p:nvPr/>
          </p:nvSpPr>
          <p:spPr>
            <a:xfrm>
              <a:off x="4599187" y="3861528"/>
              <a:ext cx="386137" cy="309852"/>
            </a:xfrm>
            <a:custGeom>
              <a:avLst/>
              <a:gdLst/>
              <a:ahLst/>
              <a:cxnLst/>
              <a:rect l="l" t="t" r="r" b="b"/>
              <a:pathLst>
                <a:path w="2703" h="2169" extrusionOk="0">
                  <a:moveTo>
                    <a:pt x="0" y="1"/>
                  </a:moveTo>
                  <a:lnTo>
                    <a:pt x="0" y="2169"/>
                  </a:lnTo>
                  <a:lnTo>
                    <a:pt x="2602" y="2036"/>
                  </a:lnTo>
                  <a:lnTo>
                    <a:pt x="2702" y="1"/>
                  </a:lnTo>
                  <a:close/>
                </a:path>
              </a:pathLst>
            </a:custGeom>
            <a:solidFill>
              <a:srgbClr val="0626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85"/>
            <p:cNvSpPr/>
            <p:nvPr/>
          </p:nvSpPr>
          <p:spPr>
            <a:xfrm>
              <a:off x="4565759" y="3290255"/>
              <a:ext cx="457707" cy="709704"/>
            </a:xfrm>
            <a:custGeom>
              <a:avLst/>
              <a:gdLst/>
              <a:ahLst/>
              <a:cxnLst/>
              <a:rect l="l" t="t" r="r" b="b"/>
              <a:pathLst>
                <a:path w="3204" h="4968" extrusionOk="0">
                  <a:moveTo>
                    <a:pt x="1548" y="1"/>
                  </a:moveTo>
                  <a:cubicBezTo>
                    <a:pt x="1260" y="1"/>
                    <a:pt x="972" y="76"/>
                    <a:pt x="835" y="230"/>
                  </a:cubicBezTo>
                  <a:cubicBezTo>
                    <a:pt x="1" y="1198"/>
                    <a:pt x="168" y="4967"/>
                    <a:pt x="168" y="4967"/>
                  </a:cubicBezTo>
                  <a:lnTo>
                    <a:pt x="2970" y="4967"/>
                  </a:lnTo>
                  <a:cubicBezTo>
                    <a:pt x="2970" y="4967"/>
                    <a:pt x="3203" y="1031"/>
                    <a:pt x="2236" y="197"/>
                  </a:cubicBezTo>
                  <a:cubicBezTo>
                    <a:pt x="2090" y="68"/>
                    <a:pt x="1819" y="1"/>
                    <a:pt x="1548" y="1"/>
                  </a:cubicBezTo>
                  <a:close/>
                </a:path>
              </a:pathLst>
            </a:custGeom>
            <a:solidFill>
              <a:srgbClr val="8027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85"/>
            <p:cNvSpPr/>
            <p:nvPr/>
          </p:nvSpPr>
          <p:spPr>
            <a:xfrm>
              <a:off x="4684899" y="3290255"/>
              <a:ext cx="233711" cy="209283"/>
            </a:xfrm>
            <a:custGeom>
              <a:avLst/>
              <a:gdLst/>
              <a:ahLst/>
              <a:cxnLst/>
              <a:rect l="l" t="t" r="r" b="b"/>
              <a:pathLst>
                <a:path w="1636" h="1465" extrusionOk="0">
                  <a:moveTo>
                    <a:pt x="714" y="1"/>
                  </a:moveTo>
                  <a:cubicBezTo>
                    <a:pt x="426" y="1"/>
                    <a:pt x="138" y="76"/>
                    <a:pt x="1" y="230"/>
                  </a:cubicBezTo>
                  <a:cubicBezTo>
                    <a:pt x="368" y="631"/>
                    <a:pt x="1102" y="1465"/>
                    <a:pt x="1102" y="1465"/>
                  </a:cubicBezTo>
                  <a:lnTo>
                    <a:pt x="1635" y="431"/>
                  </a:lnTo>
                  <a:cubicBezTo>
                    <a:pt x="1569" y="330"/>
                    <a:pt x="1469" y="264"/>
                    <a:pt x="1402" y="197"/>
                  </a:cubicBezTo>
                  <a:cubicBezTo>
                    <a:pt x="1256" y="68"/>
                    <a:pt x="985" y="1"/>
                    <a:pt x="7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85"/>
            <p:cNvSpPr/>
            <p:nvPr/>
          </p:nvSpPr>
          <p:spPr>
            <a:xfrm>
              <a:off x="4751612" y="3227828"/>
              <a:ext cx="109855" cy="162140"/>
            </a:xfrm>
            <a:custGeom>
              <a:avLst/>
              <a:gdLst/>
              <a:ahLst/>
              <a:cxnLst/>
              <a:rect l="l" t="t" r="r" b="b"/>
              <a:pathLst>
                <a:path w="769" h="1135" extrusionOk="0">
                  <a:moveTo>
                    <a:pt x="1" y="0"/>
                  </a:moveTo>
                  <a:lnTo>
                    <a:pt x="1" y="734"/>
                  </a:lnTo>
                  <a:cubicBezTo>
                    <a:pt x="1" y="968"/>
                    <a:pt x="168" y="1134"/>
                    <a:pt x="368" y="1134"/>
                  </a:cubicBezTo>
                  <a:cubicBezTo>
                    <a:pt x="568" y="1134"/>
                    <a:pt x="768" y="968"/>
                    <a:pt x="768" y="734"/>
                  </a:cubicBezTo>
                  <a:lnTo>
                    <a:pt x="768" y="0"/>
                  </a:lnTo>
                  <a:close/>
                </a:path>
              </a:pathLst>
            </a:custGeom>
            <a:solidFill>
              <a:srgbClr val="E0CF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85"/>
            <p:cNvSpPr/>
            <p:nvPr/>
          </p:nvSpPr>
          <p:spPr>
            <a:xfrm>
              <a:off x="4689757" y="2922835"/>
              <a:ext cx="262139" cy="347995"/>
            </a:xfrm>
            <a:custGeom>
              <a:avLst/>
              <a:gdLst/>
              <a:ahLst/>
              <a:cxnLst/>
              <a:rect l="l" t="t" r="r" b="b"/>
              <a:pathLst>
                <a:path w="1835" h="2436" extrusionOk="0">
                  <a:moveTo>
                    <a:pt x="0" y="0"/>
                  </a:moveTo>
                  <a:lnTo>
                    <a:pt x="0" y="1668"/>
                  </a:lnTo>
                  <a:cubicBezTo>
                    <a:pt x="0" y="2069"/>
                    <a:pt x="334" y="2435"/>
                    <a:pt x="734" y="2435"/>
                  </a:cubicBezTo>
                  <a:lnTo>
                    <a:pt x="1068" y="2435"/>
                  </a:lnTo>
                  <a:cubicBezTo>
                    <a:pt x="1501" y="2435"/>
                    <a:pt x="1835" y="2069"/>
                    <a:pt x="1835" y="1668"/>
                  </a:cubicBezTo>
                  <a:lnTo>
                    <a:pt x="1835" y="0"/>
                  </a:lnTo>
                  <a:close/>
                </a:path>
              </a:pathLst>
            </a:custGeom>
            <a:solidFill>
              <a:srgbClr val="E0CF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85"/>
            <p:cNvSpPr/>
            <p:nvPr/>
          </p:nvSpPr>
          <p:spPr>
            <a:xfrm>
              <a:off x="4866038" y="3299255"/>
              <a:ext cx="171712" cy="538563"/>
            </a:xfrm>
            <a:custGeom>
              <a:avLst/>
              <a:gdLst/>
              <a:ahLst/>
              <a:cxnLst/>
              <a:rect l="l" t="t" r="r" b="b"/>
              <a:pathLst>
                <a:path w="1202" h="3770" extrusionOk="0">
                  <a:moveTo>
                    <a:pt x="234" y="1"/>
                  </a:moveTo>
                  <a:lnTo>
                    <a:pt x="0" y="34"/>
                  </a:lnTo>
                  <a:cubicBezTo>
                    <a:pt x="0" y="34"/>
                    <a:pt x="501" y="701"/>
                    <a:pt x="701" y="1902"/>
                  </a:cubicBezTo>
                  <a:cubicBezTo>
                    <a:pt x="868" y="3069"/>
                    <a:pt x="868" y="3770"/>
                    <a:pt x="868" y="3770"/>
                  </a:cubicBezTo>
                  <a:cubicBezTo>
                    <a:pt x="901" y="3703"/>
                    <a:pt x="1201" y="3170"/>
                    <a:pt x="1068" y="1869"/>
                  </a:cubicBezTo>
                  <a:cubicBezTo>
                    <a:pt x="934" y="501"/>
                    <a:pt x="234" y="34"/>
                    <a:pt x="234" y="1"/>
                  </a:cubicBezTo>
                  <a:close/>
                </a:path>
              </a:pathLst>
            </a:cu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85"/>
            <p:cNvSpPr/>
            <p:nvPr/>
          </p:nvSpPr>
          <p:spPr>
            <a:xfrm>
              <a:off x="4684899" y="2870407"/>
              <a:ext cx="300424" cy="90713"/>
            </a:xfrm>
            <a:custGeom>
              <a:avLst/>
              <a:gdLst/>
              <a:ahLst/>
              <a:cxnLst/>
              <a:rect l="l" t="t" r="r" b="b"/>
              <a:pathLst>
                <a:path w="2103" h="635" extrusionOk="0">
                  <a:moveTo>
                    <a:pt x="334" y="0"/>
                  </a:moveTo>
                  <a:cubicBezTo>
                    <a:pt x="134" y="0"/>
                    <a:pt x="1" y="134"/>
                    <a:pt x="1" y="334"/>
                  </a:cubicBezTo>
                  <a:cubicBezTo>
                    <a:pt x="1" y="501"/>
                    <a:pt x="134" y="634"/>
                    <a:pt x="334" y="634"/>
                  </a:cubicBezTo>
                  <a:lnTo>
                    <a:pt x="1769" y="634"/>
                  </a:lnTo>
                  <a:cubicBezTo>
                    <a:pt x="1969" y="634"/>
                    <a:pt x="2102" y="501"/>
                    <a:pt x="2102" y="334"/>
                  </a:cubicBezTo>
                  <a:cubicBezTo>
                    <a:pt x="2102" y="134"/>
                    <a:pt x="1969" y="0"/>
                    <a:pt x="1769" y="0"/>
                  </a:cubicBezTo>
                  <a:close/>
                </a:path>
              </a:pathLst>
            </a:custGeom>
            <a:solidFill>
              <a:srgbClr val="0626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85"/>
            <p:cNvSpPr/>
            <p:nvPr/>
          </p:nvSpPr>
          <p:spPr>
            <a:xfrm>
              <a:off x="4684899" y="2903692"/>
              <a:ext cx="124141" cy="224139"/>
            </a:xfrm>
            <a:custGeom>
              <a:avLst/>
              <a:gdLst/>
              <a:ahLst/>
              <a:cxnLst/>
              <a:rect l="l" t="t" r="r" b="b"/>
              <a:pathLst>
                <a:path w="869" h="1569" extrusionOk="0">
                  <a:moveTo>
                    <a:pt x="1" y="1"/>
                  </a:moveTo>
                  <a:lnTo>
                    <a:pt x="1" y="1569"/>
                  </a:lnTo>
                  <a:lnTo>
                    <a:pt x="868" y="1"/>
                  </a:lnTo>
                  <a:close/>
                </a:path>
              </a:pathLst>
            </a:custGeom>
            <a:solidFill>
              <a:srgbClr val="0626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85"/>
            <p:cNvSpPr/>
            <p:nvPr/>
          </p:nvSpPr>
          <p:spPr>
            <a:xfrm>
              <a:off x="4351335" y="3713817"/>
              <a:ext cx="147855" cy="315567"/>
            </a:xfrm>
            <a:custGeom>
              <a:avLst/>
              <a:gdLst/>
              <a:ahLst/>
              <a:cxnLst/>
              <a:rect l="l" t="t" r="r" b="b"/>
              <a:pathLst>
                <a:path w="1035" h="2209" extrusionOk="0">
                  <a:moveTo>
                    <a:pt x="468" y="1"/>
                  </a:moveTo>
                  <a:cubicBezTo>
                    <a:pt x="168" y="901"/>
                    <a:pt x="34" y="1802"/>
                    <a:pt x="34" y="1869"/>
                  </a:cubicBezTo>
                  <a:cubicBezTo>
                    <a:pt x="1" y="1902"/>
                    <a:pt x="34" y="1969"/>
                    <a:pt x="34" y="2002"/>
                  </a:cubicBezTo>
                  <a:cubicBezTo>
                    <a:pt x="68" y="2102"/>
                    <a:pt x="168" y="2202"/>
                    <a:pt x="301" y="2202"/>
                  </a:cubicBezTo>
                  <a:cubicBezTo>
                    <a:pt x="322" y="2206"/>
                    <a:pt x="343" y="2209"/>
                    <a:pt x="363" y="2209"/>
                  </a:cubicBezTo>
                  <a:cubicBezTo>
                    <a:pt x="500" y="2209"/>
                    <a:pt x="606" y="2110"/>
                    <a:pt x="635" y="1935"/>
                  </a:cubicBezTo>
                  <a:cubicBezTo>
                    <a:pt x="635" y="1935"/>
                    <a:pt x="768" y="1135"/>
                    <a:pt x="1035" y="301"/>
                  </a:cubicBezTo>
                  <a:cubicBezTo>
                    <a:pt x="1002" y="301"/>
                    <a:pt x="968" y="268"/>
                    <a:pt x="935" y="234"/>
                  </a:cubicBezTo>
                  <a:cubicBezTo>
                    <a:pt x="768" y="167"/>
                    <a:pt x="635" y="67"/>
                    <a:pt x="468" y="1"/>
                  </a:cubicBezTo>
                  <a:close/>
                </a:path>
              </a:pathLst>
            </a:custGeom>
            <a:solidFill>
              <a:srgbClr val="E0CF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85"/>
            <p:cNvSpPr/>
            <p:nvPr/>
          </p:nvSpPr>
          <p:spPr>
            <a:xfrm>
              <a:off x="4389477" y="3358682"/>
              <a:ext cx="333709" cy="464850"/>
            </a:xfrm>
            <a:custGeom>
              <a:avLst/>
              <a:gdLst/>
              <a:ahLst/>
              <a:cxnLst/>
              <a:rect l="l" t="t" r="r" b="b"/>
              <a:pathLst>
                <a:path w="2336" h="3254" extrusionOk="0">
                  <a:moveTo>
                    <a:pt x="1969" y="0"/>
                  </a:moveTo>
                  <a:cubicBezTo>
                    <a:pt x="1898" y="0"/>
                    <a:pt x="1827" y="26"/>
                    <a:pt x="1769" y="85"/>
                  </a:cubicBezTo>
                  <a:cubicBezTo>
                    <a:pt x="1735" y="85"/>
                    <a:pt x="935" y="785"/>
                    <a:pt x="468" y="1820"/>
                  </a:cubicBezTo>
                  <a:cubicBezTo>
                    <a:pt x="268" y="2220"/>
                    <a:pt x="134" y="2687"/>
                    <a:pt x="1" y="3120"/>
                  </a:cubicBezTo>
                  <a:lnTo>
                    <a:pt x="134" y="3120"/>
                  </a:lnTo>
                  <a:cubicBezTo>
                    <a:pt x="301" y="3154"/>
                    <a:pt x="468" y="3187"/>
                    <a:pt x="634" y="3254"/>
                  </a:cubicBezTo>
                  <a:cubicBezTo>
                    <a:pt x="735" y="2887"/>
                    <a:pt x="868" y="2453"/>
                    <a:pt x="1035" y="2086"/>
                  </a:cubicBezTo>
                  <a:cubicBezTo>
                    <a:pt x="1468" y="1152"/>
                    <a:pt x="2169" y="552"/>
                    <a:pt x="2169" y="552"/>
                  </a:cubicBezTo>
                  <a:cubicBezTo>
                    <a:pt x="2302" y="452"/>
                    <a:pt x="2336" y="252"/>
                    <a:pt x="2202" y="118"/>
                  </a:cubicBezTo>
                  <a:cubicBezTo>
                    <a:pt x="2146" y="43"/>
                    <a:pt x="2058" y="0"/>
                    <a:pt x="1969" y="0"/>
                  </a:cubicBezTo>
                  <a:close/>
                </a:path>
              </a:pathLst>
            </a:custGeom>
            <a:solidFill>
              <a:srgbClr val="8027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85"/>
            <p:cNvSpPr/>
            <p:nvPr/>
          </p:nvSpPr>
          <p:spPr>
            <a:xfrm>
              <a:off x="4546756" y="3289684"/>
              <a:ext cx="170615" cy="600562"/>
            </a:xfrm>
            <a:custGeom>
              <a:avLst/>
              <a:gdLst/>
              <a:ahLst/>
              <a:cxnLst/>
              <a:rect l="l" t="t" r="r" b="b"/>
              <a:pathLst>
                <a:path w="1535" h="4204" extrusionOk="0">
                  <a:moveTo>
                    <a:pt x="801" y="1"/>
                  </a:moveTo>
                  <a:lnTo>
                    <a:pt x="534" y="268"/>
                  </a:lnTo>
                  <a:cubicBezTo>
                    <a:pt x="534" y="268"/>
                    <a:pt x="1068" y="868"/>
                    <a:pt x="1135" y="1769"/>
                  </a:cubicBezTo>
                  <a:cubicBezTo>
                    <a:pt x="1168" y="2636"/>
                    <a:pt x="34" y="3937"/>
                    <a:pt x="0" y="3937"/>
                  </a:cubicBezTo>
                  <a:lnTo>
                    <a:pt x="267" y="4204"/>
                  </a:lnTo>
                  <a:cubicBezTo>
                    <a:pt x="334" y="4137"/>
                    <a:pt x="1535" y="2770"/>
                    <a:pt x="1468" y="1735"/>
                  </a:cubicBezTo>
                  <a:cubicBezTo>
                    <a:pt x="1435" y="735"/>
                    <a:pt x="801" y="34"/>
                    <a:pt x="801" y="1"/>
                  </a:cubicBezTo>
                  <a:close/>
                </a:path>
              </a:pathLst>
            </a:custGeom>
            <a:solidFill>
              <a:srgbClr val="D85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89" name="Google Shape;1889;p85"/>
          <p:cNvGrpSpPr/>
          <p:nvPr/>
        </p:nvGrpSpPr>
        <p:grpSpPr>
          <a:xfrm>
            <a:off x="417435" y="237007"/>
            <a:ext cx="591604" cy="615737"/>
            <a:chOff x="5593285" y="1262634"/>
            <a:chExt cx="1852814" cy="1928398"/>
          </a:xfrm>
        </p:grpSpPr>
        <p:sp>
          <p:nvSpPr>
            <p:cNvPr id="1890" name="Google Shape;1890;p85"/>
            <p:cNvSpPr/>
            <p:nvPr/>
          </p:nvSpPr>
          <p:spPr>
            <a:xfrm rot="1799956">
              <a:off x="6377770" y="2014775"/>
              <a:ext cx="639880" cy="1089253"/>
            </a:xfrm>
            <a:custGeom>
              <a:avLst/>
              <a:gdLst/>
              <a:ahLst/>
              <a:cxnLst/>
              <a:rect l="l" t="t" r="r" b="b"/>
              <a:pathLst>
                <a:path w="18178" h="30944" extrusionOk="0">
                  <a:moveTo>
                    <a:pt x="18177" y="0"/>
                  </a:moveTo>
                  <a:lnTo>
                    <a:pt x="1" y="9818"/>
                  </a:lnTo>
                  <a:lnTo>
                    <a:pt x="1" y="30943"/>
                  </a:lnTo>
                  <a:lnTo>
                    <a:pt x="18177" y="20153"/>
                  </a:lnTo>
                  <a:lnTo>
                    <a:pt x="18177" y="0"/>
                  </a:lnTo>
                  <a:close/>
                </a:path>
              </a:pathLst>
            </a:custGeom>
            <a:solidFill>
              <a:srgbClr val="B59F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85"/>
            <p:cNvSpPr/>
            <p:nvPr/>
          </p:nvSpPr>
          <p:spPr>
            <a:xfrm rot="1799956">
              <a:off x="6065202" y="1533009"/>
              <a:ext cx="1280781" cy="743652"/>
            </a:xfrm>
            <a:custGeom>
              <a:avLst/>
              <a:gdLst/>
              <a:ahLst/>
              <a:cxnLst/>
              <a:rect l="l" t="t" r="r" b="b"/>
              <a:pathLst>
                <a:path w="36385" h="21126" extrusionOk="0">
                  <a:moveTo>
                    <a:pt x="18694" y="0"/>
                  </a:moveTo>
                  <a:lnTo>
                    <a:pt x="1" y="10821"/>
                  </a:lnTo>
                  <a:lnTo>
                    <a:pt x="18208" y="21125"/>
                  </a:lnTo>
                  <a:lnTo>
                    <a:pt x="36384" y="11307"/>
                  </a:lnTo>
                  <a:lnTo>
                    <a:pt x="18694" y="0"/>
                  </a:lnTo>
                  <a:close/>
                </a:path>
              </a:pathLst>
            </a:custGeom>
            <a:solidFill>
              <a:srgbClr val="E0CF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85"/>
            <p:cNvSpPr/>
            <p:nvPr/>
          </p:nvSpPr>
          <p:spPr>
            <a:xfrm rot="1799956">
              <a:off x="5826936" y="1678634"/>
              <a:ext cx="640936" cy="1106361"/>
            </a:xfrm>
            <a:custGeom>
              <a:avLst/>
              <a:gdLst/>
              <a:ahLst/>
              <a:cxnLst/>
              <a:rect l="l" t="t" r="r" b="b"/>
              <a:pathLst>
                <a:path w="18208" h="31430" extrusionOk="0">
                  <a:moveTo>
                    <a:pt x="1" y="0"/>
                  </a:moveTo>
                  <a:lnTo>
                    <a:pt x="1" y="20639"/>
                  </a:lnTo>
                  <a:lnTo>
                    <a:pt x="18208" y="31429"/>
                  </a:lnTo>
                  <a:lnTo>
                    <a:pt x="18208" y="10304"/>
                  </a:lnTo>
                  <a:lnTo>
                    <a:pt x="1" y="0"/>
                  </a:lnTo>
                  <a:close/>
                </a:path>
              </a:pathLst>
            </a:custGeom>
            <a:solidFill>
              <a:srgbClr val="CDB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85"/>
            <p:cNvSpPr/>
            <p:nvPr/>
          </p:nvSpPr>
          <p:spPr>
            <a:xfrm rot="1799956">
              <a:off x="6605689" y="2310697"/>
              <a:ext cx="77090" cy="139149"/>
            </a:xfrm>
            <a:custGeom>
              <a:avLst/>
              <a:gdLst/>
              <a:ahLst/>
              <a:cxnLst/>
              <a:rect l="l" t="t" r="r" b="b"/>
              <a:pathLst>
                <a:path w="2190" h="3953" extrusionOk="0">
                  <a:moveTo>
                    <a:pt x="244" y="1"/>
                  </a:moveTo>
                  <a:cubicBezTo>
                    <a:pt x="153" y="1"/>
                    <a:pt x="61" y="31"/>
                    <a:pt x="1" y="31"/>
                  </a:cubicBezTo>
                  <a:cubicBezTo>
                    <a:pt x="943" y="153"/>
                    <a:pt x="1703" y="973"/>
                    <a:pt x="1703" y="1976"/>
                  </a:cubicBezTo>
                  <a:cubicBezTo>
                    <a:pt x="1703" y="2979"/>
                    <a:pt x="943" y="3800"/>
                    <a:pt x="1" y="3922"/>
                  </a:cubicBezTo>
                  <a:cubicBezTo>
                    <a:pt x="61" y="3922"/>
                    <a:pt x="153" y="3952"/>
                    <a:pt x="244" y="3952"/>
                  </a:cubicBezTo>
                  <a:cubicBezTo>
                    <a:pt x="1308" y="3952"/>
                    <a:pt x="2189" y="3071"/>
                    <a:pt x="2189" y="1976"/>
                  </a:cubicBezTo>
                  <a:cubicBezTo>
                    <a:pt x="2189" y="882"/>
                    <a:pt x="130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85"/>
            <p:cNvSpPr/>
            <p:nvPr/>
          </p:nvSpPr>
          <p:spPr>
            <a:xfrm rot="1799956">
              <a:off x="6549921" y="2292252"/>
              <a:ext cx="120950" cy="136966"/>
            </a:xfrm>
            <a:custGeom>
              <a:avLst/>
              <a:gdLst/>
              <a:ahLst/>
              <a:cxnLst/>
              <a:rect l="l" t="t" r="r" b="b"/>
              <a:pathLst>
                <a:path w="3436" h="3891" extrusionOk="0">
                  <a:moveTo>
                    <a:pt x="1703" y="0"/>
                  </a:moveTo>
                  <a:cubicBezTo>
                    <a:pt x="761" y="0"/>
                    <a:pt x="1" y="882"/>
                    <a:pt x="1" y="1945"/>
                  </a:cubicBezTo>
                  <a:cubicBezTo>
                    <a:pt x="1" y="3009"/>
                    <a:pt x="761" y="3891"/>
                    <a:pt x="1703" y="3891"/>
                  </a:cubicBezTo>
                  <a:cubicBezTo>
                    <a:pt x="2676" y="3891"/>
                    <a:pt x="3436" y="3009"/>
                    <a:pt x="3436" y="1945"/>
                  </a:cubicBezTo>
                  <a:cubicBezTo>
                    <a:pt x="3436" y="882"/>
                    <a:pt x="2676" y="0"/>
                    <a:pt x="170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85"/>
            <p:cNvSpPr/>
            <p:nvPr/>
          </p:nvSpPr>
          <p:spPr>
            <a:xfrm rot="1799956">
              <a:off x="6442560" y="2687541"/>
              <a:ext cx="78146" cy="139114"/>
            </a:xfrm>
            <a:custGeom>
              <a:avLst/>
              <a:gdLst/>
              <a:ahLst/>
              <a:cxnLst/>
              <a:rect l="l" t="t" r="r" b="b"/>
              <a:pathLst>
                <a:path w="2220" h="3952" extrusionOk="0">
                  <a:moveTo>
                    <a:pt x="244" y="0"/>
                  </a:moveTo>
                  <a:cubicBezTo>
                    <a:pt x="183" y="0"/>
                    <a:pt x="92" y="31"/>
                    <a:pt x="1" y="31"/>
                  </a:cubicBezTo>
                  <a:cubicBezTo>
                    <a:pt x="974" y="152"/>
                    <a:pt x="1734" y="973"/>
                    <a:pt x="1734" y="1976"/>
                  </a:cubicBezTo>
                  <a:cubicBezTo>
                    <a:pt x="1734" y="2979"/>
                    <a:pt x="974" y="3800"/>
                    <a:pt x="1" y="3921"/>
                  </a:cubicBezTo>
                  <a:cubicBezTo>
                    <a:pt x="92" y="3921"/>
                    <a:pt x="183" y="3952"/>
                    <a:pt x="244" y="3952"/>
                  </a:cubicBezTo>
                  <a:cubicBezTo>
                    <a:pt x="1338" y="3952"/>
                    <a:pt x="2220" y="3070"/>
                    <a:pt x="2220" y="1976"/>
                  </a:cubicBezTo>
                  <a:cubicBezTo>
                    <a:pt x="2220" y="882"/>
                    <a:pt x="1338" y="0"/>
                    <a:pt x="24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85"/>
            <p:cNvSpPr/>
            <p:nvPr/>
          </p:nvSpPr>
          <p:spPr>
            <a:xfrm rot="1799956">
              <a:off x="6387808" y="2669343"/>
              <a:ext cx="120950" cy="137001"/>
            </a:xfrm>
            <a:custGeom>
              <a:avLst/>
              <a:gdLst/>
              <a:ahLst/>
              <a:cxnLst/>
              <a:rect l="l" t="t" r="r" b="b"/>
              <a:pathLst>
                <a:path w="3436" h="3892" extrusionOk="0">
                  <a:moveTo>
                    <a:pt x="1703" y="1"/>
                  </a:moveTo>
                  <a:cubicBezTo>
                    <a:pt x="761" y="1"/>
                    <a:pt x="1" y="882"/>
                    <a:pt x="1" y="1946"/>
                  </a:cubicBezTo>
                  <a:cubicBezTo>
                    <a:pt x="1" y="3010"/>
                    <a:pt x="761" y="3891"/>
                    <a:pt x="1703" y="3891"/>
                  </a:cubicBezTo>
                  <a:cubicBezTo>
                    <a:pt x="2676" y="3891"/>
                    <a:pt x="3436" y="3010"/>
                    <a:pt x="3436" y="1946"/>
                  </a:cubicBezTo>
                  <a:cubicBezTo>
                    <a:pt x="3436" y="882"/>
                    <a:pt x="2676" y="1"/>
                    <a:pt x="170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85"/>
            <p:cNvSpPr/>
            <p:nvPr/>
          </p:nvSpPr>
          <p:spPr>
            <a:xfrm rot="1799956">
              <a:off x="6923881" y="2314455"/>
              <a:ext cx="122006" cy="137001"/>
            </a:xfrm>
            <a:custGeom>
              <a:avLst/>
              <a:gdLst/>
              <a:ahLst/>
              <a:cxnLst/>
              <a:rect l="l" t="t" r="r" b="b"/>
              <a:pathLst>
                <a:path w="3466" h="3892" extrusionOk="0">
                  <a:moveTo>
                    <a:pt x="1733" y="1"/>
                  </a:moveTo>
                  <a:cubicBezTo>
                    <a:pt x="791" y="1"/>
                    <a:pt x="1" y="882"/>
                    <a:pt x="1" y="1946"/>
                  </a:cubicBezTo>
                  <a:cubicBezTo>
                    <a:pt x="1" y="3040"/>
                    <a:pt x="791" y="3892"/>
                    <a:pt x="1733" y="3892"/>
                  </a:cubicBezTo>
                  <a:cubicBezTo>
                    <a:pt x="2676" y="3892"/>
                    <a:pt x="3466" y="3040"/>
                    <a:pt x="3466" y="1946"/>
                  </a:cubicBezTo>
                  <a:cubicBezTo>
                    <a:pt x="3466" y="882"/>
                    <a:pt x="2676"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85"/>
            <p:cNvSpPr/>
            <p:nvPr/>
          </p:nvSpPr>
          <p:spPr>
            <a:xfrm rot="1799956">
              <a:off x="5913516" y="2179727"/>
              <a:ext cx="83496" cy="138550"/>
            </a:xfrm>
            <a:custGeom>
              <a:avLst/>
              <a:gdLst/>
              <a:ahLst/>
              <a:cxnLst/>
              <a:rect l="l" t="t" r="r" b="b"/>
              <a:pathLst>
                <a:path w="2372" h="3936" extrusionOk="0">
                  <a:moveTo>
                    <a:pt x="301" y="0"/>
                  </a:moveTo>
                  <a:cubicBezTo>
                    <a:pt x="282" y="0"/>
                    <a:pt x="263" y="1"/>
                    <a:pt x="244" y="1"/>
                  </a:cubicBezTo>
                  <a:cubicBezTo>
                    <a:pt x="152" y="31"/>
                    <a:pt x="61" y="31"/>
                    <a:pt x="0" y="62"/>
                  </a:cubicBezTo>
                  <a:cubicBezTo>
                    <a:pt x="973" y="123"/>
                    <a:pt x="1763" y="883"/>
                    <a:pt x="1824" y="1886"/>
                  </a:cubicBezTo>
                  <a:cubicBezTo>
                    <a:pt x="1855" y="2889"/>
                    <a:pt x="1155" y="3740"/>
                    <a:pt x="213" y="3922"/>
                  </a:cubicBezTo>
                  <a:cubicBezTo>
                    <a:pt x="254" y="3922"/>
                    <a:pt x="308" y="3936"/>
                    <a:pt x="366" y="3936"/>
                  </a:cubicBezTo>
                  <a:cubicBezTo>
                    <a:pt x="396" y="3936"/>
                    <a:pt x="426" y="3932"/>
                    <a:pt x="456" y="3922"/>
                  </a:cubicBezTo>
                  <a:cubicBezTo>
                    <a:pt x="1520" y="3892"/>
                    <a:pt x="2371" y="2949"/>
                    <a:pt x="2310" y="1855"/>
                  </a:cubicBezTo>
                  <a:cubicBezTo>
                    <a:pt x="2251" y="810"/>
                    <a:pt x="1341"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85"/>
            <p:cNvSpPr/>
            <p:nvPr/>
          </p:nvSpPr>
          <p:spPr>
            <a:xfrm rot="1799956">
              <a:off x="5858415" y="2162128"/>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7" y="3867"/>
                  </a:cubicBezTo>
                  <a:cubicBezTo>
                    <a:pt x="1819" y="3867"/>
                    <a:pt x="1852" y="3866"/>
                    <a:pt x="1885" y="3864"/>
                  </a:cubicBezTo>
                  <a:cubicBezTo>
                    <a:pt x="2827" y="3834"/>
                    <a:pt x="3557"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85"/>
            <p:cNvSpPr/>
            <p:nvPr/>
          </p:nvSpPr>
          <p:spPr>
            <a:xfrm rot="1799956">
              <a:off x="6026175" y="2006187"/>
              <a:ext cx="83496" cy="138163"/>
            </a:xfrm>
            <a:custGeom>
              <a:avLst/>
              <a:gdLst/>
              <a:ahLst/>
              <a:cxnLst/>
              <a:rect l="l" t="t" r="r" b="b"/>
              <a:pathLst>
                <a:path w="2372" h="3925" extrusionOk="0">
                  <a:moveTo>
                    <a:pt x="357" y="1"/>
                  </a:moveTo>
                  <a:cubicBezTo>
                    <a:pt x="320" y="1"/>
                    <a:pt x="282" y="2"/>
                    <a:pt x="244" y="4"/>
                  </a:cubicBezTo>
                  <a:cubicBezTo>
                    <a:pt x="152" y="4"/>
                    <a:pt x="92" y="34"/>
                    <a:pt x="0" y="34"/>
                  </a:cubicBezTo>
                  <a:cubicBezTo>
                    <a:pt x="973" y="95"/>
                    <a:pt x="1763" y="885"/>
                    <a:pt x="1824" y="1888"/>
                  </a:cubicBezTo>
                  <a:cubicBezTo>
                    <a:pt x="1885" y="2861"/>
                    <a:pt x="1186" y="3742"/>
                    <a:pt x="213" y="3894"/>
                  </a:cubicBezTo>
                  <a:cubicBezTo>
                    <a:pt x="304" y="3925"/>
                    <a:pt x="365" y="3925"/>
                    <a:pt x="456" y="3925"/>
                  </a:cubicBezTo>
                  <a:cubicBezTo>
                    <a:pt x="1551" y="3864"/>
                    <a:pt x="2371" y="2922"/>
                    <a:pt x="2310" y="1858"/>
                  </a:cubicBezTo>
                  <a:cubicBezTo>
                    <a:pt x="2252" y="802"/>
                    <a:pt x="1400" y="1"/>
                    <a:pt x="357"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85"/>
            <p:cNvSpPr/>
            <p:nvPr/>
          </p:nvSpPr>
          <p:spPr>
            <a:xfrm rot="1799956">
              <a:off x="5972129" y="1988203"/>
              <a:ext cx="125209" cy="137107"/>
            </a:xfrm>
            <a:custGeom>
              <a:avLst/>
              <a:gdLst/>
              <a:ahLst/>
              <a:cxnLst/>
              <a:rect l="l" t="t" r="r" b="b"/>
              <a:pathLst>
                <a:path w="3557" h="3895" extrusionOk="0">
                  <a:moveTo>
                    <a:pt x="1767" y="0"/>
                  </a:moveTo>
                  <a:cubicBezTo>
                    <a:pt x="1736" y="0"/>
                    <a:pt x="1704" y="1"/>
                    <a:pt x="1672" y="3"/>
                  </a:cubicBezTo>
                  <a:cubicBezTo>
                    <a:pt x="700" y="64"/>
                    <a:pt x="1" y="976"/>
                    <a:pt x="61" y="2040"/>
                  </a:cubicBezTo>
                  <a:cubicBezTo>
                    <a:pt x="121" y="3084"/>
                    <a:pt x="884" y="3895"/>
                    <a:pt x="1833" y="3895"/>
                  </a:cubicBezTo>
                  <a:cubicBezTo>
                    <a:pt x="1850" y="3895"/>
                    <a:pt x="1868" y="3894"/>
                    <a:pt x="1885" y="3894"/>
                  </a:cubicBezTo>
                  <a:cubicBezTo>
                    <a:pt x="2827" y="3833"/>
                    <a:pt x="3557" y="2921"/>
                    <a:pt x="3496" y="1857"/>
                  </a:cubicBezTo>
                  <a:cubicBezTo>
                    <a:pt x="3437" y="829"/>
                    <a:pt x="2669" y="0"/>
                    <a:pt x="1767"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85"/>
            <p:cNvSpPr/>
            <p:nvPr/>
          </p:nvSpPr>
          <p:spPr>
            <a:xfrm rot="1799956">
              <a:off x="6133528" y="1828513"/>
              <a:ext cx="83496" cy="138656"/>
            </a:xfrm>
            <a:custGeom>
              <a:avLst/>
              <a:gdLst/>
              <a:ahLst/>
              <a:cxnLst/>
              <a:rect l="l" t="t" r="r" b="b"/>
              <a:pathLst>
                <a:path w="2372" h="3939" extrusionOk="0">
                  <a:moveTo>
                    <a:pt x="354" y="1"/>
                  </a:moveTo>
                  <a:cubicBezTo>
                    <a:pt x="318" y="1"/>
                    <a:pt x="281" y="2"/>
                    <a:pt x="244" y="4"/>
                  </a:cubicBezTo>
                  <a:cubicBezTo>
                    <a:pt x="153" y="4"/>
                    <a:pt x="92" y="34"/>
                    <a:pt x="1" y="65"/>
                  </a:cubicBezTo>
                  <a:cubicBezTo>
                    <a:pt x="974" y="126"/>
                    <a:pt x="1764" y="885"/>
                    <a:pt x="1825" y="1889"/>
                  </a:cubicBezTo>
                  <a:cubicBezTo>
                    <a:pt x="1885" y="2892"/>
                    <a:pt x="1186" y="3743"/>
                    <a:pt x="214" y="3925"/>
                  </a:cubicBezTo>
                  <a:cubicBezTo>
                    <a:pt x="275" y="3925"/>
                    <a:pt x="335" y="3939"/>
                    <a:pt x="387" y="3939"/>
                  </a:cubicBezTo>
                  <a:cubicBezTo>
                    <a:pt x="413" y="3939"/>
                    <a:pt x="437" y="3935"/>
                    <a:pt x="457" y="3925"/>
                  </a:cubicBezTo>
                  <a:cubicBezTo>
                    <a:pt x="1551" y="3864"/>
                    <a:pt x="2372" y="2952"/>
                    <a:pt x="2311" y="1858"/>
                  </a:cubicBezTo>
                  <a:cubicBezTo>
                    <a:pt x="2252" y="830"/>
                    <a:pt x="1399" y="1"/>
                    <a:pt x="3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85"/>
            <p:cNvSpPr/>
            <p:nvPr/>
          </p:nvSpPr>
          <p:spPr>
            <a:xfrm rot="1799956">
              <a:off x="6079344" y="1811559"/>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6" y="3867"/>
                  </a:cubicBezTo>
                  <a:cubicBezTo>
                    <a:pt x="1819" y="3867"/>
                    <a:pt x="1852" y="3866"/>
                    <a:pt x="1885" y="3864"/>
                  </a:cubicBezTo>
                  <a:cubicBezTo>
                    <a:pt x="2827" y="3834"/>
                    <a:pt x="3556"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85"/>
            <p:cNvSpPr/>
            <p:nvPr/>
          </p:nvSpPr>
          <p:spPr>
            <a:xfrm rot="1799956">
              <a:off x="6105082" y="2510591"/>
              <a:ext cx="80258" cy="139149"/>
            </a:xfrm>
            <a:custGeom>
              <a:avLst/>
              <a:gdLst/>
              <a:ahLst/>
              <a:cxnLst/>
              <a:rect l="l" t="t" r="r" b="b"/>
              <a:pathLst>
                <a:path w="2280" h="3953" extrusionOk="0">
                  <a:moveTo>
                    <a:pt x="300" y="0"/>
                  </a:moveTo>
                  <a:cubicBezTo>
                    <a:pt x="281" y="0"/>
                    <a:pt x="262" y="0"/>
                    <a:pt x="243" y="1"/>
                  </a:cubicBezTo>
                  <a:cubicBezTo>
                    <a:pt x="152" y="1"/>
                    <a:pt x="91" y="31"/>
                    <a:pt x="0" y="31"/>
                  </a:cubicBezTo>
                  <a:cubicBezTo>
                    <a:pt x="973" y="122"/>
                    <a:pt x="1733" y="943"/>
                    <a:pt x="1763" y="1916"/>
                  </a:cubicBezTo>
                  <a:cubicBezTo>
                    <a:pt x="1793" y="2919"/>
                    <a:pt x="1064" y="3770"/>
                    <a:pt x="91" y="3922"/>
                  </a:cubicBezTo>
                  <a:cubicBezTo>
                    <a:pt x="182" y="3922"/>
                    <a:pt x="274" y="3952"/>
                    <a:pt x="365" y="3952"/>
                  </a:cubicBezTo>
                  <a:cubicBezTo>
                    <a:pt x="1429" y="3922"/>
                    <a:pt x="2280" y="3010"/>
                    <a:pt x="2249" y="1916"/>
                  </a:cubicBezTo>
                  <a:cubicBezTo>
                    <a:pt x="2220" y="841"/>
                    <a:pt x="1368" y="0"/>
                    <a:pt x="300"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85"/>
            <p:cNvSpPr/>
            <p:nvPr/>
          </p:nvSpPr>
          <p:spPr>
            <a:xfrm rot="1799956">
              <a:off x="6050226" y="2492648"/>
              <a:ext cx="124153" cy="137037"/>
            </a:xfrm>
            <a:custGeom>
              <a:avLst/>
              <a:gdLst/>
              <a:ahLst/>
              <a:cxnLst/>
              <a:rect l="l" t="t" r="r" b="b"/>
              <a:pathLst>
                <a:path w="3527" h="3893" extrusionOk="0">
                  <a:moveTo>
                    <a:pt x="1752" y="0"/>
                  </a:moveTo>
                  <a:cubicBezTo>
                    <a:pt x="1736" y="0"/>
                    <a:pt x="1719" y="1"/>
                    <a:pt x="1703" y="1"/>
                  </a:cubicBezTo>
                  <a:cubicBezTo>
                    <a:pt x="761" y="32"/>
                    <a:pt x="1" y="913"/>
                    <a:pt x="31" y="2007"/>
                  </a:cubicBezTo>
                  <a:cubicBezTo>
                    <a:pt x="61" y="3053"/>
                    <a:pt x="854" y="3893"/>
                    <a:pt x="1776" y="3893"/>
                  </a:cubicBezTo>
                  <a:cubicBezTo>
                    <a:pt x="1792" y="3893"/>
                    <a:pt x="1808" y="3892"/>
                    <a:pt x="1825" y="3892"/>
                  </a:cubicBezTo>
                  <a:cubicBezTo>
                    <a:pt x="2767" y="3862"/>
                    <a:pt x="3527" y="2980"/>
                    <a:pt x="3496" y="1886"/>
                  </a:cubicBezTo>
                  <a:cubicBezTo>
                    <a:pt x="3467" y="840"/>
                    <a:pt x="2674" y="0"/>
                    <a:pt x="1752"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85"/>
            <p:cNvSpPr/>
            <p:nvPr/>
          </p:nvSpPr>
          <p:spPr>
            <a:xfrm rot="1799956">
              <a:off x="6222434" y="2340105"/>
              <a:ext cx="81349" cy="138093"/>
            </a:xfrm>
            <a:custGeom>
              <a:avLst/>
              <a:gdLst/>
              <a:ahLst/>
              <a:cxnLst/>
              <a:rect l="l" t="t" r="r" b="b"/>
              <a:pathLst>
                <a:path w="2311" h="3923" extrusionOk="0">
                  <a:moveTo>
                    <a:pt x="300" y="1"/>
                  </a:moveTo>
                  <a:cubicBezTo>
                    <a:pt x="281" y="1"/>
                    <a:pt x="262" y="1"/>
                    <a:pt x="243" y="2"/>
                  </a:cubicBezTo>
                  <a:cubicBezTo>
                    <a:pt x="152" y="2"/>
                    <a:pt x="91" y="32"/>
                    <a:pt x="0" y="32"/>
                  </a:cubicBezTo>
                  <a:cubicBezTo>
                    <a:pt x="973" y="123"/>
                    <a:pt x="1763" y="913"/>
                    <a:pt x="1793" y="1916"/>
                  </a:cubicBezTo>
                  <a:cubicBezTo>
                    <a:pt x="1824" y="2920"/>
                    <a:pt x="1094" y="3771"/>
                    <a:pt x="122" y="3923"/>
                  </a:cubicBezTo>
                  <a:lnTo>
                    <a:pt x="365" y="3923"/>
                  </a:lnTo>
                  <a:cubicBezTo>
                    <a:pt x="1459" y="3892"/>
                    <a:pt x="2310" y="2980"/>
                    <a:pt x="2280" y="1916"/>
                  </a:cubicBezTo>
                  <a:cubicBezTo>
                    <a:pt x="2250" y="841"/>
                    <a:pt x="1369" y="1"/>
                    <a:pt x="30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85"/>
            <p:cNvSpPr/>
            <p:nvPr/>
          </p:nvSpPr>
          <p:spPr>
            <a:xfrm rot="1799956">
              <a:off x="6168660" y="2322194"/>
              <a:ext cx="123062" cy="135945"/>
            </a:xfrm>
            <a:custGeom>
              <a:avLst/>
              <a:gdLst/>
              <a:ahLst/>
              <a:cxnLst/>
              <a:rect l="l" t="t" r="r" b="b"/>
              <a:pathLst>
                <a:path w="3496" h="3862" extrusionOk="0">
                  <a:moveTo>
                    <a:pt x="1723" y="0"/>
                  </a:moveTo>
                  <a:cubicBezTo>
                    <a:pt x="1706" y="0"/>
                    <a:pt x="1689" y="0"/>
                    <a:pt x="1672" y="1"/>
                  </a:cubicBezTo>
                  <a:cubicBezTo>
                    <a:pt x="730" y="31"/>
                    <a:pt x="0" y="913"/>
                    <a:pt x="31" y="1977"/>
                  </a:cubicBezTo>
                  <a:cubicBezTo>
                    <a:pt x="61" y="3022"/>
                    <a:pt x="824" y="3862"/>
                    <a:pt x="1745" y="3862"/>
                  </a:cubicBezTo>
                  <a:cubicBezTo>
                    <a:pt x="1761" y="3862"/>
                    <a:pt x="1777" y="3862"/>
                    <a:pt x="1794" y="3861"/>
                  </a:cubicBezTo>
                  <a:cubicBezTo>
                    <a:pt x="2736" y="3831"/>
                    <a:pt x="3496" y="2949"/>
                    <a:pt x="3465" y="1885"/>
                  </a:cubicBezTo>
                  <a:cubicBezTo>
                    <a:pt x="3436" y="840"/>
                    <a:pt x="2672" y="0"/>
                    <a:pt x="172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85"/>
            <p:cNvSpPr/>
            <p:nvPr/>
          </p:nvSpPr>
          <p:spPr>
            <a:xfrm rot="1799956">
              <a:off x="6333998" y="2166084"/>
              <a:ext cx="81349" cy="138093"/>
            </a:xfrm>
            <a:custGeom>
              <a:avLst/>
              <a:gdLst/>
              <a:ahLst/>
              <a:cxnLst/>
              <a:rect l="l" t="t" r="r" b="b"/>
              <a:pathLst>
                <a:path w="2311" h="3923" extrusionOk="0">
                  <a:moveTo>
                    <a:pt x="301" y="0"/>
                  </a:moveTo>
                  <a:cubicBezTo>
                    <a:pt x="282" y="0"/>
                    <a:pt x="263" y="1"/>
                    <a:pt x="244" y="1"/>
                  </a:cubicBezTo>
                  <a:cubicBezTo>
                    <a:pt x="183" y="1"/>
                    <a:pt x="92" y="1"/>
                    <a:pt x="1" y="32"/>
                  </a:cubicBezTo>
                  <a:cubicBezTo>
                    <a:pt x="973" y="123"/>
                    <a:pt x="1764" y="913"/>
                    <a:pt x="1794" y="1916"/>
                  </a:cubicBezTo>
                  <a:cubicBezTo>
                    <a:pt x="1824" y="2919"/>
                    <a:pt x="1095" y="3740"/>
                    <a:pt x="122" y="3892"/>
                  </a:cubicBezTo>
                  <a:cubicBezTo>
                    <a:pt x="213" y="3922"/>
                    <a:pt x="274" y="3922"/>
                    <a:pt x="365" y="3922"/>
                  </a:cubicBezTo>
                  <a:cubicBezTo>
                    <a:pt x="1460" y="3892"/>
                    <a:pt x="2311" y="2980"/>
                    <a:pt x="2280" y="1916"/>
                  </a:cubicBezTo>
                  <a:cubicBezTo>
                    <a:pt x="2250" y="841"/>
                    <a:pt x="1369"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85"/>
            <p:cNvSpPr/>
            <p:nvPr/>
          </p:nvSpPr>
          <p:spPr>
            <a:xfrm rot="1799956">
              <a:off x="6280230" y="2148150"/>
              <a:ext cx="123097" cy="135981"/>
            </a:xfrm>
            <a:custGeom>
              <a:avLst/>
              <a:gdLst/>
              <a:ahLst/>
              <a:cxnLst/>
              <a:rect l="l" t="t" r="r" b="b"/>
              <a:pathLst>
                <a:path w="3497" h="3863" extrusionOk="0">
                  <a:moveTo>
                    <a:pt x="1754" y="1"/>
                  </a:moveTo>
                  <a:cubicBezTo>
                    <a:pt x="1737" y="1"/>
                    <a:pt x="1720" y="1"/>
                    <a:pt x="1703" y="2"/>
                  </a:cubicBezTo>
                  <a:cubicBezTo>
                    <a:pt x="730" y="2"/>
                    <a:pt x="1" y="913"/>
                    <a:pt x="31" y="1977"/>
                  </a:cubicBezTo>
                  <a:cubicBezTo>
                    <a:pt x="61" y="3023"/>
                    <a:pt x="825" y="3863"/>
                    <a:pt x="1745" y="3863"/>
                  </a:cubicBezTo>
                  <a:cubicBezTo>
                    <a:pt x="1762" y="3863"/>
                    <a:pt x="1778" y="3862"/>
                    <a:pt x="1794" y="3862"/>
                  </a:cubicBezTo>
                  <a:cubicBezTo>
                    <a:pt x="2767" y="3831"/>
                    <a:pt x="3496" y="2950"/>
                    <a:pt x="3466" y="1886"/>
                  </a:cubicBezTo>
                  <a:cubicBezTo>
                    <a:pt x="3436" y="812"/>
                    <a:pt x="2673" y="1"/>
                    <a:pt x="17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85"/>
            <p:cNvSpPr/>
            <p:nvPr/>
          </p:nvSpPr>
          <p:spPr>
            <a:xfrm rot="1799956">
              <a:off x="7043305" y="2079862"/>
              <a:ext cx="93106" cy="137705"/>
            </a:xfrm>
            <a:custGeom>
              <a:avLst/>
              <a:gdLst/>
              <a:ahLst/>
              <a:cxnLst/>
              <a:rect l="l" t="t" r="r" b="b"/>
              <a:pathLst>
                <a:path w="2645" h="3912" extrusionOk="0">
                  <a:moveTo>
                    <a:pt x="578" y="0"/>
                  </a:moveTo>
                  <a:cubicBezTo>
                    <a:pt x="1520" y="244"/>
                    <a:pt x="2128" y="1186"/>
                    <a:pt x="2007" y="2158"/>
                  </a:cubicBezTo>
                  <a:cubicBezTo>
                    <a:pt x="1858" y="3140"/>
                    <a:pt x="1010" y="3831"/>
                    <a:pt x="62" y="3831"/>
                  </a:cubicBezTo>
                  <a:cubicBezTo>
                    <a:pt x="41" y="3831"/>
                    <a:pt x="21" y="3831"/>
                    <a:pt x="0" y="3830"/>
                  </a:cubicBezTo>
                  <a:lnTo>
                    <a:pt x="0" y="3830"/>
                  </a:lnTo>
                  <a:cubicBezTo>
                    <a:pt x="92" y="3861"/>
                    <a:pt x="152" y="3891"/>
                    <a:pt x="244" y="3891"/>
                  </a:cubicBezTo>
                  <a:cubicBezTo>
                    <a:pt x="341" y="3904"/>
                    <a:pt x="437" y="3911"/>
                    <a:pt x="531" y="3911"/>
                  </a:cubicBezTo>
                  <a:cubicBezTo>
                    <a:pt x="1504" y="3911"/>
                    <a:pt x="2327" y="3219"/>
                    <a:pt x="2493" y="2250"/>
                  </a:cubicBezTo>
                  <a:cubicBezTo>
                    <a:pt x="2645" y="1155"/>
                    <a:pt x="1885" y="152"/>
                    <a:pt x="82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85"/>
            <p:cNvSpPr/>
            <p:nvPr/>
          </p:nvSpPr>
          <p:spPr>
            <a:xfrm rot="1799956">
              <a:off x="6993310" y="2060930"/>
              <a:ext cx="130595" cy="136192"/>
            </a:xfrm>
            <a:custGeom>
              <a:avLst/>
              <a:gdLst/>
              <a:ahLst/>
              <a:cxnLst/>
              <a:rect l="l" t="t" r="r" b="b"/>
              <a:pathLst>
                <a:path w="3710" h="3869" extrusionOk="0">
                  <a:moveTo>
                    <a:pt x="1918" y="0"/>
                  </a:moveTo>
                  <a:cubicBezTo>
                    <a:pt x="1066" y="0"/>
                    <a:pt x="292" y="719"/>
                    <a:pt x="153" y="1691"/>
                  </a:cubicBezTo>
                  <a:cubicBezTo>
                    <a:pt x="1" y="2755"/>
                    <a:pt x="639" y="3728"/>
                    <a:pt x="1581" y="3849"/>
                  </a:cubicBezTo>
                  <a:cubicBezTo>
                    <a:pt x="1662" y="3862"/>
                    <a:pt x="1743" y="3869"/>
                    <a:pt x="1822" y="3869"/>
                  </a:cubicBezTo>
                  <a:cubicBezTo>
                    <a:pt x="2670" y="3869"/>
                    <a:pt x="3418" y="3150"/>
                    <a:pt x="3557" y="2177"/>
                  </a:cubicBezTo>
                  <a:cubicBezTo>
                    <a:pt x="3709" y="1114"/>
                    <a:pt x="3101" y="141"/>
                    <a:pt x="2159" y="19"/>
                  </a:cubicBezTo>
                  <a:cubicBezTo>
                    <a:pt x="2078" y="6"/>
                    <a:pt x="1998" y="0"/>
                    <a:pt x="191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85"/>
            <p:cNvSpPr/>
            <p:nvPr/>
          </p:nvSpPr>
          <p:spPr>
            <a:xfrm rot="1799956">
              <a:off x="6578787" y="2060069"/>
              <a:ext cx="93106" cy="138761"/>
            </a:xfrm>
            <a:custGeom>
              <a:avLst/>
              <a:gdLst/>
              <a:ahLst/>
              <a:cxnLst/>
              <a:rect l="l" t="t" r="r" b="b"/>
              <a:pathLst>
                <a:path w="2645" h="3942" extrusionOk="0">
                  <a:moveTo>
                    <a:pt x="578" y="1"/>
                  </a:moveTo>
                  <a:cubicBezTo>
                    <a:pt x="1520" y="274"/>
                    <a:pt x="2128" y="1186"/>
                    <a:pt x="2006" y="2189"/>
                  </a:cubicBezTo>
                  <a:cubicBezTo>
                    <a:pt x="1854" y="3162"/>
                    <a:pt x="973" y="3861"/>
                    <a:pt x="0" y="3861"/>
                  </a:cubicBezTo>
                  <a:cubicBezTo>
                    <a:pt x="91" y="3861"/>
                    <a:pt x="152" y="3892"/>
                    <a:pt x="243" y="3922"/>
                  </a:cubicBezTo>
                  <a:cubicBezTo>
                    <a:pt x="337" y="3935"/>
                    <a:pt x="430" y="3941"/>
                    <a:pt x="522" y="3941"/>
                  </a:cubicBezTo>
                  <a:cubicBezTo>
                    <a:pt x="1499" y="3941"/>
                    <a:pt x="2326" y="3223"/>
                    <a:pt x="2493" y="2250"/>
                  </a:cubicBezTo>
                  <a:cubicBezTo>
                    <a:pt x="2645" y="1186"/>
                    <a:pt x="1885" y="183"/>
                    <a:pt x="821" y="31"/>
                  </a:cubicBezTo>
                  <a:cubicBezTo>
                    <a:pt x="730" y="1"/>
                    <a:pt x="669" y="1"/>
                    <a:pt x="578"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85"/>
            <p:cNvSpPr/>
            <p:nvPr/>
          </p:nvSpPr>
          <p:spPr>
            <a:xfrm rot="1799956">
              <a:off x="6528794" y="2041340"/>
              <a:ext cx="130560" cy="136825"/>
            </a:xfrm>
            <a:custGeom>
              <a:avLst/>
              <a:gdLst/>
              <a:ahLst/>
              <a:cxnLst/>
              <a:rect l="l" t="t" r="r" b="b"/>
              <a:pathLst>
                <a:path w="3709" h="3887" extrusionOk="0">
                  <a:moveTo>
                    <a:pt x="1953" y="1"/>
                  </a:moveTo>
                  <a:cubicBezTo>
                    <a:pt x="1087" y="1"/>
                    <a:pt x="293" y="700"/>
                    <a:pt x="153" y="1686"/>
                  </a:cubicBezTo>
                  <a:cubicBezTo>
                    <a:pt x="1" y="2749"/>
                    <a:pt x="639" y="3722"/>
                    <a:pt x="1581" y="3874"/>
                  </a:cubicBezTo>
                  <a:cubicBezTo>
                    <a:pt x="1648" y="3883"/>
                    <a:pt x="1714" y="3887"/>
                    <a:pt x="1780" y="3887"/>
                  </a:cubicBezTo>
                  <a:cubicBezTo>
                    <a:pt x="2644" y="3887"/>
                    <a:pt x="3416" y="3163"/>
                    <a:pt x="3557" y="2202"/>
                  </a:cubicBezTo>
                  <a:cubicBezTo>
                    <a:pt x="3709" y="1139"/>
                    <a:pt x="3101" y="166"/>
                    <a:pt x="2159" y="14"/>
                  </a:cubicBezTo>
                  <a:cubicBezTo>
                    <a:pt x="2090" y="5"/>
                    <a:pt x="2021" y="1"/>
                    <a:pt x="195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85"/>
            <p:cNvSpPr/>
            <p:nvPr/>
          </p:nvSpPr>
          <p:spPr>
            <a:xfrm rot="1799956">
              <a:off x="6345570" y="16487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85"/>
            <p:cNvSpPr/>
            <p:nvPr/>
          </p:nvSpPr>
          <p:spPr>
            <a:xfrm rot="1799956">
              <a:off x="6295495" y="16302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85"/>
            <p:cNvSpPr/>
            <p:nvPr/>
          </p:nvSpPr>
          <p:spPr>
            <a:xfrm rot="1799956">
              <a:off x="6698617" y="1852529"/>
              <a:ext cx="93106" cy="138726"/>
            </a:xfrm>
            <a:custGeom>
              <a:avLst/>
              <a:gdLst/>
              <a:ahLst/>
              <a:cxnLst/>
              <a:rect l="l" t="t" r="r" b="b"/>
              <a:pathLst>
                <a:path w="2645" h="3941" extrusionOk="0">
                  <a:moveTo>
                    <a:pt x="578" y="0"/>
                  </a:moveTo>
                  <a:cubicBezTo>
                    <a:pt x="1520" y="274"/>
                    <a:pt x="2128" y="1186"/>
                    <a:pt x="2006" y="2189"/>
                  </a:cubicBezTo>
                  <a:cubicBezTo>
                    <a:pt x="1854" y="3161"/>
                    <a:pt x="973" y="3861"/>
                    <a:pt x="0" y="3861"/>
                  </a:cubicBezTo>
                  <a:cubicBezTo>
                    <a:pt x="91" y="3861"/>
                    <a:pt x="152" y="3891"/>
                    <a:pt x="243"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85"/>
            <p:cNvSpPr/>
            <p:nvPr/>
          </p:nvSpPr>
          <p:spPr>
            <a:xfrm rot="1799956">
              <a:off x="6648542" y="1834071"/>
              <a:ext cx="131651" cy="136825"/>
            </a:xfrm>
            <a:custGeom>
              <a:avLst/>
              <a:gdLst/>
              <a:ahLst/>
              <a:cxnLst/>
              <a:rect l="l" t="t" r="r" b="b"/>
              <a:pathLst>
                <a:path w="3740" h="3887" extrusionOk="0">
                  <a:moveTo>
                    <a:pt x="1953" y="0"/>
                  </a:moveTo>
                  <a:cubicBezTo>
                    <a:pt x="1087" y="0"/>
                    <a:pt x="293" y="699"/>
                    <a:pt x="153" y="1685"/>
                  </a:cubicBezTo>
                  <a:cubicBezTo>
                    <a:pt x="1" y="2749"/>
                    <a:pt x="639" y="3722"/>
                    <a:pt x="1581" y="3874"/>
                  </a:cubicBezTo>
                  <a:cubicBezTo>
                    <a:pt x="1648" y="3882"/>
                    <a:pt x="1714" y="3886"/>
                    <a:pt x="1780" y="3886"/>
                  </a:cubicBezTo>
                  <a:cubicBezTo>
                    <a:pt x="2644" y="3886"/>
                    <a:pt x="3416" y="3162"/>
                    <a:pt x="3557" y="2202"/>
                  </a:cubicBezTo>
                  <a:cubicBezTo>
                    <a:pt x="3739" y="1138"/>
                    <a:pt x="3101" y="165"/>
                    <a:pt x="2159" y="13"/>
                  </a:cubicBezTo>
                  <a:cubicBezTo>
                    <a:pt x="2090" y="4"/>
                    <a:pt x="2021" y="0"/>
                    <a:pt x="195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85"/>
            <p:cNvSpPr/>
            <p:nvPr/>
          </p:nvSpPr>
          <p:spPr>
            <a:xfrm rot="1799956">
              <a:off x="6773797" y="2671255"/>
              <a:ext cx="122006" cy="135945"/>
            </a:xfrm>
            <a:custGeom>
              <a:avLst/>
              <a:gdLst/>
              <a:ahLst/>
              <a:cxnLst/>
              <a:rect l="l" t="t" r="r" b="b"/>
              <a:pathLst>
                <a:path w="3466" h="3862" extrusionOk="0">
                  <a:moveTo>
                    <a:pt x="1733" y="1"/>
                  </a:moveTo>
                  <a:cubicBezTo>
                    <a:pt x="791" y="1"/>
                    <a:pt x="1" y="852"/>
                    <a:pt x="1" y="1946"/>
                  </a:cubicBezTo>
                  <a:cubicBezTo>
                    <a:pt x="1" y="3010"/>
                    <a:pt x="791" y="3861"/>
                    <a:pt x="1733" y="3861"/>
                  </a:cubicBezTo>
                  <a:cubicBezTo>
                    <a:pt x="2675" y="3861"/>
                    <a:pt x="3466" y="3010"/>
                    <a:pt x="3466" y="1946"/>
                  </a:cubicBezTo>
                  <a:cubicBezTo>
                    <a:pt x="3466" y="852"/>
                    <a:pt x="2675"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85"/>
            <p:cNvSpPr/>
            <p:nvPr/>
          </p:nvSpPr>
          <p:spPr>
            <a:xfrm rot="1799956">
              <a:off x="6979385" y="2333920"/>
              <a:ext cx="78146" cy="138057"/>
            </a:xfrm>
            <a:custGeom>
              <a:avLst/>
              <a:gdLst/>
              <a:ahLst/>
              <a:cxnLst/>
              <a:rect l="l" t="t" r="r" b="b"/>
              <a:pathLst>
                <a:path w="2220" h="3922" extrusionOk="0">
                  <a:moveTo>
                    <a:pt x="0" y="1"/>
                  </a:moveTo>
                  <a:cubicBezTo>
                    <a:pt x="973" y="123"/>
                    <a:pt x="1733" y="943"/>
                    <a:pt x="1733" y="1946"/>
                  </a:cubicBezTo>
                  <a:cubicBezTo>
                    <a:pt x="1733" y="2949"/>
                    <a:pt x="973" y="3770"/>
                    <a:pt x="0" y="3892"/>
                  </a:cubicBezTo>
                  <a:cubicBezTo>
                    <a:pt x="92" y="3922"/>
                    <a:pt x="183" y="3922"/>
                    <a:pt x="244" y="3922"/>
                  </a:cubicBezTo>
                  <a:cubicBezTo>
                    <a:pt x="1338" y="3922"/>
                    <a:pt x="2219" y="3040"/>
                    <a:pt x="2219" y="1946"/>
                  </a:cubicBezTo>
                  <a:cubicBezTo>
                    <a:pt x="2219" y="882"/>
                    <a:pt x="133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85"/>
            <p:cNvSpPr/>
            <p:nvPr/>
          </p:nvSpPr>
          <p:spPr>
            <a:xfrm rot="1799956">
              <a:off x="6829301" y="2689664"/>
              <a:ext cx="78146" cy="139114"/>
            </a:xfrm>
            <a:custGeom>
              <a:avLst/>
              <a:gdLst/>
              <a:ahLst/>
              <a:cxnLst/>
              <a:rect l="l" t="t" r="r" b="b"/>
              <a:pathLst>
                <a:path w="2220" h="3952" extrusionOk="0">
                  <a:moveTo>
                    <a:pt x="243" y="1"/>
                  </a:moveTo>
                  <a:cubicBezTo>
                    <a:pt x="152" y="1"/>
                    <a:pt x="91" y="31"/>
                    <a:pt x="0" y="31"/>
                  </a:cubicBezTo>
                  <a:cubicBezTo>
                    <a:pt x="973" y="153"/>
                    <a:pt x="1733" y="973"/>
                    <a:pt x="1733" y="1976"/>
                  </a:cubicBezTo>
                  <a:cubicBezTo>
                    <a:pt x="1733" y="2979"/>
                    <a:pt x="973" y="3800"/>
                    <a:pt x="0" y="3922"/>
                  </a:cubicBezTo>
                  <a:cubicBezTo>
                    <a:pt x="91" y="3922"/>
                    <a:pt x="152" y="3952"/>
                    <a:pt x="243" y="3952"/>
                  </a:cubicBezTo>
                  <a:cubicBezTo>
                    <a:pt x="1338" y="3952"/>
                    <a:pt x="2219" y="3070"/>
                    <a:pt x="2219" y="1976"/>
                  </a:cubicBezTo>
                  <a:cubicBezTo>
                    <a:pt x="2219" y="882"/>
                    <a:pt x="1338" y="1"/>
                    <a:pt x="24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85"/>
            <p:cNvSpPr/>
            <p:nvPr/>
          </p:nvSpPr>
          <p:spPr>
            <a:xfrm rot="1799956">
              <a:off x="6823445" y="16434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85"/>
            <p:cNvSpPr/>
            <p:nvPr/>
          </p:nvSpPr>
          <p:spPr>
            <a:xfrm rot="1799956">
              <a:off x="6773370" y="16249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23" name="Google Shape;1923;p85"/>
          <p:cNvSpPr txBox="1"/>
          <p:nvPr/>
        </p:nvSpPr>
        <p:spPr>
          <a:xfrm>
            <a:off x="241628" y="709621"/>
            <a:ext cx="943200" cy="38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FFFFFF"/>
                </a:solidFill>
                <a:latin typeface="Lilita One"/>
                <a:ea typeface="Lilita One"/>
                <a:cs typeface="Lilita One"/>
                <a:sym typeface="Lilita One"/>
              </a:rPr>
              <a:t>Roll the Dice</a:t>
            </a:r>
            <a:endParaRPr sz="1000">
              <a:solidFill>
                <a:srgbClr val="FFFFFF"/>
              </a:solidFill>
              <a:latin typeface="Lilita One"/>
              <a:ea typeface="Lilita One"/>
              <a:cs typeface="Lilita One"/>
              <a:sym typeface="Lilita One"/>
            </a:endParaRPr>
          </a:p>
        </p:txBody>
      </p:sp>
      <p:sp>
        <p:nvSpPr>
          <p:cNvPr id="1924" name="Google Shape;1924;p85"/>
          <p:cNvSpPr/>
          <p:nvPr/>
        </p:nvSpPr>
        <p:spPr>
          <a:xfrm rot="295452">
            <a:off x="6877937" y="3491889"/>
            <a:ext cx="469226" cy="394075"/>
          </a:xfrm>
          <a:custGeom>
            <a:avLst/>
            <a:gdLst/>
            <a:ahLst/>
            <a:cxnLst/>
            <a:rect l="l" t="t" r="r" b="b"/>
            <a:pathLst>
              <a:path w="17305" h="19490" extrusionOk="0">
                <a:moveTo>
                  <a:pt x="1822" y="0"/>
                </a:moveTo>
                <a:lnTo>
                  <a:pt x="16394" y="1822"/>
                </a:lnTo>
                <a:lnTo>
                  <a:pt x="17305" y="7286"/>
                </a:lnTo>
                <a:lnTo>
                  <a:pt x="6376" y="19490"/>
                </a:lnTo>
                <a:lnTo>
                  <a:pt x="0" y="4554"/>
                </a:lnTo>
                <a:close/>
              </a:path>
            </a:pathLst>
          </a:custGeom>
          <a:solidFill>
            <a:srgbClr val="FFFFFF"/>
          </a:solidFill>
          <a:ln w="38100" cap="flat" cmpd="sng">
            <a:solidFill>
              <a:srgbClr val="D85F6F"/>
            </a:solidFill>
            <a:prstDash val="solid"/>
            <a:round/>
            <a:headEnd type="none" w="med" len="med"/>
            <a:tailEnd type="none" w="med" len="med"/>
          </a:ln>
        </p:spPr>
      </p:sp>
      <p:sp>
        <p:nvSpPr>
          <p:cNvPr id="1925" name="Google Shape;1925;p85"/>
          <p:cNvSpPr/>
          <p:nvPr/>
        </p:nvSpPr>
        <p:spPr>
          <a:xfrm>
            <a:off x="7082479" y="1991822"/>
            <a:ext cx="145300" cy="180575"/>
          </a:xfrm>
          <a:custGeom>
            <a:avLst/>
            <a:gdLst/>
            <a:ahLst/>
            <a:cxnLst/>
            <a:rect l="l" t="t" r="r" b="b"/>
            <a:pathLst>
              <a:path w="5812" h="7223" extrusionOk="0">
                <a:moveTo>
                  <a:pt x="1030" y="323"/>
                </a:moveTo>
                <a:cubicBezTo>
                  <a:pt x="237" y="1079"/>
                  <a:pt x="-235" y="4017"/>
                  <a:pt x="120" y="5166"/>
                </a:cubicBezTo>
                <a:cubicBezTo>
                  <a:pt x="475" y="6316"/>
                  <a:pt x="2215" y="7153"/>
                  <a:pt x="3159" y="7220"/>
                </a:cubicBezTo>
                <a:cubicBezTo>
                  <a:pt x="4103" y="7288"/>
                  <a:pt x="5556" y="6184"/>
                  <a:pt x="5785" y="5571"/>
                </a:cubicBezTo>
                <a:cubicBezTo>
                  <a:pt x="6014" y="4958"/>
                  <a:pt x="4748" y="3581"/>
                  <a:pt x="4534" y="3540"/>
                </a:cubicBezTo>
                <a:cubicBezTo>
                  <a:pt x="4320" y="3499"/>
                  <a:pt x="4806" y="4971"/>
                  <a:pt x="4502" y="5327"/>
                </a:cubicBezTo>
                <a:cubicBezTo>
                  <a:pt x="4198" y="5683"/>
                  <a:pt x="3185" y="5920"/>
                  <a:pt x="2708" y="5674"/>
                </a:cubicBezTo>
                <a:cubicBezTo>
                  <a:pt x="2232" y="5428"/>
                  <a:pt x="1610" y="4449"/>
                  <a:pt x="1643" y="3850"/>
                </a:cubicBezTo>
                <a:cubicBezTo>
                  <a:pt x="1676" y="3251"/>
                  <a:pt x="2366" y="2618"/>
                  <a:pt x="2906" y="2081"/>
                </a:cubicBezTo>
                <a:cubicBezTo>
                  <a:pt x="3446" y="1544"/>
                  <a:pt x="5194" y="922"/>
                  <a:pt x="4881" y="629"/>
                </a:cubicBezTo>
                <a:cubicBezTo>
                  <a:pt x="4568" y="336"/>
                  <a:pt x="1824" y="-433"/>
                  <a:pt x="1030" y="323"/>
                </a:cubicBezTo>
                <a:close/>
              </a:path>
            </a:pathLst>
          </a:custGeom>
          <a:solidFill>
            <a:srgbClr val="062647"/>
          </a:solidFill>
          <a:ln>
            <a:noFill/>
          </a:ln>
        </p:spPr>
      </p:sp>
      <p:sp>
        <p:nvSpPr>
          <p:cNvPr id="1926" name="Google Shape;1926;p85">
            <a:hlinkClick r:id="rId3" action="ppaction://hlinksldjump"/>
          </p:cNvPr>
          <p:cNvSpPr/>
          <p:nvPr/>
        </p:nvSpPr>
        <p:spPr>
          <a:xfrm>
            <a:off x="312438" y="237000"/>
            <a:ext cx="801600" cy="8016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75"/>
        <p:cNvGrpSpPr/>
        <p:nvPr/>
      </p:nvGrpSpPr>
      <p:grpSpPr>
        <a:xfrm>
          <a:off x="0" y="0"/>
          <a:ext cx="0" cy="0"/>
          <a:chOff x="0" y="0"/>
          <a:chExt cx="0" cy="0"/>
        </a:xfrm>
      </p:grpSpPr>
      <p:sp>
        <p:nvSpPr>
          <p:cNvPr id="1976" name="Google Shape;1976;p87"/>
          <p:cNvSpPr txBox="1">
            <a:spLocks noGrp="1"/>
          </p:cNvSpPr>
          <p:nvPr>
            <p:ph type="title"/>
          </p:nvPr>
        </p:nvSpPr>
        <p:spPr>
          <a:prstGeom prst="rect">
            <a:avLst/>
          </a:prstGeom>
        </p:spPr>
        <p:txBody>
          <a:bodyPr spcFirstLastPara="1" wrap="square" lIns="91425" tIns="91425" rIns="91425" bIns="91425" anchor="ctr" anchorCtr="0">
            <a:noAutofit/>
          </a:bodyPr>
          <a:lstStyle/>
          <a:p>
            <a:pPr marL="0" lvl="0" indent="0" rtl="1">
              <a:spcBef>
                <a:spcPts val="0"/>
              </a:spcBef>
              <a:spcAft>
                <a:spcPts val="0"/>
              </a:spcAft>
              <a:buNone/>
            </a:pPr>
            <a:r>
              <a:rPr lang="fa-IR" sz="1600" dirty="0">
                <a:cs typeface="Aban" pitchFamily="2" charset="-78"/>
              </a:rPr>
              <a:t>با این تفاسیر اینکه چه کسی در لیست انتظار قرار می‌گیرد یک مسئله اخلاقی بسیار مهم است. در ادامه ما سعی می‌کنیم با استفاده از نظریه بازی‌ها یک مدل اجتماعی برای این مهم ارائه دهیم.</a:t>
            </a:r>
            <a:br>
              <a:rPr lang="fa-IR" sz="1600" dirty="0">
                <a:cs typeface="Aban" pitchFamily="2" charset="-78"/>
              </a:rPr>
            </a:br>
            <a:br>
              <a:rPr lang="fa-IR" sz="1600" dirty="0">
                <a:cs typeface="Aban" pitchFamily="2" charset="-78"/>
              </a:rPr>
            </a:br>
            <a:r>
              <a:rPr lang="fa-IR" sz="1600" dirty="0">
                <a:cs typeface="Aban" pitchFamily="2" charset="-78"/>
              </a:rPr>
              <a:t>برای سادگی بیشتر تنها بیماران مبتلا به </a:t>
            </a:r>
            <a:r>
              <a:rPr lang="en-US" sz="1600" dirty="0">
                <a:cs typeface="Aban" pitchFamily="2" charset="-78"/>
              </a:rPr>
              <a:t>ALD</a:t>
            </a:r>
            <a:r>
              <a:rPr lang="fa-IR" sz="1600" dirty="0">
                <a:cs typeface="Aban" pitchFamily="2" charset="-78"/>
              </a:rPr>
              <a:t> (</a:t>
            </a:r>
            <a:r>
              <a:rPr lang="en-US" sz="1600" dirty="0">
                <a:cs typeface="Aban" pitchFamily="2" charset="-78"/>
              </a:rPr>
              <a:t>Alcoholic Associated Liver </a:t>
            </a:r>
            <a:r>
              <a:rPr lang="en-US" sz="1600" dirty="0" err="1">
                <a:cs typeface="Aban" pitchFamily="2" charset="-78"/>
              </a:rPr>
              <a:t>Deseas</a:t>
            </a:r>
            <a:r>
              <a:rPr lang="fa-IR" sz="1600" dirty="0">
                <a:cs typeface="Aban" pitchFamily="2" charset="-78"/>
              </a:rPr>
              <a:t>) را بررسی می‌کنیم.</a:t>
            </a:r>
            <a:br>
              <a:rPr lang="fa-IR" sz="1600" dirty="0">
                <a:cs typeface="Aban" pitchFamily="2" charset="-78"/>
              </a:rPr>
            </a:br>
            <a:endParaRPr sz="1600" dirty="0">
              <a:cs typeface="Aban" pitchFamily="2" charset="-78"/>
            </a:endParaRPr>
          </a:p>
        </p:txBody>
      </p:sp>
      <p:grpSp>
        <p:nvGrpSpPr>
          <p:cNvPr id="1977" name="Google Shape;1977;p87"/>
          <p:cNvGrpSpPr/>
          <p:nvPr/>
        </p:nvGrpSpPr>
        <p:grpSpPr>
          <a:xfrm>
            <a:off x="417435" y="237007"/>
            <a:ext cx="591604" cy="615737"/>
            <a:chOff x="5593285" y="1262634"/>
            <a:chExt cx="1852814" cy="1928398"/>
          </a:xfrm>
        </p:grpSpPr>
        <p:sp>
          <p:nvSpPr>
            <p:cNvPr id="1978" name="Google Shape;1978;p87"/>
            <p:cNvSpPr/>
            <p:nvPr/>
          </p:nvSpPr>
          <p:spPr>
            <a:xfrm rot="1799956">
              <a:off x="6377770" y="2014775"/>
              <a:ext cx="639880" cy="1089253"/>
            </a:xfrm>
            <a:custGeom>
              <a:avLst/>
              <a:gdLst/>
              <a:ahLst/>
              <a:cxnLst/>
              <a:rect l="l" t="t" r="r" b="b"/>
              <a:pathLst>
                <a:path w="18178" h="30944" extrusionOk="0">
                  <a:moveTo>
                    <a:pt x="18177" y="0"/>
                  </a:moveTo>
                  <a:lnTo>
                    <a:pt x="1" y="9818"/>
                  </a:lnTo>
                  <a:lnTo>
                    <a:pt x="1" y="30943"/>
                  </a:lnTo>
                  <a:lnTo>
                    <a:pt x="18177" y="20153"/>
                  </a:lnTo>
                  <a:lnTo>
                    <a:pt x="18177" y="0"/>
                  </a:lnTo>
                  <a:close/>
                </a:path>
              </a:pathLst>
            </a:custGeom>
            <a:solidFill>
              <a:srgbClr val="B59F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87"/>
            <p:cNvSpPr/>
            <p:nvPr/>
          </p:nvSpPr>
          <p:spPr>
            <a:xfrm rot="1799956">
              <a:off x="6065202" y="1533009"/>
              <a:ext cx="1280781" cy="743652"/>
            </a:xfrm>
            <a:custGeom>
              <a:avLst/>
              <a:gdLst/>
              <a:ahLst/>
              <a:cxnLst/>
              <a:rect l="l" t="t" r="r" b="b"/>
              <a:pathLst>
                <a:path w="36385" h="21126" extrusionOk="0">
                  <a:moveTo>
                    <a:pt x="18694" y="0"/>
                  </a:moveTo>
                  <a:lnTo>
                    <a:pt x="1" y="10821"/>
                  </a:lnTo>
                  <a:lnTo>
                    <a:pt x="18208" y="21125"/>
                  </a:lnTo>
                  <a:lnTo>
                    <a:pt x="36384" y="11307"/>
                  </a:lnTo>
                  <a:lnTo>
                    <a:pt x="18694" y="0"/>
                  </a:lnTo>
                  <a:close/>
                </a:path>
              </a:pathLst>
            </a:custGeom>
            <a:solidFill>
              <a:srgbClr val="E0CF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87"/>
            <p:cNvSpPr/>
            <p:nvPr/>
          </p:nvSpPr>
          <p:spPr>
            <a:xfrm rot="1799956">
              <a:off x="5826936" y="1678634"/>
              <a:ext cx="640936" cy="1106361"/>
            </a:xfrm>
            <a:custGeom>
              <a:avLst/>
              <a:gdLst/>
              <a:ahLst/>
              <a:cxnLst/>
              <a:rect l="l" t="t" r="r" b="b"/>
              <a:pathLst>
                <a:path w="18208" h="31430" extrusionOk="0">
                  <a:moveTo>
                    <a:pt x="1" y="0"/>
                  </a:moveTo>
                  <a:lnTo>
                    <a:pt x="1" y="20639"/>
                  </a:lnTo>
                  <a:lnTo>
                    <a:pt x="18208" y="31429"/>
                  </a:lnTo>
                  <a:lnTo>
                    <a:pt x="18208" y="10304"/>
                  </a:lnTo>
                  <a:lnTo>
                    <a:pt x="1" y="0"/>
                  </a:lnTo>
                  <a:close/>
                </a:path>
              </a:pathLst>
            </a:custGeom>
            <a:solidFill>
              <a:srgbClr val="CDB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87"/>
            <p:cNvSpPr/>
            <p:nvPr/>
          </p:nvSpPr>
          <p:spPr>
            <a:xfrm rot="1799956">
              <a:off x="6605689" y="2310697"/>
              <a:ext cx="77090" cy="139149"/>
            </a:xfrm>
            <a:custGeom>
              <a:avLst/>
              <a:gdLst/>
              <a:ahLst/>
              <a:cxnLst/>
              <a:rect l="l" t="t" r="r" b="b"/>
              <a:pathLst>
                <a:path w="2190" h="3953" extrusionOk="0">
                  <a:moveTo>
                    <a:pt x="244" y="1"/>
                  </a:moveTo>
                  <a:cubicBezTo>
                    <a:pt x="153" y="1"/>
                    <a:pt x="61" y="31"/>
                    <a:pt x="1" y="31"/>
                  </a:cubicBezTo>
                  <a:cubicBezTo>
                    <a:pt x="943" y="153"/>
                    <a:pt x="1703" y="973"/>
                    <a:pt x="1703" y="1976"/>
                  </a:cubicBezTo>
                  <a:cubicBezTo>
                    <a:pt x="1703" y="2979"/>
                    <a:pt x="943" y="3800"/>
                    <a:pt x="1" y="3922"/>
                  </a:cubicBezTo>
                  <a:cubicBezTo>
                    <a:pt x="61" y="3922"/>
                    <a:pt x="153" y="3952"/>
                    <a:pt x="244" y="3952"/>
                  </a:cubicBezTo>
                  <a:cubicBezTo>
                    <a:pt x="1308" y="3952"/>
                    <a:pt x="2189" y="3071"/>
                    <a:pt x="2189" y="1976"/>
                  </a:cubicBezTo>
                  <a:cubicBezTo>
                    <a:pt x="2189" y="882"/>
                    <a:pt x="130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87"/>
            <p:cNvSpPr/>
            <p:nvPr/>
          </p:nvSpPr>
          <p:spPr>
            <a:xfrm rot="1799956">
              <a:off x="6549921" y="2292252"/>
              <a:ext cx="120950" cy="136966"/>
            </a:xfrm>
            <a:custGeom>
              <a:avLst/>
              <a:gdLst/>
              <a:ahLst/>
              <a:cxnLst/>
              <a:rect l="l" t="t" r="r" b="b"/>
              <a:pathLst>
                <a:path w="3436" h="3891" extrusionOk="0">
                  <a:moveTo>
                    <a:pt x="1703" y="0"/>
                  </a:moveTo>
                  <a:cubicBezTo>
                    <a:pt x="761" y="0"/>
                    <a:pt x="1" y="882"/>
                    <a:pt x="1" y="1945"/>
                  </a:cubicBezTo>
                  <a:cubicBezTo>
                    <a:pt x="1" y="3009"/>
                    <a:pt x="761" y="3891"/>
                    <a:pt x="1703" y="3891"/>
                  </a:cubicBezTo>
                  <a:cubicBezTo>
                    <a:pt x="2676" y="3891"/>
                    <a:pt x="3436" y="3009"/>
                    <a:pt x="3436" y="1945"/>
                  </a:cubicBezTo>
                  <a:cubicBezTo>
                    <a:pt x="3436" y="882"/>
                    <a:pt x="2676" y="0"/>
                    <a:pt x="170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87"/>
            <p:cNvSpPr/>
            <p:nvPr/>
          </p:nvSpPr>
          <p:spPr>
            <a:xfrm rot="1799956">
              <a:off x="6442560" y="2687541"/>
              <a:ext cx="78146" cy="139114"/>
            </a:xfrm>
            <a:custGeom>
              <a:avLst/>
              <a:gdLst/>
              <a:ahLst/>
              <a:cxnLst/>
              <a:rect l="l" t="t" r="r" b="b"/>
              <a:pathLst>
                <a:path w="2220" h="3952" extrusionOk="0">
                  <a:moveTo>
                    <a:pt x="244" y="0"/>
                  </a:moveTo>
                  <a:cubicBezTo>
                    <a:pt x="183" y="0"/>
                    <a:pt x="92" y="31"/>
                    <a:pt x="1" y="31"/>
                  </a:cubicBezTo>
                  <a:cubicBezTo>
                    <a:pt x="974" y="152"/>
                    <a:pt x="1734" y="973"/>
                    <a:pt x="1734" y="1976"/>
                  </a:cubicBezTo>
                  <a:cubicBezTo>
                    <a:pt x="1734" y="2979"/>
                    <a:pt x="974" y="3800"/>
                    <a:pt x="1" y="3921"/>
                  </a:cubicBezTo>
                  <a:cubicBezTo>
                    <a:pt x="92" y="3921"/>
                    <a:pt x="183" y="3952"/>
                    <a:pt x="244" y="3952"/>
                  </a:cubicBezTo>
                  <a:cubicBezTo>
                    <a:pt x="1338" y="3952"/>
                    <a:pt x="2220" y="3070"/>
                    <a:pt x="2220" y="1976"/>
                  </a:cubicBezTo>
                  <a:cubicBezTo>
                    <a:pt x="2220" y="882"/>
                    <a:pt x="1338" y="0"/>
                    <a:pt x="24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87"/>
            <p:cNvSpPr/>
            <p:nvPr/>
          </p:nvSpPr>
          <p:spPr>
            <a:xfrm rot="1799956">
              <a:off x="6387808" y="2669343"/>
              <a:ext cx="120950" cy="137001"/>
            </a:xfrm>
            <a:custGeom>
              <a:avLst/>
              <a:gdLst/>
              <a:ahLst/>
              <a:cxnLst/>
              <a:rect l="l" t="t" r="r" b="b"/>
              <a:pathLst>
                <a:path w="3436" h="3892" extrusionOk="0">
                  <a:moveTo>
                    <a:pt x="1703" y="1"/>
                  </a:moveTo>
                  <a:cubicBezTo>
                    <a:pt x="761" y="1"/>
                    <a:pt x="1" y="882"/>
                    <a:pt x="1" y="1946"/>
                  </a:cubicBezTo>
                  <a:cubicBezTo>
                    <a:pt x="1" y="3010"/>
                    <a:pt x="761" y="3891"/>
                    <a:pt x="1703" y="3891"/>
                  </a:cubicBezTo>
                  <a:cubicBezTo>
                    <a:pt x="2676" y="3891"/>
                    <a:pt x="3436" y="3010"/>
                    <a:pt x="3436" y="1946"/>
                  </a:cubicBezTo>
                  <a:cubicBezTo>
                    <a:pt x="3436" y="882"/>
                    <a:pt x="2676" y="1"/>
                    <a:pt x="170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87"/>
            <p:cNvSpPr/>
            <p:nvPr/>
          </p:nvSpPr>
          <p:spPr>
            <a:xfrm rot="1799956">
              <a:off x="6923881" y="2314455"/>
              <a:ext cx="122006" cy="137001"/>
            </a:xfrm>
            <a:custGeom>
              <a:avLst/>
              <a:gdLst/>
              <a:ahLst/>
              <a:cxnLst/>
              <a:rect l="l" t="t" r="r" b="b"/>
              <a:pathLst>
                <a:path w="3466" h="3892" extrusionOk="0">
                  <a:moveTo>
                    <a:pt x="1733" y="1"/>
                  </a:moveTo>
                  <a:cubicBezTo>
                    <a:pt x="791" y="1"/>
                    <a:pt x="1" y="882"/>
                    <a:pt x="1" y="1946"/>
                  </a:cubicBezTo>
                  <a:cubicBezTo>
                    <a:pt x="1" y="3040"/>
                    <a:pt x="791" y="3892"/>
                    <a:pt x="1733" y="3892"/>
                  </a:cubicBezTo>
                  <a:cubicBezTo>
                    <a:pt x="2676" y="3892"/>
                    <a:pt x="3466" y="3040"/>
                    <a:pt x="3466" y="1946"/>
                  </a:cubicBezTo>
                  <a:cubicBezTo>
                    <a:pt x="3466" y="882"/>
                    <a:pt x="2676"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87"/>
            <p:cNvSpPr/>
            <p:nvPr/>
          </p:nvSpPr>
          <p:spPr>
            <a:xfrm rot="1799956">
              <a:off x="5913516" y="2179727"/>
              <a:ext cx="83496" cy="138550"/>
            </a:xfrm>
            <a:custGeom>
              <a:avLst/>
              <a:gdLst/>
              <a:ahLst/>
              <a:cxnLst/>
              <a:rect l="l" t="t" r="r" b="b"/>
              <a:pathLst>
                <a:path w="2372" h="3936" extrusionOk="0">
                  <a:moveTo>
                    <a:pt x="301" y="0"/>
                  </a:moveTo>
                  <a:cubicBezTo>
                    <a:pt x="282" y="0"/>
                    <a:pt x="263" y="1"/>
                    <a:pt x="244" y="1"/>
                  </a:cubicBezTo>
                  <a:cubicBezTo>
                    <a:pt x="152" y="31"/>
                    <a:pt x="61" y="31"/>
                    <a:pt x="0" y="62"/>
                  </a:cubicBezTo>
                  <a:cubicBezTo>
                    <a:pt x="973" y="123"/>
                    <a:pt x="1763" y="883"/>
                    <a:pt x="1824" y="1886"/>
                  </a:cubicBezTo>
                  <a:cubicBezTo>
                    <a:pt x="1855" y="2889"/>
                    <a:pt x="1155" y="3740"/>
                    <a:pt x="213" y="3922"/>
                  </a:cubicBezTo>
                  <a:cubicBezTo>
                    <a:pt x="254" y="3922"/>
                    <a:pt x="308" y="3936"/>
                    <a:pt x="366" y="3936"/>
                  </a:cubicBezTo>
                  <a:cubicBezTo>
                    <a:pt x="396" y="3936"/>
                    <a:pt x="426" y="3932"/>
                    <a:pt x="456" y="3922"/>
                  </a:cubicBezTo>
                  <a:cubicBezTo>
                    <a:pt x="1520" y="3892"/>
                    <a:pt x="2371" y="2949"/>
                    <a:pt x="2310" y="1855"/>
                  </a:cubicBezTo>
                  <a:cubicBezTo>
                    <a:pt x="2251" y="810"/>
                    <a:pt x="1341"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87"/>
            <p:cNvSpPr/>
            <p:nvPr/>
          </p:nvSpPr>
          <p:spPr>
            <a:xfrm rot="1799956">
              <a:off x="5858415" y="2162128"/>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7" y="3867"/>
                  </a:cubicBezTo>
                  <a:cubicBezTo>
                    <a:pt x="1819" y="3867"/>
                    <a:pt x="1852" y="3866"/>
                    <a:pt x="1885" y="3864"/>
                  </a:cubicBezTo>
                  <a:cubicBezTo>
                    <a:pt x="2827" y="3834"/>
                    <a:pt x="3557"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87"/>
            <p:cNvSpPr/>
            <p:nvPr/>
          </p:nvSpPr>
          <p:spPr>
            <a:xfrm rot="1799956">
              <a:off x="6026175" y="2006187"/>
              <a:ext cx="83496" cy="138163"/>
            </a:xfrm>
            <a:custGeom>
              <a:avLst/>
              <a:gdLst/>
              <a:ahLst/>
              <a:cxnLst/>
              <a:rect l="l" t="t" r="r" b="b"/>
              <a:pathLst>
                <a:path w="2372" h="3925" extrusionOk="0">
                  <a:moveTo>
                    <a:pt x="357" y="1"/>
                  </a:moveTo>
                  <a:cubicBezTo>
                    <a:pt x="320" y="1"/>
                    <a:pt x="282" y="2"/>
                    <a:pt x="244" y="4"/>
                  </a:cubicBezTo>
                  <a:cubicBezTo>
                    <a:pt x="152" y="4"/>
                    <a:pt x="92" y="34"/>
                    <a:pt x="0" y="34"/>
                  </a:cubicBezTo>
                  <a:cubicBezTo>
                    <a:pt x="973" y="95"/>
                    <a:pt x="1763" y="885"/>
                    <a:pt x="1824" y="1888"/>
                  </a:cubicBezTo>
                  <a:cubicBezTo>
                    <a:pt x="1885" y="2861"/>
                    <a:pt x="1186" y="3742"/>
                    <a:pt x="213" y="3894"/>
                  </a:cubicBezTo>
                  <a:cubicBezTo>
                    <a:pt x="304" y="3925"/>
                    <a:pt x="365" y="3925"/>
                    <a:pt x="456" y="3925"/>
                  </a:cubicBezTo>
                  <a:cubicBezTo>
                    <a:pt x="1551" y="3864"/>
                    <a:pt x="2371" y="2922"/>
                    <a:pt x="2310" y="1858"/>
                  </a:cubicBezTo>
                  <a:cubicBezTo>
                    <a:pt x="2252" y="802"/>
                    <a:pt x="1400" y="1"/>
                    <a:pt x="357"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87"/>
            <p:cNvSpPr/>
            <p:nvPr/>
          </p:nvSpPr>
          <p:spPr>
            <a:xfrm rot="1799956">
              <a:off x="5972129" y="1988203"/>
              <a:ext cx="125209" cy="137107"/>
            </a:xfrm>
            <a:custGeom>
              <a:avLst/>
              <a:gdLst/>
              <a:ahLst/>
              <a:cxnLst/>
              <a:rect l="l" t="t" r="r" b="b"/>
              <a:pathLst>
                <a:path w="3557" h="3895" extrusionOk="0">
                  <a:moveTo>
                    <a:pt x="1767" y="0"/>
                  </a:moveTo>
                  <a:cubicBezTo>
                    <a:pt x="1736" y="0"/>
                    <a:pt x="1704" y="1"/>
                    <a:pt x="1672" y="3"/>
                  </a:cubicBezTo>
                  <a:cubicBezTo>
                    <a:pt x="700" y="64"/>
                    <a:pt x="1" y="976"/>
                    <a:pt x="61" y="2040"/>
                  </a:cubicBezTo>
                  <a:cubicBezTo>
                    <a:pt x="121" y="3084"/>
                    <a:pt x="884" y="3895"/>
                    <a:pt x="1833" y="3895"/>
                  </a:cubicBezTo>
                  <a:cubicBezTo>
                    <a:pt x="1850" y="3895"/>
                    <a:pt x="1868" y="3894"/>
                    <a:pt x="1885" y="3894"/>
                  </a:cubicBezTo>
                  <a:cubicBezTo>
                    <a:pt x="2827" y="3833"/>
                    <a:pt x="3557" y="2921"/>
                    <a:pt x="3496" y="1857"/>
                  </a:cubicBezTo>
                  <a:cubicBezTo>
                    <a:pt x="3437" y="829"/>
                    <a:pt x="2669" y="0"/>
                    <a:pt x="1767"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87"/>
            <p:cNvSpPr/>
            <p:nvPr/>
          </p:nvSpPr>
          <p:spPr>
            <a:xfrm rot="1799956">
              <a:off x="6133528" y="1828513"/>
              <a:ext cx="83496" cy="138656"/>
            </a:xfrm>
            <a:custGeom>
              <a:avLst/>
              <a:gdLst/>
              <a:ahLst/>
              <a:cxnLst/>
              <a:rect l="l" t="t" r="r" b="b"/>
              <a:pathLst>
                <a:path w="2372" h="3939" extrusionOk="0">
                  <a:moveTo>
                    <a:pt x="354" y="1"/>
                  </a:moveTo>
                  <a:cubicBezTo>
                    <a:pt x="318" y="1"/>
                    <a:pt x="281" y="2"/>
                    <a:pt x="244" y="4"/>
                  </a:cubicBezTo>
                  <a:cubicBezTo>
                    <a:pt x="153" y="4"/>
                    <a:pt x="92" y="34"/>
                    <a:pt x="1" y="65"/>
                  </a:cubicBezTo>
                  <a:cubicBezTo>
                    <a:pt x="974" y="126"/>
                    <a:pt x="1764" y="885"/>
                    <a:pt x="1825" y="1889"/>
                  </a:cubicBezTo>
                  <a:cubicBezTo>
                    <a:pt x="1885" y="2892"/>
                    <a:pt x="1186" y="3743"/>
                    <a:pt x="214" y="3925"/>
                  </a:cubicBezTo>
                  <a:cubicBezTo>
                    <a:pt x="275" y="3925"/>
                    <a:pt x="335" y="3939"/>
                    <a:pt x="387" y="3939"/>
                  </a:cubicBezTo>
                  <a:cubicBezTo>
                    <a:pt x="413" y="3939"/>
                    <a:pt x="437" y="3935"/>
                    <a:pt x="457" y="3925"/>
                  </a:cubicBezTo>
                  <a:cubicBezTo>
                    <a:pt x="1551" y="3864"/>
                    <a:pt x="2372" y="2952"/>
                    <a:pt x="2311" y="1858"/>
                  </a:cubicBezTo>
                  <a:cubicBezTo>
                    <a:pt x="2252" y="830"/>
                    <a:pt x="1399" y="1"/>
                    <a:pt x="3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87"/>
            <p:cNvSpPr/>
            <p:nvPr/>
          </p:nvSpPr>
          <p:spPr>
            <a:xfrm rot="1799956">
              <a:off x="6079344" y="1811559"/>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6" y="3867"/>
                  </a:cubicBezTo>
                  <a:cubicBezTo>
                    <a:pt x="1819" y="3867"/>
                    <a:pt x="1852" y="3866"/>
                    <a:pt x="1885" y="3864"/>
                  </a:cubicBezTo>
                  <a:cubicBezTo>
                    <a:pt x="2827" y="3834"/>
                    <a:pt x="3556"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87"/>
            <p:cNvSpPr/>
            <p:nvPr/>
          </p:nvSpPr>
          <p:spPr>
            <a:xfrm rot="1799956">
              <a:off x="6105082" y="2510591"/>
              <a:ext cx="80258" cy="139149"/>
            </a:xfrm>
            <a:custGeom>
              <a:avLst/>
              <a:gdLst/>
              <a:ahLst/>
              <a:cxnLst/>
              <a:rect l="l" t="t" r="r" b="b"/>
              <a:pathLst>
                <a:path w="2280" h="3953" extrusionOk="0">
                  <a:moveTo>
                    <a:pt x="300" y="0"/>
                  </a:moveTo>
                  <a:cubicBezTo>
                    <a:pt x="281" y="0"/>
                    <a:pt x="262" y="0"/>
                    <a:pt x="243" y="1"/>
                  </a:cubicBezTo>
                  <a:cubicBezTo>
                    <a:pt x="152" y="1"/>
                    <a:pt x="91" y="31"/>
                    <a:pt x="0" y="31"/>
                  </a:cubicBezTo>
                  <a:cubicBezTo>
                    <a:pt x="973" y="122"/>
                    <a:pt x="1733" y="943"/>
                    <a:pt x="1763" y="1916"/>
                  </a:cubicBezTo>
                  <a:cubicBezTo>
                    <a:pt x="1793" y="2919"/>
                    <a:pt x="1064" y="3770"/>
                    <a:pt x="91" y="3922"/>
                  </a:cubicBezTo>
                  <a:cubicBezTo>
                    <a:pt x="182" y="3922"/>
                    <a:pt x="274" y="3952"/>
                    <a:pt x="365" y="3952"/>
                  </a:cubicBezTo>
                  <a:cubicBezTo>
                    <a:pt x="1429" y="3922"/>
                    <a:pt x="2280" y="3010"/>
                    <a:pt x="2249" y="1916"/>
                  </a:cubicBezTo>
                  <a:cubicBezTo>
                    <a:pt x="2220" y="841"/>
                    <a:pt x="1368" y="0"/>
                    <a:pt x="300"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87"/>
            <p:cNvSpPr/>
            <p:nvPr/>
          </p:nvSpPr>
          <p:spPr>
            <a:xfrm rot="1799956">
              <a:off x="6050226" y="2492648"/>
              <a:ext cx="124153" cy="137037"/>
            </a:xfrm>
            <a:custGeom>
              <a:avLst/>
              <a:gdLst/>
              <a:ahLst/>
              <a:cxnLst/>
              <a:rect l="l" t="t" r="r" b="b"/>
              <a:pathLst>
                <a:path w="3527" h="3893" extrusionOk="0">
                  <a:moveTo>
                    <a:pt x="1752" y="0"/>
                  </a:moveTo>
                  <a:cubicBezTo>
                    <a:pt x="1736" y="0"/>
                    <a:pt x="1719" y="1"/>
                    <a:pt x="1703" y="1"/>
                  </a:cubicBezTo>
                  <a:cubicBezTo>
                    <a:pt x="761" y="32"/>
                    <a:pt x="1" y="913"/>
                    <a:pt x="31" y="2007"/>
                  </a:cubicBezTo>
                  <a:cubicBezTo>
                    <a:pt x="61" y="3053"/>
                    <a:pt x="854" y="3893"/>
                    <a:pt x="1776" y="3893"/>
                  </a:cubicBezTo>
                  <a:cubicBezTo>
                    <a:pt x="1792" y="3893"/>
                    <a:pt x="1808" y="3892"/>
                    <a:pt x="1825" y="3892"/>
                  </a:cubicBezTo>
                  <a:cubicBezTo>
                    <a:pt x="2767" y="3862"/>
                    <a:pt x="3527" y="2980"/>
                    <a:pt x="3496" y="1886"/>
                  </a:cubicBezTo>
                  <a:cubicBezTo>
                    <a:pt x="3467" y="840"/>
                    <a:pt x="2674" y="0"/>
                    <a:pt x="1752"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87"/>
            <p:cNvSpPr/>
            <p:nvPr/>
          </p:nvSpPr>
          <p:spPr>
            <a:xfrm rot="1799956">
              <a:off x="6222434" y="2340105"/>
              <a:ext cx="81349" cy="138093"/>
            </a:xfrm>
            <a:custGeom>
              <a:avLst/>
              <a:gdLst/>
              <a:ahLst/>
              <a:cxnLst/>
              <a:rect l="l" t="t" r="r" b="b"/>
              <a:pathLst>
                <a:path w="2311" h="3923" extrusionOk="0">
                  <a:moveTo>
                    <a:pt x="300" y="1"/>
                  </a:moveTo>
                  <a:cubicBezTo>
                    <a:pt x="281" y="1"/>
                    <a:pt x="262" y="1"/>
                    <a:pt x="243" y="2"/>
                  </a:cubicBezTo>
                  <a:cubicBezTo>
                    <a:pt x="152" y="2"/>
                    <a:pt x="91" y="32"/>
                    <a:pt x="0" y="32"/>
                  </a:cubicBezTo>
                  <a:cubicBezTo>
                    <a:pt x="973" y="123"/>
                    <a:pt x="1763" y="913"/>
                    <a:pt x="1793" y="1916"/>
                  </a:cubicBezTo>
                  <a:cubicBezTo>
                    <a:pt x="1824" y="2920"/>
                    <a:pt x="1094" y="3771"/>
                    <a:pt x="122" y="3923"/>
                  </a:cubicBezTo>
                  <a:lnTo>
                    <a:pt x="365" y="3923"/>
                  </a:lnTo>
                  <a:cubicBezTo>
                    <a:pt x="1459" y="3892"/>
                    <a:pt x="2310" y="2980"/>
                    <a:pt x="2280" y="1916"/>
                  </a:cubicBezTo>
                  <a:cubicBezTo>
                    <a:pt x="2250" y="841"/>
                    <a:pt x="1369" y="1"/>
                    <a:pt x="30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87"/>
            <p:cNvSpPr/>
            <p:nvPr/>
          </p:nvSpPr>
          <p:spPr>
            <a:xfrm rot="1799956">
              <a:off x="6168660" y="2322194"/>
              <a:ext cx="123062" cy="135945"/>
            </a:xfrm>
            <a:custGeom>
              <a:avLst/>
              <a:gdLst/>
              <a:ahLst/>
              <a:cxnLst/>
              <a:rect l="l" t="t" r="r" b="b"/>
              <a:pathLst>
                <a:path w="3496" h="3862" extrusionOk="0">
                  <a:moveTo>
                    <a:pt x="1723" y="0"/>
                  </a:moveTo>
                  <a:cubicBezTo>
                    <a:pt x="1706" y="0"/>
                    <a:pt x="1689" y="0"/>
                    <a:pt x="1672" y="1"/>
                  </a:cubicBezTo>
                  <a:cubicBezTo>
                    <a:pt x="730" y="31"/>
                    <a:pt x="0" y="913"/>
                    <a:pt x="31" y="1977"/>
                  </a:cubicBezTo>
                  <a:cubicBezTo>
                    <a:pt x="61" y="3022"/>
                    <a:pt x="824" y="3862"/>
                    <a:pt x="1745" y="3862"/>
                  </a:cubicBezTo>
                  <a:cubicBezTo>
                    <a:pt x="1761" y="3862"/>
                    <a:pt x="1777" y="3862"/>
                    <a:pt x="1794" y="3861"/>
                  </a:cubicBezTo>
                  <a:cubicBezTo>
                    <a:pt x="2736" y="3831"/>
                    <a:pt x="3496" y="2949"/>
                    <a:pt x="3465" y="1885"/>
                  </a:cubicBezTo>
                  <a:cubicBezTo>
                    <a:pt x="3436" y="840"/>
                    <a:pt x="2672" y="0"/>
                    <a:pt x="172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87"/>
            <p:cNvSpPr/>
            <p:nvPr/>
          </p:nvSpPr>
          <p:spPr>
            <a:xfrm rot="1799956">
              <a:off x="6333998" y="2166084"/>
              <a:ext cx="81349" cy="138093"/>
            </a:xfrm>
            <a:custGeom>
              <a:avLst/>
              <a:gdLst/>
              <a:ahLst/>
              <a:cxnLst/>
              <a:rect l="l" t="t" r="r" b="b"/>
              <a:pathLst>
                <a:path w="2311" h="3923" extrusionOk="0">
                  <a:moveTo>
                    <a:pt x="301" y="0"/>
                  </a:moveTo>
                  <a:cubicBezTo>
                    <a:pt x="282" y="0"/>
                    <a:pt x="263" y="1"/>
                    <a:pt x="244" y="1"/>
                  </a:cubicBezTo>
                  <a:cubicBezTo>
                    <a:pt x="183" y="1"/>
                    <a:pt x="92" y="1"/>
                    <a:pt x="1" y="32"/>
                  </a:cubicBezTo>
                  <a:cubicBezTo>
                    <a:pt x="973" y="123"/>
                    <a:pt x="1764" y="913"/>
                    <a:pt x="1794" y="1916"/>
                  </a:cubicBezTo>
                  <a:cubicBezTo>
                    <a:pt x="1824" y="2919"/>
                    <a:pt x="1095" y="3740"/>
                    <a:pt x="122" y="3892"/>
                  </a:cubicBezTo>
                  <a:cubicBezTo>
                    <a:pt x="213" y="3922"/>
                    <a:pt x="274" y="3922"/>
                    <a:pt x="365" y="3922"/>
                  </a:cubicBezTo>
                  <a:cubicBezTo>
                    <a:pt x="1460" y="3892"/>
                    <a:pt x="2311" y="2980"/>
                    <a:pt x="2280" y="1916"/>
                  </a:cubicBezTo>
                  <a:cubicBezTo>
                    <a:pt x="2250" y="841"/>
                    <a:pt x="1369"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87"/>
            <p:cNvSpPr/>
            <p:nvPr/>
          </p:nvSpPr>
          <p:spPr>
            <a:xfrm rot="1799956">
              <a:off x="6280230" y="2148150"/>
              <a:ext cx="123097" cy="135981"/>
            </a:xfrm>
            <a:custGeom>
              <a:avLst/>
              <a:gdLst/>
              <a:ahLst/>
              <a:cxnLst/>
              <a:rect l="l" t="t" r="r" b="b"/>
              <a:pathLst>
                <a:path w="3497" h="3863" extrusionOk="0">
                  <a:moveTo>
                    <a:pt x="1754" y="1"/>
                  </a:moveTo>
                  <a:cubicBezTo>
                    <a:pt x="1737" y="1"/>
                    <a:pt x="1720" y="1"/>
                    <a:pt x="1703" y="2"/>
                  </a:cubicBezTo>
                  <a:cubicBezTo>
                    <a:pt x="730" y="2"/>
                    <a:pt x="1" y="913"/>
                    <a:pt x="31" y="1977"/>
                  </a:cubicBezTo>
                  <a:cubicBezTo>
                    <a:pt x="61" y="3023"/>
                    <a:pt x="825" y="3863"/>
                    <a:pt x="1745" y="3863"/>
                  </a:cubicBezTo>
                  <a:cubicBezTo>
                    <a:pt x="1762" y="3863"/>
                    <a:pt x="1778" y="3862"/>
                    <a:pt x="1794" y="3862"/>
                  </a:cubicBezTo>
                  <a:cubicBezTo>
                    <a:pt x="2767" y="3831"/>
                    <a:pt x="3496" y="2950"/>
                    <a:pt x="3466" y="1886"/>
                  </a:cubicBezTo>
                  <a:cubicBezTo>
                    <a:pt x="3436" y="812"/>
                    <a:pt x="2673" y="1"/>
                    <a:pt x="17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87"/>
            <p:cNvSpPr/>
            <p:nvPr/>
          </p:nvSpPr>
          <p:spPr>
            <a:xfrm rot="1799956">
              <a:off x="7043305" y="2079862"/>
              <a:ext cx="93106" cy="137705"/>
            </a:xfrm>
            <a:custGeom>
              <a:avLst/>
              <a:gdLst/>
              <a:ahLst/>
              <a:cxnLst/>
              <a:rect l="l" t="t" r="r" b="b"/>
              <a:pathLst>
                <a:path w="2645" h="3912" extrusionOk="0">
                  <a:moveTo>
                    <a:pt x="578" y="0"/>
                  </a:moveTo>
                  <a:cubicBezTo>
                    <a:pt x="1520" y="244"/>
                    <a:pt x="2128" y="1186"/>
                    <a:pt x="2007" y="2158"/>
                  </a:cubicBezTo>
                  <a:cubicBezTo>
                    <a:pt x="1858" y="3140"/>
                    <a:pt x="1010" y="3831"/>
                    <a:pt x="62" y="3831"/>
                  </a:cubicBezTo>
                  <a:cubicBezTo>
                    <a:pt x="41" y="3831"/>
                    <a:pt x="21" y="3831"/>
                    <a:pt x="0" y="3830"/>
                  </a:cubicBezTo>
                  <a:lnTo>
                    <a:pt x="0" y="3830"/>
                  </a:lnTo>
                  <a:cubicBezTo>
                    <a:pt x="92" y="3861"/>
                    <a:pt x="152" y="3891"/>
                    <a:pt x="244" y="3891"/>
                  </a:cubicBezTo>
                  <a:cubicBezTo>
                    <a:pt x="341" y="3904"/>
                    <a:pt x="437" y="3911"/>
                    <a:pt x="531" y="3911"/>
                  </a:cubicBezTo>
                  <a:cubicBezTo>
                    <a:pt x="1504" y="3911"/>
                    <a:pt x="2327" y="3219"/>
                    <a:pt x="2493" y="2250"/>
                  </a:cubicBezTo>
                  <a:cubicBezTo>
                    <a:pt x="2645" y="1155"/>
                    <a:pt x="1885" y="152"/>
                    <a:pt x="82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87"/>
            <p:cNvSpPr/>
            <p:nvPr/>
          </p:nvSpPr>
          <p:spPr>
            <a:xfrm rot="1799956">
              <a:off x="6993310" y="2060930"/>
              <a:ext cx="130595" cy="136192"/>
            </a:xfrm>
            <a:custGeom>
              <a:avLst/>
              <a:gdLst/>
              <a:ahLst/>
              <a:cxnLst/>
              <a:rect l="l" t="t" r="r" b="b"/>
              <a:pathLst>
                <a:path w="3710" h="3869" extrusionOk="0">
                  <a:moveTo>
                    <a:pt x="1918" y="0"/>
                  </a:moveTo>
                  <a:cubicBezTo>
                    <a:pt x="1066" y="0"/>
                    <a:pt x="292" y="719"/>
                    <a:pt x="153" y="1691"/>
                  </a:cubicBezTo>
                  <a:cubicBezTo>
                    <a:pt x="1" y="2755"/>
                    <a:pt x="639" y="3728"/>
                    <a:pt x="1581" y="3849"/>
                  </a:cubicBezTo>
                  <a:cubicBezTo>
                    <a:pt x="1662" y="3862"/>
                    <a:pt x="1743" y="3869"/>
                    <a:pt x="1822" y="3869"/>
                  </a:cubicBezTo>
                  <a:cubicBezTo>
                    <a:pt x="2670" y="3869"/>
                    <a:pt x="3418" y="3150"/>
                    <a:pt x="3557" y="2177"/>
                  </a:cubicBezTo>
                  <a:cubicBezTo>
                    <a:pt x="3709" y="1114"/>
                    <a:pt x="3101" y="141"/>
                    <a:pt x="2159" y="19"/>
                  </a:cubicBezTo>
                  <a:cubicBezTo>
                    <a:pt x="2078" y="6"/>
                    <a:pt x="1998" y="0"/>
                    <a:pt x="191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87"/>
            <p:cNvSpPr/>
            <p:nvPr/>
          </p:nvSpPr>
          <p:spPr>
            <a:xfrm rot="1799956">
              <a:off x="6578787" y="2060069"/>
              <a:ext cx="93106" cy="138761"/>
            </a:xfrm>
            <a:custGeom>
              <a:avLst/>
              <a:gdLst/>
              <a:ahLst/>
              <a:cxnLst/>
              <a:rect l="l" t="t" r="r" b="b"/>
              <a:pathLst>
                <a:path w="2645" h="3942" extrusionOk="0">
                  <a:moveTo>
                    <a:pt x="578" y="1"/>
                  </a:moveTo>
                  <a:cubicBezTo>
                    <a:pt x="1520" y="274"/>
                    <a:pt x="2128" y="1186"/>
                    <a:pt x="2006" y="2189"/>
                  </a:cubicBezTo>
                  <a:cubicBezTo>
                    <a:pt x="1854" y="3162"/>
                    <a:pt x="973" y="3861"/>
                    <a:pt x="0" y="3861"/>
                  </a:cubicBezTo>
                  <a:cubicBezTo>
                    <a:pt x="91" y="3861"/>
                    <a:pt x="152" y="3892"/>
                    <a:pt x="243" y="3922"/>
                  </a:cubicBezTo>
                  <a:cubicBezTo>
                    <a:pt x="337" y="3935"/>
                    <a:pt x="430" y="3941"/>
                    <a:pt x="522" y="3941"/>
                  </a:cubicBezTo>
                  <a:cubicBezTo>
                    <a:pt x="1499" y="3941"/>
                    <a:pt x="2326" y="3223"/>
                    <a:pt x="2493" y="2250"/>
                  </a:cubicBezTo>
                  <a:cubicBezTo>
                    <a:pt x="2645" y="1186"/>
                    <a:pt x="1885" y="183"/>
                    <a:pt x="821" y="31"/>
                  </a:cubicBezTo>
                  <a:cubicBezTo>
                    <a:pt x="730" y="1"/>
                    <a:pt x="669" y="1"/>
                    <a:pt x="578"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87"/>
            <p:cNvSpPr/>
            <p:nvPr/>
          </p:nvSpPr>
          <p:spPr>
            <a:xfrm rot="1799956">
              <a:off x="6528794" y="2041340"/>
              <a:ext cx="130560" cy="136825"/>
            </a:xfrm>
            <a:custGeom>
              <a:avLst/>
              <a:gdLst/>
              <a:ahLst/>
              <a:cxnLst/>
              <a:rect l="l" t="t" r="r" b="b"/>
              <a:pathLst>
                <a:path w="3709" h="3887" extrusionOk="0">
                  <a:moveTo>
                    <a:pt x="1953" y="1"/>
                  </a:moveTo>
                  <a:cubicBezTo>
                    <a:pt x="1087" y="1"/>
                    <a:pt x="293" y="700"/>
                    <a:pt x="153" y="1686"/>
                  </a:cubicBezTo>
                  <a:cubicBezTo>
                    <a:pt x="1" y="2749"/>
                    <a:pt x="639" y="3722"/>
                    <a:pt x="1581" y="3874"/>
                  </a:cubicBezTo>
                  <a:cubicBezTo>
                    <a:pt x="1648" y="3883"/>
                    <a:pt x="1714" y="3887"/>
                    <a:pt x="1780" y="3887"/>
                  </a:cubicBezTo>
                  <a:cubicBezTo>
                    <a:pt x="2644" y="3887"/>
                    <a:pt x="3416" y="3163"/>
                    <a:pt x="3557" y="2202"/>
                  </a:cubicBezTo>
                  <a:cubicBezTo>
                    <a:pt x="3709" y="1139"/>
                    <a:pt x="3101" y="166"/>
                    <a:pt x="2159" y="14"/>
                  </a:cubicBezTo>
                  <a:cubicBezTo>
                    <a:pt x="2090" y="5"/>
                    <a:pt x="2021" y="1"/>
                    <a:pt x="195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87"/>
            <p:cNvSpPr/>
            <p:nvPr/>
          </p:nvSpPr>
          <p:spPr>
            <a:xfrm rot="1799956">
              <a:off x="6345570" y="16487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87"/>
            <p:cNvSpPr/>
            <p:nvPr/>
          </p:nvSpPr>
          <p:spPr>
            <a:xfrm rot="1799956">
              <a:off x="6295495" y="16302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87"/>
            <p:cNvSpPr/>
            <p:nvPr/>
          </p:nvSpPr>
          <p:spPr>
            <a:xfrm rot="1799956">
              <a:off x="6698617" y="1852529"/>
              <a:ext cx="93106" cy="138726"/>
            </a:xfrm>
            <a:custGeom>
              <a:avLst/>
              <a:gdLst/>
              <a:ahLst/>
              <a:cxnLst/>
              <a:rect l="l" t="t" r="r" b="b"/>
              <a:pathLst>
                <a:path w="2645" h="3941" extrusionOk="0">
                  <a:moveTo>
                    <a:pt x="578" y="0"/>
                  </a:moveTo>
                  <a:cubicBezTo>
                    <a:pt x="1520" y="274"/>
                    <a:pt x="2128" y="1186"/>
                    <a:pt x="2006" y="2189"/>
                  </a:cubicBezTo>
                  <a:cubicBezTo>
                    <a:pt x="1854" y="3161"/>
                    <a:pt x="973" y="3861"/>
                    <a:pt x="0" y="3861"/>
                  </a:cubicBezTo>
                  <a:cubicBezTo>
                    <a:pt x="91" y="3861"/>
                    <a:pt x="152" y="3891"/>
                    <a:pt x="243"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87"/>
            <p:cNvSpPr/>
            <p:nvPr/>
          </p:nvSpPr>
          <p:spPr>
            <a:xfrm rot="1799956">
              <a:off x="6648542" y="1834071"/>
              <a:ext cx="131651" cy="136825"/>
            </a:xfrm>
            <a:custGeom>
              <a:avLst/>
              <a:gdLst/>
              <a:ahLst/>
              <a:cxnLst/>
              <a:rect l="l" t="t" r="r" b="b"/>
              <a:pathLst>
                <a:path w="3740" h="3887" extrusionOk="0">
                  <a:moveTo>
                    <a:pt x="1953" y="0"/>
                  </a:moveTo>
                  <a:cubicBezTo>
                    <a:pt x="1087" y="0"/>
                    <a:pt x="293" y="699"/>
                    <a:pt x="153" y="1685"/>
                  </a:cubicBezTo>
                  <a:cubicBezTo>
                    <a:pt x="1" y="2749"/>
                    <a:pt x="639" y="3722"/>
                    <a:pt x="1581" y="3874"/>
                  </a:cubicBezTo>
                  <a:cubicBezTo>
                    <a:pt x="1648" y="3882"/>
                    <a:pt x="1714" y="3886"/>
                    <a:pt x="1780" y="3886"/>
                  </a:cubicBezTo>
                  <a:cubicBezTo>
                    <a:pt x="2644" y="3886"/>
                    <a:pt x="3416" y="3162"/>
                    <a:pt x="3557" y="2202"/>
                  </a:cubicBezTo>
                  <a:cubicBezTo>
                    <a:pt x="3739" y="1138"/>
                    <a:pt x="3101" y="165"/>
                    <a:pt x="2159" y="13"/>
                  </a:cubicBezTo>
                  <a:cubicBezTo>
                    <a:pt x="2090" y="4"/>
                    <a:pt x="2021" y="0"/>
                    <a:pt x="195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87"/>
            <p:cNvSpPr/>
            <p:nvPr/>
          </p:nvSpPr>
          <p:spPr>
            <a:xfrm rot="1799956">
              <a:off x="6773797" y="2671255"/>
              <a:ext cx="122006" cy="135945"/>
            </a:xfrm>
            <a:custGeom>
              <a:avLst/>
              <a:gdLst/>
              <a:ahLst/>
              <a:cxnLst/>
              <a:rect l="l" t="t" r="r" b="b"/>
              <a:pathLst>
                <a:path w="3466" h="3862" extrusionOk="0">
                  <a:moveTo>
                    <a:pt x="1733" y="1"/>
                  </a:moveTo>
                  <a:cubicBezTo>
                    <a:pt x="791" y="1"/>
                    <a:pt x="1" y="852"/>
                    <a:pt x="1" y="1946"/>
                  </a:cubicBezTo>
                  <a:cubicBezTo>
                    <a:pt x="1" y="3010"/>
                    <a:pt x="791" y="3861"/>
                    <a:pt x="1733" y="3861"/>
                  </a:cubicBezTo>
                  <a:cubicBezTo>
                    <a:pt x="2675" y="3861"/>
                    <a:pt x="3466" y="3010"/>
                    <a:pt x="3466" y="1946"/>
                  </a:cubicBezTo>
                  <a:cubicBezTo>
                    <a:pt x="3466" y="852"/>
                    <a:pt x="2675"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87"/>
            <p:cNvSpPr/>
            <p:nvPr/>
          </p:nvSpPr>
          <p:spPr>
            <a:xfrm rot="1799956">
              <a:off x="6979385" y="2333920"/>
              <a:ext cx="78146" cy="138057"/>
            </a:xfrm>
            <a:custGeom>
              <a:avLst/>
              <a:gdLst/>
              <a:ahLst/>
              <a:cxnLst/>
              <a:rect l="l" t="t" r="r" b="b"/>
              <a:pathLst>
                <a:path w="2220" h="3922" extrusionOk="0">
                  <a:moveTo>
                    <a:pt x="0" y="1"/>
                  </a:moveTo>
                  <a:cubicBezTo>
                    <a:pt x="973" y="123"/>
                    <a:pt x="1733" y="943"/>
                    <a:pt x="1733" y="1946"/>
                  </a:cubicBezTo>
                  <a:cubicBezTo>
                    <a:pt x="1733" y="2949"/>
                    <a:pt x="973" y="3770"/>
                    <a:pt x="0" y="3892"/>
                  </a:cubicBezTo>
                  <a:cubicBezTo>
                    <a:pt x="92" y="3922"/>
                    <a:pt x="183" y="3922"/>
                    <a:pt x="244" y="3922"/>
                  </a:cubicBezTo>
                  <a:cubicBezTo>
                    <a:pt x="1338" y="3922"/>
                    <a:pt x="2219" y="3040"/>
                    <a:pt x="2219" y="1946"/>
                  </a:cubicBezTo>
                  <a:cubicBezTo>
                    <a:pt x="2219" y="882"/>
                    <a:pt x="133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87"/>
            <p:cNvSpPr/>
            <p:nvPr/>
          </p:nvSpPr>
          <p:spPr>
            <a:xfrm rot="1799956">
              <a:off x="6829301" y="2689664"/>
              <a:ext cx="78146" cy="139114"/>
            </a:xfrm>
            <a:custGeom>
              <a:avLst/>
              <a:gdLst/>
              <a:ahLst/>
              <a:cxnLst/>
              <a:rect l="l" t="t" r="r" b="b"/>
              <a:pathLst>
                <a:path w="2220" h="3952" extrusionOk="0">
                  <a:moveTo>
                    <a:pt x="243" y="1"/>
                  </a:moveTo>
                  <a:cubicBezTo>
                    <a:pt x="152" y="1"/>
                    <a:pt x="91" y="31"/>
                    <a:pt x="0" y="31"/>
                  </a:cubicBezTo>
                  <a:cubicBezTo>
                    <a:pt x="973" y="153"/>
                    <a:pt x="1733" y="973"/>
                    <a:pt x="1733" y="1976"/>
                  </a:cubicBezTo>
                  <a:cubicBezTo>
                    <a:pt x="1733" y="2979"/>
                    <a:pt x="973" y="3800"/>
                    <a:pt x="0" y="3922"/>
                  </a:cubicBezTo>
                  <a:cubicBezTo>
                    <a:pt x="91" y="3922"/>
                    <a:pt x="152" y="3952"/>
                    <a:pt x="243" y="3952"/>
                  </a:cubicBezTo>
                  <a:cubicBezTo>
                    <a:pt x="1338" y="3952"/>
                    <a:pt x="2219" y="3070"/>
                    <a:pt x="2219" y="1976"/>
                  </a:cubicBezTo>
                  <a:cubicBezTo>
                    <a:pt x="2219" y="882"/>
                    <a:pt x="1338" y="1"/>
                    <a:pt x="24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87"/>
            <p:cNvSpPr/>
            <p:nvPr/>
          </p:nvSpPr>
          <p:spPr>
            <a:xfrm rot="1799956">
              <a:off x="6823445" y="16434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87"/>
            <p:cNvSpPr/>
            <p:nvPr/>
          </p:nvSpPr>
          <p:spPr>
            <a:xfrm rot="1799956">
              <a:off x="6773370" y="16249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11" name="Google Shape;2011;p87"/>
          <p:cNvSpPr txBox="1"/>
          <p:nvPr/>
        </p:nvSpPr>
        <p:spPr>
          <a:xfrm>
            <a:off x="241628" y="709621"/>
            <a:ext cx="943200" cy="38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FFFFFF"/>
                </a:solidFill>
                <a:latin typeface="Lilita One"/>
                <a:ea typeface="Lilita One"/>
                <a:cs typeface="Lilita One"/>
                <a:sym typeface="Lilita One"/>
              </a:rPr>
              <a:t>Roll the Dice</a:t>
            </a:r>
            <a:endParaRPr sz="1000">
              <a:solidFill>
                <a:srgbClr val="FFFFFF"/>
              </a:solidFill>
              <a:latin typeface="Lilita One"/>
              <a:ea typeface="Lilita One"/>
              <a:cs typeface="Lilita One"/>
              <a:sym typeface="Lilita One"/>
            </a:endParaRPr>
          </a:p>
        </p:txBody>
      </p:sp>
      <p:sp>
        <p:nvSpPr>
          <p:cNvPr id="2012" name="Google Shape;2012;p87">
            <a:hlinkClick r:id="rId3" action="ppaction://hlinksldjump"/>
          </p:cNvPr>
          <p:cNvSpPr/>
          <p:nvPr/>
        </p:nvSpPr>
        <p:spPr>
          <a:xfrm>
            <a:off x="312438" y="237000"/>
            <a:ext cx="801600" cy="8016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16"/>
        <p:cNvGrpSpPr/>
        <p:nvPr/>
      </p:nvGrpSpPr>
      <p:grpSpPr>
        <a:xfrm>
          <a:off x="0" y="0"/>
          <a:ext cx="0" cy="0"/>
          <a:chOff x="0" y="0"/>
          <a:chExt cx="0" cy="0"/>
        </a:xfrm>
      </p:grpSpPr>
      <p:sp>
        <p:nvSpPr>
          <p:cNvPr id="2017" name="Google Shape;2017;p88"/>
          <p:cNvSpPr txBox="1">
            <a:spLocks noGrp="1"/>
          </p:cNvSpPr>
          <p:nvPr>
            <p:ph type="title"/>
          </p:nvPr>
        </p:nvSpPr>
        <p:spPr>
          <a:xfrm>
            <a:off x="3043230" y="1914463"/>
            <a:ext cx="2385600" cy="54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a-IR" dirty="0">
                <a:cs typeface="A Naskh Tahrir" panose="00000700000000000000" pitchFamily="2" charset="-78"/>
              </a:rPr>
              <a:t>پیشینه تحقیق</a:t>
            </a:r>
            <a:endParaRPr dirty="0">
              <a:cs typeface="A Naskh Tahrir" panose="00000700000000000000" pitchFamily="2" charset="-78"/>
            </a:endParaRPr>
          </a:p>
        </p:txBody>
      </p:sp>
      <p:sp>
        <p:nvSpPr>
          <p:cNvPr id="2018" name="Google Shape;2018;p88"/>
          <p:cNvSpPr txBox="1">
            <a:spLocks noGrp="1"/>
          </p:cNvSpPr>
          <p:nvPr>
            <p:ph type="title" idx="2"/>
          </p:nvPr>
        </p:nvSpPr>
        <p:spPr>
          <a:xfrm>
            <a:off x="726100" y="1878300"/>
            <a:ext cx="2024700" cy="1386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019" name="Google Shape;2019;p88"/>
          <p:cNvSpPr txBox="1">
            <a:spLocks noGrp="1"/>
          </p:cNvSpPr>
          <p:nvPr>
            <p:ph type="subTitle" idx="1"/>
          </p:nvPr>
        </p:nvSpPr>
        <p:spPr>
          <a:xfrm>
            <a:off x="3037150" y="2526438"/>
            <a:ext cx="2391300" cy="702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0" name="Google Shape;2020;p88"/>
          <p:cNvSpPr/>
          <p:nvPr/>
        </p:nvSpPr>
        <p:spPr>
          <a:xfrm rot="899958">
            <a:off x="5809272" y="1290088"/>
            <a:ext cx="2805175" cy="2805175"/>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a-IR" sz="3500" dirty="0">
                <a:solidFill>
                  <a:srgbClr val="FFC8D0"/>
                </a:solidFill>
                <a:latin typeface="Lilita One"/>
                <a:ea typeface="Lilita One"/>
                <a:cs typeface="Aban" pitchFamily="2" charset="-78"/>
                <a:sym typeface="Lilita One"/>
              </a:rPr>
              <a:t>نجات فرد مهم‌تر است یا کبد ؟</a:t>
            </a:r>
            <a:endParaRPr sz="3500" dirty="0">
              <a:solidFill>
                <a:srgbClr val="FFC8D0"/>
              </a:solidFill>
              <a:latin typeface="Lilita One"/>
              <a:ea typeface="Lilita One"/>
              <a:cs typeface="Aban" pitchFamily="2" charset="-78"/>
              <a:sym typeface="Lilita One"/>
            </a:endParaRPr>
          </a:p>
        </p:txBody>
      </p:sp>
      <p:grpSp>
        <p:nvGrpSpPr>
          <p:cNvPr id="2021" name="Google Shape;2021;p88"/>
          <p:cNvGrpSpPr/>
          <p:nvPr/>
        </p:nvGrpSpPr>
        <p:grpSpPr>
          <a:xfrm>
            <a:off x="417435" y="237007"/>
            <a:ext cx="591604" cy="615737"/>
            <a:chOff x="5593285" y="1262634"/>
            <a:chExt cx="1852814" cy="1928398"/>
          </a:xfrm>
        </p:grpSpPr>
        <p:sp>
          <p:nvSpPr>
            <p:cNvPr id="2022" name="Google Shape;2022;p88"/>
            <p:cNvSpPr/>
            <p:nvPr/>
          </p:nvSpPr>
          <p:spPr>
            <a:xfrm rot="1799956">
              <a:off x="6377770" y="2014775"/>
              <a:ext cx="639880" cy="1089253"/>
            </a:xfrm>
            <a:custGeom>
              <a:avLst/>
              <a:gdLst/>
              <a:ahLst/>
              <a:cxnLst/>
              <a:rect l="l" t="t" r="r" b="b"/>
              <a:pathLst>
                <a:path w="18178" h="30944" extrusionOk="0">
                  <a:moveTo>
                    <a:pt x="18177" y="0"/>
                  </a:moveTo>
                  <a:lnTo>
                    <a:pt x="1" y="9818"/>
                  </a:lnTo>
                  <a:lnTo>
                    <a:pt x="1" y="30943"/>
                  </a:lnTo>
                  <a:lnTo>
                    <a:pt x="18177" y="20153"/>
                  </a:lnTo>
                  <a:lnTo>
                    <a:pt x="181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88"/>
            <p:cNvSpPr/>
            <p:nvPr/>
          </p:nvSpPr>
          <p:spPr>
            <a:xfrm rot="1799956">
              <a:off x="6065202" y="1533009"/>
              <a:ext cx="1280781" cy="743652"/>
            </a:xfrm>
            <a:custGeom>
              <a:avLst/>
              <a:gdLst/>
              <a:ahLst/>
              <a:cxnLst/>
              <a:rect l="l" t="t" r="r" b="b"/>
              <a:pathLst>
                <a:path w="36385" h="21126" extrusionOk="0">
                  <a:moveTo>
                    <a:pt x="18694" y="0"/>
                  </a:moveTo>
                  <a:lnTo>
                    <a:pt x="1" y="10821"/>
                  </a:lnTo>
                  <a:lnTo>
                    <a:pt x="18208" y="21125"/>
                  </a:lnTo>
                  <a:lnTo>
                    <a:pt x="36384" y="11307"/>
                  </a:lnTo>
                  <a:lnTo>
                    <a:pt x="18694" y="0"/>
                  </a:lnTo>
                  <a:close/>
                </a:path>
              </a:pathLst>
            </a:custGeom>
            <a:solidFill>
              <a:srgbClr val="84AF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88"/>
            <p:cNvSpPr/>
            <p:nvPr/>
          </p:nvSpPr>
          <p:spPr>
            <a:xfrm rot="1799956">
              <a:off x="5826936" y="1678634"/>
              <a:ext cx="640936" cy="1106361"/>
            </a:xfrm>
            <a:custGeom>
              <a:avLst/>
              <a:gdLst/>
              <a:ahLst/>
              <a:cxnLst/>
              <a:rect l="l" t="t" r="r" b="b"/>
              <a:pathLst>
                <a:path w="18208" h="31430" extrusionOk="0">
                  <a:moveTo>
                    <a:pt x="1" y="0"/>
                  </a:moveTo>
                  <a:lnTo>
                    <a:pt x="1" y="20639"/>
                  </a:lnTo>
                  <a:lnTo>
                    <a:pt x="18208" y="31429"/>
                  </a:lnTo>
                  <a:lnTo>
                    <a:pt x="18208" y="10304"/>
                  </a:lnTo>
                  <a:lnTo>
                    <a:pt x="1" y="0"/>
                  </a:lnTo>
                  <a:close/>
                </a:path>
              </a:pathLst>
            </a:custGeom>
            <a:solidFill>
              <a:srgbClr val="618C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88"/>
            <p:cNvSpPr/>
            <p:nvPr/>
          </p:nvSpPr>
          <p:spPr>
            <a:xfrm rot="1799956">
              <a:off x="6605689" y="2310697"/>
              <a:ext cx="77090" cy="139149"/>
            </a:xfrm>
            <a:custGeom>
              <a:avLst/>
              <a:gdLst/>
              <a:ahLst/>
              <a:cxnLst/>
              <a:rect l="l" t="t" r="r" b="b"/>
              <a:pathLst>
                <a:path w="2190" h="3953" extrusionOk="0">
                  <a:moveTo>
                    <a:pt x="244" y="1"/>
                  </a:moveTo>
                  <a:cubicBezTo>
                    <a:pt x="153" y="1"/>
                    <a:pt x="61" y="31"/>
                    <a:pt x="1" y="31"/>
                  </a:cubicBezTo>
                  <a:cubicBezTo>
                    <a:pt x="943" y="153"/>
                    <a:pt x="1703" y="973"/>
                    <a:pt x="1703" y="1976"/>
                  </a:cubicBezTo>
                  <a:cubicBezTo>
                    <a:pt x="1703" y="2979"/>
                    <a:pt x="943" y="3800"/>
                    <a:pt x="1" y="3922"/>
                  </a:cubicBezTo>
                  <a:cubicBezTo>
                    <a:pt x="61" y="3922"/>
                    <a:pt x="153" y="3952"/>
                    <a:pt x="244" y="3952"/>
                  </a:cubicBezTo>
                  <a:cubicBezTo>
                    <a:pt x="1308" y="3952"/>
                    <a:pt x="2189" y="3071"/>
                    <a:pt x="2189" y="1976"/>
                  </a:cubicBezTo>
                  <a:cubicBezTo>
                    <a:pt x="2189" y="882"/>
                    <a:pt x="130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88"/>
            <p:cNvSpPr/>
            <p:nvPr/>
          </p:nvSpPr>
          <p:spPr>
            <a:xfrm rot="1799956">
              <a:off x="6549921" y="2292252"/>
              <a:ext cx="120950" cy="136966"/>
            </a:xfrm>
            <a:custGeom>
              <a:avLst/>
              <a:gdLst/>
              <a:ahLst/>
              <a:cxnLst/>
              <a:rect l="l" t="t" r="r" b="b"/>
              <a:pathLst>
                <a:path w="3436" h="3891" extrusionOk="0">
                  <a:moveTo>
                    <a:pt x="1703" y="0"/>
                  </a:moveTo>
                  <a:cubicBezTo>
                    <a:pt x="761" y="0"/>
                    <a:pt x="1" y="882"/>
                    <a:pt x="1" y="1945"/>
                  </a:cubicBezTo>
                  <a:cubicBezTo>
                    <a:pt x="1" y="3009"/>
                    <a:pt x="761" y="3891"/>
                    <a:pt x="1703" y="3891"/>
                  </a:cubicBezTo>
                  <a:cubicBezTo>
                    <a:pt x="2676" y="3891"/>
                    <a:pt x="3436" y="3009"/>
                    <a:pt x="3436" y="1945"/>
                  </a:cubicBezTo>
                  <a:cubicBezTo>
                    <a:pt x="3436" y="882"/>
                    <a:pt x="2676" y="0"/>
                    <a:pt x="170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88"/>
            <p:cNvSpPr/>
            <p:nvPr/>
          </p:nvSpPr>
          <p:spPr>
            <a:xfrm rot="1799956">
              <a:off x="6442560" y="2687541"/>
              <a:ext cx="78146" cy="139114"/>
            </a:xfrm>
            <a:custGeom>
              <a:avLst/>
              <a:gdLst/>
              <a:ahLst/>
              <a:cxnLst/>
              <a:rect l="l" t="t" r="r" b="b"/>
              <a:pathLst>
                <a:path w="2220" h="3952" extrusionOk="0">
                  <a:moveTo>
                    <a:pt x="244" y="0"/>
                  </a:moveTo>
                  <a:cubicBezTo>
                    <a:pt x="183" y="0"/>
                    <a:pt x="92" y="31"/>
                    <a:pt x="1" y="31"/>
                  </a:cubicBezTo>
                  <a:cubicBezTo>
                    <a:pt x="974" y="152"/>
                    <a:pt x="1734" y="973"/>
                    <a:pt x="1734" y="1976"/>
                  </a:cubicBezTo>
                  <a:cubicBezTo>
                    <a:pt x="1734" y="2979"/>
                    <a:pt x="974" y="3800"/>
                    <a:pt x="1" y="3921"/>
                  </a:cubicBezTo>
                  <a:cubicBezTo>
                    <a:pt x="92" y="3921"/>
                    <a:pt x="183" y="3952"/>
                    <a:pt x="244" y="3952"/>
                  </a:cubicBezTo>
                  <a:cubicBezTo>
                    <a:pt x="1338" y="3952"/>
                    <a:pt x="2220" y="3070"/>
                    <a:pt x="2220" y="1976"/>
                  </a:cubicBezTo>
                  <a:cubicBezTo>
                    <a:pt x="2220" y="882"/>
                    <a:pt x="1338" y="0"/>
                    <a:pt x="24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88"/>
            <p:cNvSpPr/>
            <p:nvPr/>
          </p:nvSpPr>
          <p:spPr>
            <a:xfrm rot="1799956">
              <a:off x="6387808" y="2669343"/>
              <a:ext cx="120950" cy="137001"/>
            </a:xfrm>
            <a:custGeom>
              <a:avLst/>
              <a:gdLst/>
              <a:ahLst/>
              <a:cxnLst/>
              <a:rect l="l" t="t" r="r" b="b"/>
              <a:pathLst>
                <a:path w="3436" h="3892" extrusionOk="0">
                  <a:moveTo>
                    <a:pt x="1703" y="1"/>
                  </a:moveTo>
                  <a:cubicBezTo>
                    <a:pt x="761" y="1"/>
                    <a:pt x="1" y="882"/>
                    <a:pt x="1" y="1946"/>
                  </a:cubicBezTo>
                  <a:cubicBezTo>
                    <a:pt x="1" y="3010"/>
                    <a:pt x="761" y="3891"/>
                    <a:pt x="1703" y="3891"/>
                  </a:cubicBezTo>
                  <a:cubicBezTo>
                    <a:pt x="2676" y="3891"/>
                    <a:pt x="3436" y="3010"/>
                    <a:pt x="3436" y="1946"/>
                  </a:cubicBezTo>
                  <a:cubicBezTo>
                    <a:pt x="3436" y="882"/>
                    <a:pt x="2676" y="1"/>
                    <a:pt x="170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88"/>
            <p:cNvSpPr/>
            <p:nvPr/>
          </p:nvSpPr>
          <p:spPr>
            <a:xfrm rot="1799956">
              <a:off x="6923881" y="2314455"/>
              <a:ext cx="122006" cy="137001"/>
            </a:xfrm>
            <a:custGeom>
              <a:avLst/>
              <a:gdLst/>
              <a:ahLst/>
              <a:cxnLst/>
              <a:rect l="l" t="t" r="r" b="b"/>
              <a:pathLst>
                <a:path w="3466" h="3892" extrusionOk="0">
                  <a:moveTo>
                    <a:pt x="1733" y="1"/>
                  </a:moveTo>
                  <a:cubicBezTo>
                    <a:pt x="791" y="1"/>
                    <a:pt x="1" y="882"/>
                    <a:pt x="1" y="1946"/>
                  </a:cubicBezTo>
                  <a:cubicBezTo>
                    <a:pt x="1" y="3040"/>
                    <a:pt x="791" y="3892"/>
                    <a:pt x="1733" y="3892"/>
                  </a:cubicBezTo>
                  <a:cubicBezTo>
                    <a:pt x="2676" y="3892"/>
                    <a:pt x="3466" y="3040"/>
                    <a:pt x="3466" y="1946"/>
                  </a:cubicBezTo>
                  <a:cubicBezTo>
                    <a:pt x="3466" y="882"/>
                    <a:pt x="2676"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88"/>
            <p:cNvSpPr/>
            <p:nvPr/>
          </p:nvSpPr>
          <p:spPr>
            <a:xfrm rot="1799956">
              <a:off x="5913516" y="2179727"/>
              <a:ext cx="83496" cy="138550"/>
            </a:xfrm>
            <a:custGeom>
              <a:avLst/>
              <a:gdLst/>
              <a:ahLst/>
              <a:cxnLst/>
              <a:rect l="l" t="t" r="r" b="b"/>
              <a:pathLst>
                <a:path w="2372" h="3936" extrusionOk="0">
                  <a:moveTo>
                    <a:pt x="301" y="0"/>
                  </a:moveTo>
                  <a:cubicBezTo>
                    <a:pt x="282" y="0"/>
                    <a:pt x="263" y="1"/>
                    <a:pt x="244" y="1"/>
                  </a:cubicBezTo>
                  <a:cubicBezTo>
                    <a:pt x="152" y="31"/>
                    <a:pt x="61" y="31"/>
                    <a:pt x="0" y="62"/>
                  </a:cubicBezTo>
                  <a:cubicBezTo>
                    <a:pt x="973" y="123"/>
                    <a:pt x="1763" y="883"/>
                    <a:pt x="1824" y="1886"/>
                  </a:cubicBezTo>
                  <a:cubicBezTo>
                    <a:pt x="1855" y="2889"/>
                    <a:pt x="1155" y="3740"/>
                    <a:pt x="213" y="3922"/>
                  </a:cubicBezTo>
                  <a:cubicBezTo>
                    <a:pt x="254" y="3922"/>
                    <a:pt x="308" y="3936"/>
                    <a:pt x="366" y="3936"/>
                  </a:cubicBezTo>
                  <a:cubicBezTo>
                    <a:pt x="396" y="3936"/>
                    <a:pt x="426" y="3932"/>
                    <a:pt x="456" y="3922"/>
                  </a:cubicBezTo>
                  <a:cubicBezTo>
                    <a:pt x="1520" y="3892"/>
                    <a:pt x="2371" y="2949"/>
                    <a:pt x="2310" y="1855"/>
                  </a:cubicBezTo>
                  <a:cubicBezTo>
                    <a:pt x="2251" y="810"/>
                    <a:pt x="1341"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88"/>
            <p:cNvSpPr/>
            <p:nvPr/>
          </p:nvSpPr>
          <p:spPr>
            <a:xfrm rot="1799956">
              <a:off x="5858415" y="2162128"/>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7" y="3867"/>
                  </a:cubicBezTo>
                  <a:cubicBezTo>
                    <a:pt x="1819" y="3867"/>
                    <a:pt x="1852" y="3866"/>
                    <a:pt x="1885" y="3864"/>
                  </a:cubicBezTo>
                  <a:cubicBezTo>
                    <a:pt x="2827" y="3834"/>
                    <a:pt x="3557"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88"/>
            <p:cNvSpPr/>
            <p:nvPr/>
          </p:nvSpPr>
          <p:spPr>
            <a:xfrm rot="1799956">
              <a:off x="6026175" y="2006187"/>
              <a:ext cx="83496" cy="138163"/>
            </a:xfrm>
            <a:custGeom>
              <a:avLst/>
              <a:gdLst/>
              <a:ahLst/>
              <a:cxnLst/>
              <a:rect l="l" t="t" r="r" b="b"/>
              <a:pathLst>
                <a:path w="2372" h="3925" extrusionOk="0">
                  <a:moveTo>
                    <a:pt x="357" y="1"/>
                  </a:moveTo>
                  <a:cubicBezTo>
                    <a:pt x="320" y="1"/>
                    <a:pt x="282" y="2"/>
                    <a:pt x="244" y="4"/>
                  </a:cubicBezTo>
                  <a:cubicBezTo>
                    <a:pt x="152" y="4"/>
                    <a:pt x="92" y="34"/>
                    <a:pt x="0" y="34"/>
                  </a:cubicBezTo>
                  <a:cubicBezTo>
                    <a:pt x="973" y="95"/>
                    <a:pt x="1763" y="885"/>
                    <a:pt x="1824" y="1888"/>
                  </a:cubicBezTo>
                  <a:cubicBezTo>
                    <a:pt x="1885" y="2861"/>
                    <a:pt x="1186" y="3742"/>
                    <a:pt x="213" y="3894"/>
                  </a:cubicBezTo>
                  <a:cubicBezTo>
                    <a:pt x="304" y="3925"/>
                    <a:pt x="365" y="3925"/>
                    <a:pt x="456" y="3925"/>
                  </a:cubicBezTo>
                  <a:cubicBezTo>
                    <a:pt x="1551" y="3864"/>
                    <a:pt x="2371" y="2922"/>
                    <a:pt x="2310" y="1858"/>
                  </a:cubicBezTo>
                  <a:cubicBezTo>
                    <a:pt x="2252" y="802"/>
                    <a:pt x="1400" y="1"/>
                    <a:pt x="357"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88"/>
            <p:cNvSpPr/>
            <p:nvPr/>
          </p:nvSpPr>
          <p:spPr>
            <a:xfrm rot="1799956">
              <a:off x="5972129" y="1988203"/>
              <a:ext cx="125209" cy="137107"/>
            </a:xfrm>
            <a:custGeom>
              <a:avLst/>
              <a:gdLst/>
              <a:ahLst/>
              <a:cxnLst/>
              <a:rect l="l" t="t" r="r" b="b"/>
              <a:pathLst>
                <a:path w="3557" h="3895" extrusionOk="0">
                  <a:moveTo>
                    <a:pt x="1767" y="0"/>
                  </a:moveTo>
                  <a:cubicBezTo>
                    <a:pt x="1736" y="0"/>
                    <a:pt x="1704" y="1"/>
                    <a:pt x="1672" y="3"/>
                  </a:cubicBezTo>
                  <a:cubicBezTo>
                    <a:pt x="700" y="64"/>
                    <a:pt x="1" y="976"/>
                    <a:pt x="61" y="2040"/>
                  </a:cubicBezTo>
                  <a:cubicBezTo>
                    <a:pt x="121" y="3084"/>
                    <a:pt x="884" y="3895"/>
                    <a:pt x="1833" y="3895"/>
                  </a:cubicBezTo>
                  <a:cubicBezTo>
                    <a:pt x="1850" y="3895"/>
                    <a:pt x="1868" y="3894"/>
                    <a:pt x="1885" y="3894"/>
                  </a:cubicBezTo>
                  <a:cubicBezTo>
                    <a:pt x="2827" y="3833"/>
                    <a:pt x="3557" y="2921"/>
                    <a:pt x="3496" y="1857"/>
                  </a:cubicBezTo>
                  <a:cubicBezTo>
                    <a:pt x="3437" y="829"/>
                    <a:pt x="2669" y="0"/>
                    <a:pt x="1767"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88"/>
            <p:cNvSpPr/>
            <p:nvPr/>
          </p:nvSpPr>
          <p:spPr>
            <a:xfrm rot="1799956">
              <a:off x="6133528" y="1828513"/>
              <a:ext cx="83496" cy="138656"/>
            </a:xfrm>
            <a:custGeom>
              <a:avLst/>
              <a:gdLst/>
              <a:ahLst/>
              <a:cxnLst/>
              <a:rect l="l" t="t" r="r" b="b"/>
              <a:pathLst>
                <a:path w="2372" h="3939" extrusionOk="0">
                  <a:moveTo>
                    <a:pt x="354" y="1"/>
                  </a:moveTo>
                  <a:cubicBezTo>
                    <a:pt x="318" y="1"/>
                    <a:pt x="281" y="2"/>
                    <a:pt x="244" y="4"/>
                  </a:cubicBezTo>
                  <a:cubicBezTo>
                    <a:pt x="153" y="4"/>
                    <a:pt x="92" y="34"/>
                    <a:pt x="1" y="65"/>
                  </a:cubicBezTo>
                  <a:cubicBezTo>
                    <a:pt x="974" y="126"/>
                    <a:pt x="1764" y="885"/>
                    <a:pt x="1825" y="1889"/>
                  </a:cubicBezTo>
                  <a:cubicBezTo>
                    <a:pt x="1885" y="2892"/>
                    <a:pt x="1186" y="3743"/>
                    <a:pt x="214" y="3925"/>
                  </a:cubicBezTo>
                  <a:cubicBezTo>
                    <a:pt x="275" y="3925"/>
                    <a:pt x="335" y="3939"/>
                    <a:pt x="387" y="3939"/>
                  </a:cubicBezTo>
                  <a:cubicBezTo>
                    <a:pt x="413" y="3939"/>
                    <a:pt x="437" y="3935"/>
                    <a:pt x="457" y="3925"/>
                  </a:cubicBezTo>
                  <a:cubicBezTo>
                    <a:pt x="1551" y="3864"/>
                    <a:pt x="2372" y="2952"/>
                    <a:pt x="2311" y="1858"/>
                  </a:cubicBezTo>
                  <a:cubicBezTo>
                    <a:pt x="2252" y="830"/>
                    <a:pt x="1399" y="1"/>
                    <a:pt x="3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88"/>
            <p:cNvSpPr/>
            <p:nvPr/>
          </p:nvSpPr>
          <p:spPr>
            <a:xfrm rot="1799956">
              <a:off x="6079344" y="1811559"/>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6" y="3867"/>
                  </a:cubicBezTo>
                  <a:cubicBezTo>
                    <a:pt x="1819" y="3867"/>
                    <a:pt x="1852" y="3866"/>
                    <a:pt x="1885" y="3864"/>
                  </a:cubicBezTo>
                  <a:cubicBezTo>
                    <a:pt x="2827" y="3834"/>
                    <a:pt x="3556"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88"/>
            <p:cNvSpPr/>
            <p:nvPr/>
          </p:nvSpPr>
          <p:spPr>
            <a:xfrm rot="1799956">
              <a:off x="6105082" y="2510591"/>
              <a:ext cx="80258" cy="139149"/>
            </a:xfrm>
            <a:custGeom>
              <a:avLst/>
              <a:gdLst/>
              <a:ahLst/>
              <a:cxnLst/>
              <a:rect l="l" t="t" r="r" b="b"/>
              <a:pathLst>
                <a:path w="2280" h="3953" extrusionOk="0">
                  <a:moveTo>
                    <a:pt x="300" y="0"/>
                  </a:moveTo>
                  <a:cubicBezTo>
                    <a:pt x="281" y="0"/>
                    <a:pt x="262" y="0"/>
                    <a:pt x="243" y="1"/>
                  </a:cubicBezTo>
                  <a:cubicBezTo>
                    <a:pt x="152" y="1"/>
                    <a:pt x="91" y="31"/>
                    <a:pt x="0" y="31"/>
                  </a:cubicBezTo>
                  <a:cubicBezTo>
                    <a:pt x="973" y="122"/>
                    <a:pt x="1733" y="943"/>
                    <a:pt x="1763" y="1916"/>
                  </a:cubicBezTo>
                  <a:cubicBezTo>
                    <a:pt x="1793" y="2919"/>
                    <a:pt x="1064" y="3770"/>
                    <a:pt x="91" y="3922"/>
                  </a:cubicBezTo>
                  <a:cubicBezTo>
                    <a:pt x="182" y="3922"/>
                    <a:pt x="274" y="3952"/>
                    <a:pt x="365" y="3952"/>
                  </a:cubicBezTo>
                  <a:cubicBezTo>
                    <a:pt x="1429" y="3922"/>
                    <a:pt x="2280" y="3010"/>
                    <a:pt x="2249" y="1916"/>
                  </a:cubicBezTo>
                  <a:cubicBezTo>
                    <a:pt x="2220" y="841"/>
                    <a:pt x="1368" y="0"/>
                    <a:pt x="300"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88"/>
            <p:cNvSpPr/>
            <p:nvPr/>
          </p:nvSpPr>
          <p:spPr>
            <a:xfrm rot="1799956">
              <a:off x="6050226" y="2492648"/>
              <a:ext cx="124153" cy="137037"/>
            </a:xfrm>
            <a:custGeom>
              <a:avLst/>
              <a:gdLst/>
              <a:ahLst/>
              <a:cxnLst/>
              <a:rect l="l" t="t" r="r" b="b"/>
              <a:pathLst>
                <a:path w="3527" h="3893" extrusionOk="0">
                  <a:moveTo>
                    <a:pt x="1752" y="0"/>
                  </a:moveTo>
                  <a:cubicBezTo>
                    <a:pt x="1736" y="0"/>
                    <a:pt x="1719" y="1"/>
                    <a:pt x="1703" y="1"/>
                  </a:cubicBezTo>
                  <a:cubicBezTo>
                    <a:pt x="761" y="32"/>
                    <a:pt x="1" y="913"/>
                    <a:pt x="31" y="2007"/>
                  </a:cubicBezTo>
                  <a:cubicBezTo>
                    <a:pt x="61" y="3053"/>
                    <a:pt x="854" y="3893"/>
                    <a:pt x="1776" y="3893"/>
                  </a:cubicBezTo>
                  <a:cubicBezTo>
                    <a:pt x="1792" y="3893"/>
                    <a:pt x="1808" y="3892"/>
                    <a:pt x="1825" y="3892"/>
                  </a:cubicBezTo>
                  <a:cubicBezTo>
                    <a:pt x="2767" y="3862"/>
                    <a:pt x="3527" y="2980"/>
                    <a:pt x="3496" y="1886"/>
                  </a:cubicBezTo>
                  <a:cubicBezTo>
                    <a:pt x="3467" y="840"/>
                    <a:pt x="2674" y="0"/>
                    <a:pt x="1752"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88"/>
            <p:cNvSpPr/>
            <p:nvPr/>
          </p:nvSpPr>
          <p:spPr>
            <a:xfrm rot="1799956">
              <a:off x="6222434" y="2340105"/>
              <a:ext cx="81349" cy="138093"/>
            </a:xfrm>
            <a:custGeom>
              <a:avLst/>
              <a:gdLst/>
              <a:ahLst/>
              <a:cxnLst/>
              <a:rect l="l" t="t" r="r" b="b"/>
              <a:pathLst>
                <a:path w="2311" h="3923" extrusionOk="0">
                  <a:moveTo>
                    <a:pt x="300" y="1"/>
                  </a:moveTo>
                  <a:cubicBezTo>
                    <a:pt x="281" y="1"/>
                    <a:pt x="262" y="1"/>
                    <a:pt x="243" y="2"/>
                  </a:cubicBezTo>
                  <a:cubicBezTo>
                    <a:pt x="152" y="2"/>
                    <a:pt x="91" y="32"/>
                    <a:pt x="0" y="32"/>
                  </a:cubicBezTo>
                  <a:cubicBezTo>
                    <a:pt x="973" y="123"/>
                    <a:pt x="1763" y="913"/>
                    <a:pt x="1793" y="1916"/>
                  </a:cubicBezTo>
                  <a:cubicBezTo>
                    <a:pt x="1824" y="2920"/>
                    <a:pt x="1094" y="3771"/>
                    <a:pt x="122" y="3923"/>
                  </a:cubicBezTo>
                  <a:lnTo>
                    <a:pt x="365" y="3923"/>
                  </a:lnTo>
                  <a:cubicBezTo>
                    <a:pt x="1459" y="3892"/>
                    <a:pt x="2310" y="2980"/>
                    <a:pt x="2280" y="1916"/>
                  </a:cubicBezTo>
                  <a:cubicBezTo>
                    <a:pt x="2250" y="841"/>
                    <a:pt x="1369" y="1"/>
                    <a:pt x="30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88"/>
            <p:cNvSpPr/>
            <p:nvPr/>
          </p:nvSpPr>
          <p:spPr>
            <a:xfrm rot="1799956">
              <a:off x="6168660" y="2322194"/>
              <a:ext cx="123062" cy="135945"/>
            </a:xfrm>
            <a:custGeom>
              <a:avLst/>
              <a:gdLst/>
              <a:ahLst/>
              <a:cxnLst/>
              <a:rect l="l" t="t" r="r" b="b"/>
              <a:pathLst>
                <a:path w="3496" h="3862" extrusionOk="0">
                  <a:moveTo>
                    <a:pt x="1723" y="0"/>
                  </a:moveTo>
                  <a:cubicBezTo>
                    <a:pt x="1706" y="0"/>
                    <a:pt x="1689" y="0"/>
                    <a:pt x="1672" y="1"/>
                  </a:cubicBezTo>
                  <a:cubicBezTo>
                    <a:pt x="730" y="31"/>
                    <a:pt x="0" y="913"/>
                    <a:pt x="31" y="1977"/>
                  </a:cubicBezTo>
                  <a:cubicBezTo>
                    <a:pt x="61" y="3022"/>
                    <a:pt x="824" y="3862"/>
                    <a:pt x="1745" y="3862"/>
                  </a:cubicBezTo>
                  <a:cubicBezTo>
                    <a:pt x="1761" y="3862"/>
                    <a:pt x="1777" y="3862"/>
                    <a:pt x="1794" y="3861"/>
                  </a:cubicBezTo>
                  <a:cubicBezTo>
                    <a:pt x="2736" y="3831"/>
                    <a:pt x="3496" y="2949"/>
                    <a:pt x="3465" y="1885"/>
                  </a:cubicBezTo>
                  <a:cubicBezTo>
                    <a:pt x="3436" y="840"/>
                    <a:pt x="2672" y="0"/>
                    <a:pt x="172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88"/>
            <p:cNvSpPr/>
            <p:nvPr/>
          </p:nvSpPr>
          <p:spPr>
            <a:xfrm rot="1799956">
              <a:off x="6333998" y="2166084"/>
              <a:ext cx="81349" cy="138093"/>
            </a:xfrm>
            <a:custGeom>
              <a:avLst/>
              <a:gdLst/>
              <a:ahLst/>
              <a:cxnLst/>
              <a:rect l="l" t="t" r="r" b="b"/>
              <a:pathLst>
                <a:path w="2311" h="3923" extrusionOk="0">
                  <a:moveTo>
                    <a:pt x="301" y="0"/>
                  </a:moveTo>
                  <a:cubicBezTo>
                    <a:pt x="282" y="0"/>
                    <a:pt x="263" y="1"/>
                    <a:pt x="244" y="1"/>
                  </a:cubicBezTo>
                  <a:cubicBezTo>
                    <a:pt x="183" y="1"/>
                    <a:pt x="92" y="1"/>
                    <a:pt x="1" y="32"/>
                  </a:cubicBezTo>
                  <a:cubicBezTo>
                    <a:pt x="973" y="123"/>
                    <a:pt x="1764" y="913"/>
                    <a:pt x="1794" y="1916"/>
                  </a:cubicBezTo>
                  <a:cubicBezTo>
                    <a:pt x="1824" y="2919"/>
                    <a:pt x="1095" y="3740"/>
                    <a:pt x="122" y="3892"/>
                  </a:cubicBezTo>
                  <a:cubicBezTo>
                    <a:pt x="213" y="3922"/>
                    <a:pt x="274" y="3922"/>
                    <a:pt x="365" y="3922"/>
                  </a:cubicBezTo>
                  <a:cubicBezTo>
                    <a:pt x="1460" y="3892"/>
                    <a:pt x="2311" y="2980"/>
                    <a:pt x="2280" y="1916"/>
                  </a:cubicBezTo>
                  <a:cubicBezTo>
                    <a:pt x="2250" y="841"/>
                    <a:pt x="1369"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88"/>
            <p:cNvSpPr/>
            <p:nvPr/>
          </p:nvSpPr>
          <p:spPr>
            <a:xfrm rot="1799956">
              <a:off x="6280230" y="2148150"/>
              <a:ext cx="123097" cy="135981"/>
            </a:xfrm>
            <a:custGeom>
              <a:avLst/>
              <a:gdLst/>
              <a:ahLst/>
              <a:cxnLst/>
              <a:rect l="l" t="t" r="r" b="b"/>
              <a:pathLst>
                <a:path w="3497" h="3863" extrusionOk="0">
                  <a:moveTo>
                    <a:pt x="1754" y="1"/>
                  </a:moveTo>
                  <a:cubicBezTo>
                    <a:pt x="1737" y="1"/>
                    <a:pt x="1720" y="1"/>
                    <a:pt x="1703" y="2"/>
                  </a:cubicBezTo>
                  <a:cubicBezTo>
                    <a:pt x="730" y="2"/>
                    <a:pt x="1" y="913"/>
                    <a:pt x="31" y="1977"/>
                  </a:cubicBezTo>
                  <a:cubicBezTo>
                    <a:pt x="61" y="3023"/>
                    <a:pt x="825" y="3863"/>
                    <a:pt x="1745" y="3863"/>
                  </a:cubicBezTo>
                  <a:cubicBezTo>
                    <a:pt x="1762" y="3863"/>
                    <a:pt x="1778" y="3862"/>
                    <a:pt x="1794" y="3862"/>
                  </a:cubicBezTo>
                  <a:cubicBezTo>
                    <a:pt x="2767" y="3831"/>
                    <a:pt x="3496" y="2950"/>
                    <a:pt x="3466" y="1886"/>
                  </a:cubicBezTo>
                  <a:cubicBezTo>
                    <a:pt x="3436" y="812"/>
                    <a:pt x="2673" y="1"/>
                    <a:pt x="17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88"/>
            <p:cNvSpPr/>
            <p:nvPr/>
          </p:nvSpPr>
          <p:spPr>
            <a:xfrm rot="1799956">
              <a:off x="7043305" y="2079862"/>
              <a:ext cx="93106" cy="137705"/>
            </a:xfrm>
            <a:custGeom>
              <a:avLst/>
              <a:gdLst/>
              <a:ahLst/>
              <a:cxnLst/>
              <a:rect l="l" t="t" r="r" b="b"/>
              <a:pathLst>
                <a:path w="2645" h="3912" extrusionOk="0">
                  <a:moveTo>
                    <a:pt x="578" y="0"/>
                  </a:moveTo>
                  <a:cubicBezTo>
                    <a:pt x="1520" y="244"/>
                    <a:pt x="2128" y="1186"/>
                    <a:pt x="2007" y="2158"/>
                  </a:cubicBezTo>
                  <a:cubicBezTo>
                    <a:pt x="1858" y="3140"/>
                    <a:pt x="1010" y="3831"/>
                    <a:pt x="62" y="3831"/>
                  </a:cubicBezTo>
                  <a:cubicBezTo>
                    <a:pt x="41" y="3831"/>
                    <a:pt x="21" y="3831"/>
                    <a:pt x="0" y="3830"/>
                  </a:cubicBezTo>
                  <a:lnTo>
                    <a:pt x="0" y="3830"/>
                  </a:lnTo>
                  <a:cubicBezTo>
                    <a:pt x="92" y="3861"/>
                    <a:pt x="152" y="3891"/>
                    <a:pt x="244" y="3891"/>
                  </a:cubicBezTo>
                  <a:cubicBezTo>
                    <a:pt x="341" y="3904"/>
                    <a:pt x="437" y="3911"/>
                    <a:pt x="531" y="3911"/>
                  </a:cubicBezTo>
                  <a:cubicBezTo>
                    <a:pt x="1504" y="3911"/>
                    <a:pt x="2327" y="3219"/>
                    <a:pt x="2493" y="2250"/>
                  </a:cubicBezTo>
                  <a:cubicBezTo>
                    <a:pt x="2645" y="1155"/>
                    <a:pt x="1885" y="152"/>
                    <a:pt x="82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88"/>
            <p:cNvSpPr/>
            <p:nvPr/>
          </p:nvSpPr>
          <p:spPr>
            <a:xfrm rot="1799956">
              <a:off x="6993310" y="2060930"/>
              <a:ext cx="130595" cy="136192"/>
            </a:xfrm>
            <a:custGeom>
              <a:avLst/>
              <a:gdLst/>
              <a:ahLst/>
              <a:cxnLst/>
              <a:rect l="l" t="t" r="r" b="b"/>
              <a:pathLst>
                <a:path w="3710" h="3869" extrusionOk="0">
                  <a:moveTo>
                    <a:pt x="1918" y="0"/>
                  </a:moveTo>
                  <a:cubicBezTo>
                    <a:pt x="1066" y="0"/>
                    <a:pt x="292" y="719"/>
                    <a:pt x="153" y="1691"/>
                  </a:cubicBezTo>
                  <a:cubicBezTo>
                    <a:pt x="1" y="2755"/>
                    <a:pt x="639" y="3728"/>
                    <a:pt x="1581" y="3849"/>
                  </a:cubicBezTo>
                  <a:cubicBezTo>
                    <a:pt x="1662" y="3862"/>
                    <a:pt x="1743" y="3869"/>
                    <a:pt x="1822" y="3869"/>
                  </a:cubicBezTo>
                  <a:cubicBezTo>
                    <a:pt x="2670" y="3869"/>
                    <a:pt x="3418" y="3150"/>
                    <a:pt x="3557" y="2177"/>
                  </a:cubicBezTo>
                  <a:cubicBezTo>
                    <a:pt x="3709" y="1114"/>
                    <a:pt x="3101" y="141"/>
                    <a:pt x="2159" y="19"/>
                  </a:cubicBezTo>
                  <a:cubicBezTo>
                    <a:pt x="2078" y="6"/>
                    <a:pt x="1998" y="0"/>
                    <a:pt x="191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88"/>
            <p:cNvSpPr/>
            <p:nvPr/>
          </p:nvSpPr>
          <p:spPr>
            <a:xfrm rot="1799956">
              <a:off x="6578787" y="2060069"/>
              <a:ext cx="93106" cy="138761"/>
            </a:xfrm>
            <a:custGeom>
              <a:avLst/>
              <a:gdLst/>
              <a:ahLst/>
              <a:cxnLst/>
              <a:rect l="l" t="t" r="r" b="b"/>
              <a:pathLst>
                <a:path w="2645" h="3942" extrusionOk="0">
                  <a:moveTo>
                    <a:pt x="578" y="1"/>
                  </a:moveTo>
                  <a:cubicBezTo>
                    <a:pt x="1520" y="274"/>
                    <a:pt x="2128" y="1186"/>
                    <a:pt x="2006" y="2189"/>
                  </a:cubicBezTo>
                  <a:cubicBezTo>
                    <a:pt x="1854" y="3162"/>
                    <a:pt x="973" y="3861"/>
                    <a:pt x="0" y="3861"/>
                  </a:cubicBezTo>
                  <a:cubicBezTo>
                    <a:pt x="91" y="3861"/>
                    <a:pt x="152" y="3892"/>
                    <a:pt x="243" y="3922"/>
                  </a:cubicBezTo>
                  <a:cubicBezTo>
                    <a:pt x="337" y="3935"/>
                    <a:pt x="430" y="3941"/>
                    <a:pt x="522" y="3941"/>
                  </a:cubicBezTo>
                  <a:cubicBezTo>
                    <a:pt x="1499" y="3941"/>
                    <a:pt x="2326" y="3223"/>
                    <a:pt x="2493" y="2250"/>
                  </a:cubicBezTo>
                  <a:cubicBezTo>
                    <a:pt x="2645" y="1186"/>
                    <a:pt x="1885" y="183"/>
                    <a:pt x="821" y="31"/>
                  </a:cubicBezTo>
                  <a:cubicBezTo>
                    <a:pt x="730" y="1"/>
                    <a:pt x="669" y="1"/>
                    <a:pt x="578"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88"/>
            <p:cNvSpPr/>
            <p:nvPr/>
          </p:nvSpPr>
          <p:spPr>
            <a:xfrm rot="1799956">
              <a:off x="6528794" y="2041340"/>
              <a:ext cx="130560" cy="136825"/>
            </a:xfrm>
            <a:custGeom>
              <a:avLst/>
              <a:gdLst/>
              <a:ahLst/>
              <a:cxnLst/>
              <a:rect l="l" t="t" r="r" b="b"/>
              <a:pathLst>
                <a:path w="3709" h="3887" extrusionOk="0">
                  <a:moveTo>
                    <a:pt x="1953" y="1"/>
                  </a:moveTo>
                  <a:cubicBezTo>
                    <a:pt x="1087" y="1"/>
                    <a:pt x="293" y="700"/>
                    <a:pt x="153" y="1686"/>
                  </a:cubicBezTo>
                  <a:cubicBezTo>
                    <a:pt x="1" y="2749"/>
                    <a:pt x="639" y="3722"/>
                    <a:pt x="1581" y="3874"/>
                  </a:cubicBezTo>
                  <a:cubicBezTo>
                    <a:pt x="1648" y="3883"/>
                    <a:pt x="1714" y="3887"/>
                    <a:pt x="1780" y="3887"/>
                  </a:cubicBezTo>
                  <a:cubicBezTo>
                    <a:pt x="2644" y="3887"/>
                    <a:pt x="3416" y="3163"/>
                    <a:pt x="3557" y="2202"/>
                  </a:cubicBezTo>
                  <a:cubicBezTo>
                    <a:pt x="3709" y="1139"/>
                    <a:pt x="3101" y="166"/>
                    <a:pt x="2159" y="14"/>
                  </a:cubicBezTo>
                  <a:cubicBezTo>
                    <a:pt x="2090" y="5"/>
                    <a:pt x="2021" y="1"/>
                    <a:pt x="195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88"/>
            <p:cNvSpPr/>
            <p:nvPr/>
          </p:nvSpPr>
          <p:spPr>
            <a:xfrm rot="1799956">
              <a:off x="6345570" y="16487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88"/>
            <p:cNvSpPr/>
            <p:nvPr/>
          </p:nvSpPr>
          <p:spPr>
            <a:xfrm rot="1799956">
              <a:off x="6295495" y="16302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88"/>
            <p:cNvSpPr/>
            <p:nvPr/>
          </p:nvSpPr>
          <p:spPr>
            <a:xfrm rot="1799956">
              <a:off x="6698617" y="1852529"/>
              <a:ext cx="93106" cy="138726"/>
            </a:xfrm>
            <a:custGeom>
              <a:avLst/>
              <a:gdLst/>
              <a:ahLst/>
              <a:cxnLst/>
              <a:rect l="l" t="t" r="r" b="b"/>
              <a:pathLst>
                <a:path w="2645" h="3941" extrusionOk="0">
                  <a:moveTo>
                    <a:pt x="578" y="0"/>
                  </a:moveTo>
                  <a:cubicBezTo>
                    <a:pt x="1520" y="274"/>
                    <a:pt x="2128" y="1186"/>
                    <a:pt x="2006" y="2189"/>
                  </a:cubicBezTo>
                  <a:cubicBezTo>
                    <a:pt x="1854" y="3161"/>
                    <a:pt x="973" y="3861"/>
                    <a:pt x="0" y="3861"/>
                  </a:cubicBezTo>
                  <a:cubicBezTo>
                    <a:pt x="91" y="3861"/>
                    <a:pt x="152" y="3891"/>
                    <a:pt x="243"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88"/>
            <p:cNvSpPr/>
            <p:nvPr/>
          </p:nvSpPr>
          <p:spPr>
            <a:xfrm rot="1799956">
              <a:off x="6648542" y="1834071"/>
              <a:ext cx="131651" cy="136825"/>
            </a:xfrm>
            <a:custGeom>
              <a:avLst/>
              <a:gdLst/>
              <a:ahLst/>
              <a:cxnLst/>
              <a:rect l="l" t="t" r="r" b="b"/>
              <a:pathLst>
                <a:path w="3740" h="3887" extrusionOk="0">
                  <a:moveTo>
                    <a:pt x="1953" y="0"/>
                  </a:moveTo>
                  <a:cubicBezTo>
                    <a:pt x="1087" y="0"/>
                    <a:pt x="293" y="699"/>
                    <a:pt x="153" y="1685"/>
                  </a:cubicBezTo>
                  <a:cubicBezTo>
                    <a:pt x="1" y="2749"/>
                    <a:pt x="639" y="3722"/>
                    <a:pt x="1581" y="3874"/>
                  </a:cubicBezTo>
                  <a:cubicBezTo>
                    <a:pt x="1648" y="3882"/>
                    <a:pt x="1714" y="3886"/>
                    <a:pt x="1780" y="3886"/>
                  </a:cubicBezTo>
                  <a:cubicBezTo>
                    <a:pt x="2644" y="3886"/>
                    <a:pt x="3416" y="3162"/>
                    <a:pt x="3557" y="2202"/>
                  </a:cubicBezTo>
                  <a:cubicBezTo>
                    <a:pt x="3739" y="1138"/>
                    <a:pt x="3101" y="165"/>
                    <a:pt x="2159" y="13"/>
                  </a:cubicBezTo>
                  <a:cubicBezTo>
                    <a:pt x="2090" y="4"/>
                    <a:pt x="2021" y="0"/>
                    <a:pt x="195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88"/>
            <p:cNvSpPr/>
            <p:nvPr/>
          </p:nvSpPr>
          <p:spPr>
            <a:xfrm rot="1799956">
              <a:off x="6773797" y="2671255"/>
              <a:ext cx="122006" cy="135945"/>
            </a:xfrm>
            <a:custGeom>
              <a:avLst/>
              <a:gdLst/>
              <a:ahLst/>
              <a:cxnLst/>
              <a:rect l="l" t="t" r="r" b="b"/>
              <a:pathLst>
                <a:path w="3466" h="3862" extrusionOk="0">
                  <a:moveTo>
                    <a:pt x="1733" y="1"/>
                  </a:moveTo>
                  <a:cubicBezTo>
                    <a:pt x="791" y="1"/>
                    <a:pt x="1" y="852"/>
                    <a:pt x="1" y="1946"/>
                  </a:cubicBezTo>
                  <a:cubicBezTo>
                    <a:pt x="1" y="3010"/>
                    <a:pt x="791" y="3861"/>
                    <a:pt x="1733" y="3861"/>
                  </a:cubicBezTo>
                  <a:cubicBezTo>
                    <a:pt x="2675" y="3861"/>
                    <a:pt x="3466" y="3010"/>
                    <a:pt x="3466" y="1946"/>
                  </a:cubicBezTo>
                  <a:cubicBezTo>
                    <a:pt x="3466" y="852"/>
                    <a:pt x="2675"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88"/>
            <p:cNvSpPr/>
            <p:nvPr/>
          </p:nvSpPr>
          <p:spPr>
            <a:xfrm rot="1799956">
              <a:off x="6979385" y="2333920"/>
              <a:ext cx="78146" cy="138057"/>
            </a:xfrm>
            <a:custGeom>
              <a:avLst/>
              <a:gdLst/>
              <a:ahLst/>
              <a:cxnLst/>
              <a:rect l="l" t="t" r="r" b="b"/>
              <a:pathLst>
                <a:path w="2220" h="3922" extrusionOk="0">
                  <a:moveTo>
                    <a:pt x="0" y="1"/>
                  </a:moveTo>
                  <a:cubicBezTo>
                    <a:pt x="973" y="123"/>
                    <a:pt x="1733" y="943"/>
                    <a:pt x="1733" y="1946"/>
                  </a:cubicBezTo>
                  <a:cubicBezTo>
                    <a:pt x="1733" y="2949"/>
                    <a:pt x="973" y="3770"/>
                    <a:pt x="0" y="3892"/>
                  </a:cubicBezTo>
                  <a:cubicBezTo>
                    <a:pt x="92" y="3922"/>
                    <a:pt x="183" y="3922"/>
                    <a:pt x="244" y="3922"/>
                  </a:cubicBezTo>
                  <a:cubicBezTo>
                    <a:pt x="1338" y="3922"/>
                    <a:pt x="2219" y="3040"/>
                    <a:pt x="2219" y="1946"/>
                  </a:cubicBezTo>
                  <a:cubicBezTo>
                    <a:pt x="2219" y="882"/>
                    <a:pt x="133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88"/>
            <p:cNvSpPr/>
            <p:nvPr/>
          </p:nvSpPr>
          <p:spPr>
            <a:xfrm rot="1799956">
              <a:off x="6829301" y="2689664"/>
              <a:ext cx="78146" cy="139114"/>
            </a:xfrm>
            <a:custGeom>
              <a:avLst/>
              <a:gdLst/>
              <a:ahLst/>
              <a:cxnLst/>
              <a:rect l="l" t="t" r="r" b="b"/>
              <a:pathLst>
                <a:path w="2220" h="3952" extrusionOk="0">
                  <a:moveTo>
                    <a:pt x="243" y="1"/>
                  </a:moveTo>
                  <a:cubicBezTo>
                    <a:pt x="152" y="1"/>
                    <a:pt x="91" y="31"/>
                    <a:pt x="0" y="31"/>
                  </a:cubicBezTo>
                  <a:cubicBezTo>
                    <a:pt x="973" y="153"/>
                    <a:pt x="1733" y="973"/>
                    <a:pt x="1733" y="1976"/>
                  </a:cubicBezTo>
                  <a:cubicBezTo>
                    <a:pt x="1733" y="2979"/>
                    <a:pt x="973" y="3800"/>
                    <a:pt x="0" y="3922"/>
                  </a:cubicBezTo>
                  <a:cubicBezTo>
                    <a:pt x="91" y="3922"/>
                    <a:pt x="152" y="3952"/>
                    <a:pt x="243" y="3952"/>
                  </a:cubicBezTo>
                  <a:cubicBezTo>
                    <a:pt x="1338" y="3952"/>
                    <a:pt x="2219" y="3070"/>
                    <a:pt x="2219" y="1976"/>
                  </a:cubicBezTo>
                  <a:cubicBezTo>
                    <a:pt x="2219" y="882"/>
                    <a:pt x="1338" y="1"/>
                    <a:pt x="24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88"/>
            <p:cNvSpPr/>
            <p:nvPr/>
          </p:nvSpPr>
          <p:spPr>
            <a:xfrm rot="1799956">
              <a:off x="6823445" y="16434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88"/>
            <p:cNvSpPr/>
            <p:nvPr/>
          </p:nvSpPr>
          <p:spPr>
            <a:xfrm rot="1799956">
              <a:off x="6773370" y="16249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55" name="Google Shape;2055;p88"/>
          <p:cNvSpPr txBox="1"/>
          <p:nvPr/>
        </p:nvSpPr>
        <p:spPr>
          <a:xfrm>
            <a:off x="241628" y="690571"/>
            <a:ext cx="943200" cy="38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accent4"/>
                </a:solidFill>
                <a:latin typeface="Lilita One"/>
                <a:ea typeface="Lilita One"/>
                <a:cs typeface="Lilita One"/>
                <a:sym typeface="Lilita One"/>
              </a:rPr>
              <a:t>Roll the Dice</a:t>
            </a:r>
            <a:endParaRPr sz="1000">
              <a:solidFill>
                <a:schemeClr val="accent4"/>
              </a:solidFill>
              <a:latin typeface="Lilita One"/>
              <a:ea typeface="Lilita One"/>
              <a:cs typeface="Lilita One"/>
              <a:sym typeface="Lilita One"/>
            </a:endParaRPr>
          </a:p>
        </p:txBody>
      </p:sp>
      <p:sp>
        <p:nvSpPr>
          <p:cNvPr id="2056" name="Google Shape;2056;p88">
            <a:hlinkClick r:id="rId3" action="ppaction://hlinksldjump"/>
          </p:cNvPr>
          <p:cNvSpPr/>
          <p:nvPr/>
        </p:nvSpPr>
        <p:spPr>
          <a:xfrm>
            <a:off x="312438" y="237000"/>
            <a:ext cx="801600" cy="8016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59"/>
        <p:cNvGrpSpPr/>
        <p:nvPr/>
      </p:nvGrpSpPr>
      <p:grpSpPr>
        <a:xfrm>
          <a:off x="0" y="0"/>
          <a:ext cx="0" cy="0"/>
          <a:chOff x="0" y="0"/>
          <a:chExt cx="0" cy="0"/>
        </a:xfrm>
      </p:grpSpPr>
      <p:sp>
        <p:nvSpPr>
          <p:cNvPr id="2" name="Text Placeholder 1">
            <a:extLst>
              <a:ext uri="{FF2B5EF4-FFF2-40B4-BE49-F238E27FC236}">
                <a16:creationId xmlns:a16="http://schemas.microsoft.com/office/drawing/2014/main" id="{35968409-343F-4D63-B5E6-D6E3E1C8E7C9}"/>
              </a:ext>
            </a:extLst>
          </p:cNvPr>
          <p:cNvSpPr>
            <a:spLocks noGrp="1"/>
          </p:cNvSpPr>
          <p:nvPr>
            <p:ph type="body" idx="1"/>
          </p:nvPr>
        </p:nvSpPr>
        <p:spPr>
          <a:xfrm>
            <a:off x="714375" y="342337"/>
            <a:ext cx="7691700" cy="3953588"/>
          </a:xfrm>
        </p:spPr>
        <p:txBody>
          <a:bodyPr/>
          <a:lstStyle/>
          <a:p>
            <a:pPr algn="just" rtl="1">
              <a:buFont typeface="Arial" panose="020B0604020202020204" pitchFamily="34" charset="0"/>
              <a:buChar char="•"/>
            </a:pPr>
            <a:r>
              <a:rPr lang="en-US" sz="1800" dirty="0">
                <a:cs typeface="Aban" pitchFamily="2" charset="-78"/>
              </a:rPr>
              <a:t>Diamond</a:t>
            </a:r>
            <a:r>
              <a:rPr lang="fa-IR" sz="1800" dirty="0">
                <a:cs typeface="Aban" pitchFamily="2" charset="-78"/>
              </a:rPr>
              <a:t> در سال 1986 در مقاله خودش با عنوان </a:t>
            </a:r>
            <a:r>
              <a:rPr lang="en-US" sz="1800" dirty="0">
                <a:cs typeface="Aban" pitchFamily="2" charset="-78"/>
              </a:rPr>
              <a:t>Application of game theory to medical decision-making.</a:t>
            </a:r>
            <a:r>
              <a:rPr lang="fa-IR" sz="1800" dirty="0">
                <a:cs typeface="Aban" pitchFamily="2" charset="-78"/>
              </a:rPr>
              <a:t> جزو اولین کسانی بود به به مسئله کبد پرداخت. در مقاله ذکر شده دایموند برای مسئله بیماری هپاتیت کبدی و اینکه آیا دکتر بهتر است درمان با استروید را شروع کند یا عمل خطرناکی را انجام دهد از نظریه بازی ها استفاده کرد. دکتر می‌تواند هر کدام از دو تشخیص را بدهد و بیمار آزاد است که انتخاب کند درمان را بپذیرد یا نه. این مسئله شباهت زیادی به مسئله پیش روی ما دارد.</a:t>
            </a:r>
          </a:p>
          <a:p>
            <a:pPr algn="just" rtl="1">
              <a:buFont typeface="Arial" panose="020B0604020202020204" pitchFamily="34" charset="0"/>
              <a:buChar char="•"/>
            </a:pPr>
            <a:r>
              <a:rPr lang="fa-IR" sz="1800" dirty="0">
                <a:cs typeface="Aban" pitchFamily="2" charset="-78"/>
              </a:rPr>
              <a:t>در سال 2015 </a:t>
            </a:r>
            <a:r>
              <a:rPr lang="en-US" sz="1800" dirty="0" err="1">
                <a:cs typeface="Aban" pitchFamily="2" charset="-78"/>
              </a:rPr>
              <a:t>Djulbegovic</a:t>
            </a:r>
            <a:r>
              <a:rPr lang="fa-IR" sz="1800" dirty="0">
                <a:cs typeface="Aban" pitchFamily="2" charset="-78"/>
              </a:rPr>
              <a:t> در مقاله </a:t>
            </a:r>
            <a:r>
              <a:rPr lang="en-US" sz="1800" dirty="0">
                <a:cs typeface="Aban" pitchFamily="2" charset="-78"/>
              </a:rPr>
              <a:t>Modern health care as a game theory problem.</a:t>
            </a:r>
            <a:r>
              <a:rPr lang="fa-IR" sz="1800" dirty="0">
                <a:cs typeface="Aban" pitchFamily="2" charset="-78"/>
              </a:rPr>
              <a:t> این مساله را با مشابهت به بازی زندانی حل کرد. نویسنده به شکل خلاقانه ای احساسات را هم در بازی دخیل کرده بود تا دقیق تر موضوع را بررسی کند ما در ادامه از این ایده الهام می‌گیریم</a:t>
            </a:r>
          </a:p>
          <a:p>
            <a:pPr algn="just" rtl="1">
              <a:buFont typeface="Arial" panose="020B0604020202020204" pitchFamily="34" charset="0"/>
              <a:buChar char="•"/>
            </a:pPr>
            <a:endParaRPr lang="en-US" sz="1800" dirty="0">
              <a:cs typeface="Aban" pitchFamily="2" charset="-78"/>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00"/>
        <p:cNvGrpSpPr/>
        <p:nvPr/>
      </p:nvGrpSpPr>
      <p:grpSpPr>
        <a:xfrm>
          <a:off x="0" y="0"/>
          <a:ext cx="0" cy="0"/>
          <a:chOff x="0" y="0"/>
          <a:chExt cx="0" cy="0"/>
        </a:xfrm>
      </p:grpSpPr>
      <p:sp>
        <p:nvSpPr>
          <p:cNvPr id="2201" name="Google Shape;2201;p92"/>
          <p:cNvSpPr txBox="1">
            <a:spLocks noGrp="1"/>
          </p:cNvSpPr>
          <p:nvPr>
            <p:ph type="title"/>
          </p:nvPr>
        </p:nvSpPr>
        <p:spPr>
          <a:xfrm>
            <a:off x="6038480" y="1914463"/>
            <a:ext cx="2385600" cy="54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a-IR" dirty="0">
                <a:cs typeface="A Naskh Tahrir" panose="00000700000000000000" pitchFamily="2" charset="-78"/>
              </a:rPr>
              <a:t>مدلسازی</a:t>
            </a:r>
            <a:endParaRPr dirty="0">
              <a:cs typeface="A Naskh Tahrir" panose="00000700000000000000" pitchFamily="2" charset="-78"/>
            </a:endParaRPr>
          </a:p>
        </p:txBody>
      </p:sp>
      <p:sp>
        <p:nvSpPr>
          <p:cNvPr id="2202" name="Google Shape;2202;p92"/>
          <p:cNvSpPr txBox="1">
            <a:spLocks noGrp="1"/>
          </p:cNvSpPr>
          <p:nvPr>
            <p:ph type="title" idx="2"/>
          </p:nvPr>
        </p:nvSpPr>
        <p:spPr>
          <a:xfrm>
            <a:off x="3721350" y="1878300"/>
            <a:ext cx="2024700" cy="1386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203" name="Google Shape;2203;p92"/>
          <p:cNvSpPr txBox="1">
            <a:spLocks noGrp="1"/>
          </p:cNvSpPr>
          <p:nvPr>
            <p:ph type="subTitle" idx="1"/>
          </p:nvPr>
        </p:nvSpPr>
        <p:spPr>
          <a:xfrm>
            <a:off x="6032400" y="2526438"/>
            <a:ext cx="2391300" cy="702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4" name="Google Shape;2204;p92"/>
          <p:cNvSpPr/>
          <p:nvPr/>
        </p:nvSpPr>
        <p:spPr>
          <a:xfrm rot="-1800276">
            <a:off x="421347" y="1348778"/>
            <a:ext cx="3193357" cy="3057872"/>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a-IR" sz="3500" dirty="0">
                <a:solidFill>
                  <a:srgbClr val="837260"/>
                </a:solidFill>
                <a:latin typeface="Lilita One"/>
                <a:ea typeface="Lilita One"/>
                <a:cs typeface="Aban" pitchFamily="2" charset="-78"/>
                <a:sym typeface="Lilita One"/>
              </a:rPr>
              <a:t>آیا اخلاقیات دلیل بر احساس گناه است یا برعکس.</a:t>
            </a:r>
            <a:endParaRPr sz="3500" dirty="0">
              <a:solidFill>
                <a:srgbClr val="837260"/>
              </a:solidFill>
              <a:latin typeface="Lilita One"/>
              <a:ea typeface="Lilita One"/>
              <a:cs typeface="Aban" pitchFamily="2" charset="-78"/>
              <a:sym typeface="Lilita One"/>
            </a:endParaRPr>
          </a:p>
        </p:txBody>
      </p:sp>
      <p:grpSp>
        <p:nvGrpSpPr>
          <p:cNvPr id="2205" name="Google Shape;2205;p92"/>
          <p:cNvGrpSpPr/>
          <p:nvPr/>
        </p:nvGrpSpPr>
        <p:grpSpPr>
          <a:xfrm>
            <a:off x="417435" y="237007"/>
            <a:ext cx="591604" cy="615737"/>
            <a:chOff x="5593285" y="1262634"/>
            <a:chExt cx="1852814" cy="1928398"/>
          </a:xfrm>
        </p:grpSpPr>
        <p:sp>
          <p:nvSpPr>
            <p:cNvPr id="2206" name="Google Shape;2206;p92"/>
            <p:cNvSpPr/>
            <p:nvPr/>
          </p:nvSpPr>
          <p:spPr>
            <a:xfrm rot="1799956">
              <a:off x="6377770" y="2014775"/>
              <a:ext cx="639880" cy="1089253"/>
            </a:xfrm>
            <a:custGeom>
              <a:avLst/>
              <a:gdLst/>
              <a:ahLst/>
              <a:cxnLst/>
              <a:rect l="l" t="t" r="r" b="b"/>
              <a:pathLst>
                <a:path w="18178" h="30944" extrusionOk="0">
                  <a:moveTo>
                    <a:pt x="18177" y="0"/>
                  </a:moveTo>
                  <a:lnTo>
                    <a:pt x="1" y="9818"/>
                  </a:lnTo>
                  <a:lnTo>
                    <a:pt x="1" y="30943"/>
                  </a:lnTo>
                  <a:lnTo>
                    <a:pt x="18177" y="20153"/>
                  </a:lnTo>
                  <a:lnTo>
                    <a:pt x="18177" y="0"/>
                  </a:lnTo>
                  <a:close/>
                </a:path>
              </a:pathLst>
            </a:custGeom>
            <a:solidFill>
              <a:srgbClr val="B59F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92"/>
            <p:cNvSpPr/>
            <p:nvPr/>
          </p:nvSpPr>
          <p:spPr>
            <a:xfrm rot="1799956">
              <a:off x="6065202" y="1533009"/>
              <a:ext cx="1280781" cy="743652"/>
            </a:xfrm>
            <a:custGeom>
              <a:avLst/>
              <a:gdLst/>
              <a:ahLst/>
              <a:cxnLst/>
              <a:rect l="l" t="t" r="r" b="b"/>
              <a:pathLst>
                <a:path w="36385" h="21126" extrusionOk="0">
                  <a:moveTo>
                    <a:pt x="18694" y="0"/>
                  </a:moveTo>
                  <a:lnTo>
                    <a:pt x="1" y="10821"/>
                  </a:lnTo>
                  <a:lnTo>
                    <a:pt x="18208" y="21125"/>
                  </a:lnTo>
                  <a:lnTo>
                    <a:pt x="36384" y="11307"/>
                  </a:lnTo>
                  <a:lnTo>
                    <a:pt x="18694" y="0"/>
                  </a:lnTo>
                  <a:close/>
                </a:path>
              </a:pathLst>
            </a:custGeom>
            <a:solidFill>
              <a:srgbClr val="E0CF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92"/>
            <p:cNvSpPr/>
            <p:nvPr/>
          </p:nvSpPr>
          <p:spPr>
            <a:xfrm rot="1799956">
              <a:off x="5826936" y="1678634"/>
              <a:ext cx="640936" cy="1106361"/>
            </a:xfrm>
            <a:custGeom>
              <a:avLst/>
              <a:gdLst/>
              <a:ahLst/>
              <a:cxnLst/>
              <a:rect l="l" t="t" r="r" b="b"/>
              <a:pathLst>
                <a:path w="18208" h="31430" extrusionOk="0">
                  <a:moveTo>
                    <a:pt x="1" y="0"/>
                  </a:moveTo>
                  <a:lnTo>
                    <a:pt x="1" y="20639"/>
                  </a:lnTo>
                  <a:lnTo>
                    <a:pt x="18208" y="31429"/>
                  </a:lnTo>
                  <a:lnTo>
                    <a:pt x="18208" y="10304"/>
                  </a:lnTo>
                  <a:lnTo>
                    <a:pt x="1" y="0"/>
                  </a:lnTo>
                  <a:close/>
                </a:path>
              </a:pathLst>
            </a:custGeom>
            <a:solidFill>
              <a:srgbClr val="CDB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92"/>
            <p:cNvSpPr/>
            <p:nvPr/>
          </p:nvSpPr>
          <p:spPr>
            <a:xfrm rot="1799956">
              <a:off x="6605689" y="2310697"/>
              <a:ext cx="77090" cy="139149"/>
            </a:xfrm>
            <a:custGeom>
              <a:avLst/>
              <a:gdLst/>
              <a:ahLst/>
              <a:cxnLst/>
              <a:rect l="l" t="t" r="r" b="b"/>
              <a:pathLst>
                <a:path w="2190" h="3953" extrusionOk="0">
                  <a:moveTo>
                    <a:pt x="244" y="1"/>
                  </a:moveTo>
                  <a:cubicBezTo>
                    <a:pt x="153" y="1"/>
                    <a:pt x="61" y="31"/>
                    <a:pt x="1" y="31"/>
                  </a:cubicBezTo>
                  <a:cubicBezTo>
                    <a:pt x="943" y="153"/>
                    <a:pt x="1703" y="973"/>
                    <a:pt x="1703" y="1976"/>
                  </a:cubicBezTo>
                  <a:cubicBezTo>
                    <a:pt x="1703" y="2979"/>
                    <a:pt x="943" y="3800"/>
                    <a:pt x="1" y="3922"/>
                  </a:cubicBezTo>
                  <a:cubicBezTo>
                    <a:pt x="61" y="3922"/>
                    <a:pt x="153" y="3952"/>
                    <a:pt x="244" y="3952"/>
                  </a:cubicBezTo>
                  <a:cubicBezTo>
                    <a:pt x="1308" y="3952"/>
                    <a:pt x="2189" y="3071"/>
                    <a:pt x="2189" y="1976"/>
                  </a:cubicBezTo>
                  <a:cubicBezTo>
                    <a:pt x="2189" y="882"/>
                    <a:pt x="130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92"/>
            <p:cNvSpPr/>
            <p:nvPr/>
          </p:nvSpPr>
          <p:spPr>
            <a:xfrm rot="1799956">
              <a:off x="6549921" y="2292252"/>
              <a:ext cx="120950" cy="136966"/>
            </a:xfrm>
            <a:custGeom>
              <a:avLst/>
              <a:gdLst/>
              <a:ahLst/>
              <a:cxnLst/>
              <a:rect l="l" t="t" r="r" b="b"/>
              <a:pathLst>
                <a:path w="3436" h="3891" extrusionOk="0">
                  <a:moveTo>
                    <a:pt x="1703" y="0"/>
                  </a:moveTo>
                  <a:cubicBezTo>
                    <a:pt x="761" y="0"/>
                    <a:pt x="1" y="882"/>
                    <a:pt x="1" y="1945"/>
                  </a:cubicBezTo>
                  <a:cubicBezTo>
                    <a:pt x="1" y="3009"/>
                    <a:pt x="761" y="3891"/>
                    <a:pt x="1703" y="3891"/>
                  </a:cubicBezTo>
                  <a:cubicBezTo>
                    <a:pt x="2676" y="3891"/>
                    <a:pt x="3436" y="3009"/>
                    <a:pt x="3436" y="1945"/>
                  </a:cubicBezTo>
                  <a:cubicBezTo>
                    <a:pt x="3436" y="882"/>
                    <a:pt x="2676" y="0"/>
                    <a:pt x="170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92"/>
            <p:cNvSpPr/>
            <p:nvPr/>
          </p:nvSpPr>
          <p:spPr>
            <a:xfrm rot="1799956">
              <a:off x="6442560" y="2687541"/>
              <a:ext cx="78146" cy="139114"/>
            </a:xfrm>
            <a:custGeom>
              <a:avLst/>
              <a:gdLst/>
              <a:ahLst/>
              <a:cxnLst/>
              <a:rect l="l" t="t" r="r" b="b"/>
              <a:pathLst>
                <a:path w="2220" h="3952" extrusionOk="0">
                  <a:moveTo>
                    <a:pt x="244" y="0"/>
                  </a:moveTo>
                  <a:cubicBezTo>
                    <a:pt x="183" y="0"/>
                    <a:pt x="92" y="31"/>
                    <a:pt x="1" y="31"/>
                  </a:cubicBezTo>
                  <a:cubicBezTo>
                    <a:pt x="974" y="152"/>
                    <a:pt x="1734" y="973"/>
                    <a:pt x="1734" y="1976"/>
                  </a:cubicBezTo>
                  <a:cubicBezTo>
                    <a:pt x="1734" y="2979"/>
                    <a:pt x="974" y="3800"/>
                    <a:pt x="1" y="3921"/>
                  </a:cubicBezTo>
                  <a:cubicBezTo>
                    <a:pt x="92" y="3921"/>
                    <a:pt x="183" y="3952"/>
                    <a:pt x="244" y="3952"/>
                  </a:cubicBezTo>
                  <a:cubicBezTo>
                    <a:pt x="1338" y="3952"/>
                    <a:pt x="2220" y="3070"/>
                    <a:pt x="2220" y="1976"/>
                  </a:cubicBezTo>
                  <a:cubicBezTo>
                    <a:pt x="2220" y="882"/>
                    <a:pt x="1338" y="0"/>
                    <a:pt x="24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92"/>
            <p:cNvSpPr/>
            <p:nvPr/>
          </p:nvSpPr>
          <p:spPr>
            <a:xfrm rot="1799956">
              <a:off x="6387808" y="2669343"/>
              <a:ext cx="120950" cy="137001"/>
            </a:xfrm>
            <a:custGeom>
              <a:avLst/>
              <a:gdLst/>
              <a:ahLst/>
              <a:cxnLst/>
              <a:rect l="l" t="t" r="r" b="b"/>
              <a:pathLst>
                <a:path w="3436" h="3892" extrusionOk="0">
                  <a:moveTo>
                    <a:pt x="1703" y="1"/>
                  </a:moveTo>
                  <a:cubicBezTo>
                    <a:pt x="761" y="1"/>
                    <a:pt x="1" y="882"/>
                    <a:pt x="1" y="1946"/>
                  </a:cubicBezTo>
                  <a:cubicBezTo>
                    <a:pt x="1" y="3010"/>
                    <a:pt x="761" y="3891"/>
                    <a:pt x="1703" y="3891"/>
                  </a:cubicBezTo>
                  <a:cubicBezTo>
                    <a:pt x="2676" y="3891"/>
                    <a:pt x="3436" y="3010"/>
                    <a:pt x="3436" y="1946"/>
                  </a:cubicBezTo>
                  <a:cubicBezTo>
                    <a:pt x="3436" y="882"/>
                    <a:pt x="2676" y="1"/>
                    <a:pt x="170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92"/>
            <p:cNvSpPr/>
            <p:nvPr/>
          </p:nvSpPr>
          <p:spPr>
            <a:xfrm rot="1799956">
              <a:off x="6923881" y="2314455"/>
              <a:ext cx="122006" cy="137001"/>
            </a:xfrm>
            <a:custGeom>
              <a:avLst/>
              <a:gdLst/>
              <a:ahLst/>
              <a:cxnLst/>
              <a:rect l="l" t="t" r="r" b="b"/>
              <a:pathLst>
                <a:path w="3466" h="3892" extrusionOk="0">
                  <a:moveTo>
                    <a:pt x="1733" y="1"/>
                  </a:moveTo>
                  <a:cubicBezTo>
                    <a:pt x="791" y="1"/>
                    <a:pt x="1" y="882"/>
                    <a:pt x="1" y="1946"/>
                  </a:cubicBezTo>
                  <a:cubicBezTo>
                    <a:pt x="1" y="3040"/>
                    <a:pt x="791" y="3892"/>
                    <a:pt x="1733" y="3892"/>
                  </a:cubicBezTo>
                  <a:cubicBezTo>
                    <a:pt x="2676" y="3892"/>
                    <a:pt x="3466" y="3040"/>
                    <a:pt x="3466" y="1946"/>
                  </a:cubicBezTo>
                  <a:cubicBezTo>
                    <a:pt x="3466" y="882"/>
                    <a:pt x="2676"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92"/>
            <p:cNvSpPr/>
            <p:nvPr/>
          </p:nvSpPr>
          <p:spPr>
            <a:xfrm rot="1799956">
              <a:off x="5913516" y="2179727"/>
              <a:ext cx="83496" cy="138550"/>
            </a:xfrm>
            <a:custGeom>
              <a:avLst/>
              <a:gdLst/>
              <a:ahLst/>
              <a:cxnLst/>
              <a:rect l="l" t="t" r="r" b="b"/>
              <a:pathLst>
                <a:path w="2372" h="3936" extrusionOk="0">
                  <a:moveTo>
                    <a:pt x="301" y="0"/>
                  </a:moveTo>
                  <a:cubicBezTo>
                    <a:pt x="282" y="0"/>
                    <a:pt x="263" y="1"/>
                    <a:pt x="244" y="1"/>
                  </a:cubicBezTo>
                  <a:cubicBezTo>
                    <a:pt x="152" y="31"/>
                    <a:pt x="61" y="31"/>
                    <a:pt x="0" y="62"/>
                  </a:cubicBezTo>
                  <a:cubicBezTo>
                    <a:pt x="973" y="123"/>
                    <a:pt x="1763" y="883"/>
                    <a:pt x="1824" y="1886"/>
                  </a:cubicBezTo>
                  <a:cubicBezTo>
                    <a:pt x="1855" y="2889"/>
                    <a:pt x="1155" y="3740"/>
                    <a:pt x="213" y="3922"/>
                  </a:cubicBezTo>
                  <a:cubicBezTo>
                    <a:pt x="254" y="3922"/>
                    <a:pt x="308" y="3936"/>
                    <a:pt x="366" y="3936"/>
                  </a:cubicBezTo>
                  <a:cubicBezTo>
                    <a:pt x="396" y="3936"/>
                    <a:pt x="426" y="3932"/>
                    <a:pt x="456" y="3922"/>
                  </a:cubicBezTo>
                  <a:cubicBezTo>
                    <a:pt x="1520" y="3892"/>
                    <a:pt x="2371" y="2949"/>
                    <a:pt x="2310" y="1855"/>
                  </a:cubicBezTo>
                  <a:cubicBezTo>
                    <a:pt x="2251" y="810"/>
                    <a:pt x="1341"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92"/>
            <p:cNvSpPr/>
            <p:nvPr/>
          </p:nvSpPr>
          <p:spPr>
            <a:xfrm rot="1799956">
              <a:off x="5858415" y="2162128"/>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7" y="3867"/>
                  </a:cubicBezTo>
                  <a:cubicBezTo>
                    <a:pt x="1819" y="3867"/>
                    <a:pt x="1852" y="3866"/>
                    <a:pt x="1885" y="3864"/>
                  </a:cubicBezTo>
                  <a:cubicBezTo>
                    <a:pt x="2827" y="3834"/>
                    <a:pt x="3557"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92"/>
            <p:cNvSpPr/>
            <p:nvPr/>
          </p:nvSpPr>
          <p:spPr>
            <a:xfrm rot="1799956">
              <a:off x="6026175" y="2006187"/>
              <a:ext cx="83496" cy="138163"/>
            </a:xfrm>
            <a:custGeom>
              <a:avLst/>
              <a:gdLst/>
              <a:ahLst/>
              <a:cxnLst/>
              <a:rect l="l" t="t" r="r" b="b"/>
              <a:pathLst>
                <a:path w="2372" h="3925" extrusionOk="0">
                  <a:moveTo>
                    <a:pt x="357" y="1"/>
                  </a:moveTo>
                  <a:cubicBezTo>
                    <a:pt x="320" y="1"/>
                    <a:pt x="282" y="2"/>
                    <a:pt x="244" y="4"/>
                  </a:cubicBezTo>
                  <a:cubicBezTo>
                    <a:pt x="152" y="4"/>
                    <a:pt x="92" y="34"/>
                    <a:pt x="0" y="34"/>
                  </a:cubicBezTo>
                  <a:cubicBezTo>
                    <a:pt x="973" y="95"/>
                    <a:pt x="1763" y="885"/>
                    <a:pt x="1824" y="1888"/>
                  </a:cubicBezTo>
                  <a:cubicBezTo>
                    <a:pt x="1885" y="2861"/>
                    <a:pt x="1186" y="3742"/>
                    <a:pt x="213" y="3894"/>
                  </a:cubicBezTo>
                  <a:cubicBezTo>
                    <a:pt x="304" y="3925"/>
                    <a:pt x="365" y="3925"/>
                    <a:pt x="456" y="3925"/>
                  </a:cubicBezTo>
                  <a:cubicBezTo>
                    <a:pt x="1551" y="3864"/>
                    <a:pt x="2371" y="2922"/>
                    <a:pt x="2310" y="1858"/>
                  </a:cubicBezTo>
                  <a:cubicBezTo>
                    <a:pt x="2252" y="802"/>
                    <a:pt x="1400" y="1"/>
                    <a:pt x="357"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92"/>
            <p:cNvSpPr/>
            <p:nvPr/>
          </p:nvSpPr>
          <p:spPr>
            <a:xfrm rot="1799956">
              <a:off x="5972129" y="1988203"/>
              <a:ext cx="125209" cy="137107"/>
            </a:xfrm>
            <a:custGeom>
              <a:avLst/>
              <a:gdLst/>
              <a:ahLst/>
              <a:cxnLst/>
              <a:rect l="l" t="t" r="r" b="b"/>
              <a:pathLst>
                <a:path w="3557" h="3895" extrusionOk="0">
                  <a:moveTo>
                    <a:pt x="1767" y="0"/>
                  </a:moveTo>
                  <a:cubicBezTo>
                    <a:pt x="1736" y="0"/>
                    <a:pt x="1704" y="1"/>
                    <a:pt x="1672" y="3"/>
                  </a:cubicBezTo>
                  <a:cubicBezTo>
                    <a:pt x="700" y="64"/>
                    <a:pt x="1" y="976"/>
                    <a:pt x="61" y="2040"/>
                  </a:cubicBezTo>
                  <a:cubicBezTo>
                    <a:pt x="121" y="3084"/>
                    <a:pt x="884" y="3895"/>
                    <a:pt x="1833" y="3895"/>
                  </a:cubicBezTo>
                  <a:cubicBezTo>
                    <a:pt x="1850" y="3895"/>
                    <a:pt x="1868" y="3894"/>
                    <a:pt x="1885" y="3894"/>
                  </a:cubicBezTo>
                  <a:cubicBezTo>
                    <a:pt x="2827" y="3833"/>
                    <a:pt x="3557" y="2921"/>
                    <a:pt x="3496" y="1857"/>
                  </a:cubicBezTo>
                  <a:cubicBezTo>
                    <a:pt x="3437" y="829"/>
                    <a:pt x="2669" y="0"/>
                    <a:pt x="1767"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92"/>
            <p:cNvSpPr/>
            <p:nvPr/>
          </p:nvSpPr>
          <p:spPr>
            <a:xfrm rot="1799956">
              <a:off x="6133528" y="1828513"/>
              <a:ext cx="83496" cy="138656"/>
            </a:xfrm>
            <a:custGeom>
              <a:avLst/>
              <a:gdLst/>
              <a:ahLst/>
              <a:cxnLst/>
              <a:rect l="l" t="t" r="r" b="b"/>
              <a:pathLst>
                <a:path w="2372" h="3939" extrusionOk="0">
                  <a:moveTo>
                    <a:pt x="354" y="1"/>
                  </a:moveTo>
                  <a:cubicBezTo>
                    <a:pt x="318" y="1"/>
                    <a:pt x="281" y="2"/>
                    <a:pt x="244" y="4"/>
                  </a:cubicBezTo>
                  <a:cubicBezTo>
                    <a:pt x="153" y="4"/>
                    <a:pt x="92" y="34"/>
                    <a:pt x="1" y="65"/>
                  </a:cubicBezTo>
                  <a:cubicBezTo>
                    <a:pt x="974" y="126"/>
                    <a:pt x="1764" y="885"/>
                    <a:pt x="1825" y="1889"/>
                  </a:cubicBezTo>
                  <a:cubicBezTo>
                    <a:pt x="1885" y="2892"/>
                    <a:pt x="1186" y="3743"/>
                    <a:pt x="214" y="3925"/>
                  </a:cubicBezTo>
                  <a:cubicBezTo>
                    <a:pt x="275" y="3925"/>
                    <a:pt x="335" y="3939"/>
                    <a:pt x="387" y="3939"/>
                  </a:cubicBezTo>
                  <a:cubicBezTo>
                    <a:pt x="413" y="3939"/>
                    <a:pt x="437" y="3935"/>
                    <a:pt x="457" y="3925"/>
                  </a:cubicBezTo>
                  <a:cubicBezTo>
                    <a:pt x="1551" y="3864"/>
                    <a:pt x="2372" y="2952"/>
                    <a:pt x="2311" y="1858"/>
                  </a:cubicBezTo>
                  <a:cubicBezTo>
                    <a:pt x="2252" y="830"/>
                    <a:pt x="1399" y="1"/>
                    <a:pt x="3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92"/>
            <p:cNvSpPr/>
            <p:nvPr/>
          </p:nvSpPr>
          <p:spPr>
            <a:xfrm rot="1799956">
              <a:off x="6079344" y="1811559"/>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6" y="3867"/>
                  </a:cubicBezTo>
                  <a:cubicBezTo>
                    <a:pt x="1819" y="3867"/>
                    <a:pt x="1852" y="3866"/>
                    <a:pt x="1885" y="3864"/>
                  </a:cubicBezTo>
                  <a:cubicBezTo>
                    <a:pt x="2827" y="3834"/>
                    <a:pt x="3556"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92"/>
            <p:cNvSpPr/>
            <p:nvPr/>
          </p:nvSpPr>
          <p:spPr>
            <a:xfrm rot="1799956">
              <a:off x="6105082" y="2510591"/>
              <a:ext cx="80258" cy="139149"/>
            </a:xfrm>
            <a:custGeom>
              <a:avLst/>
              <a:gdLst/>
              <a:ahLst/>
              <a:cxnLst/>
              <a:rect l="l" t="t" r="r" b="b"/>
              <a:pathLst>
                <a:path w="2280" h="3953" extrusionOk="0">
                  <a:moveTo>
                    <a:pt x="300" y="0"/>
                  </a:moveTo>
                  <a:cubicBezTo>
                    <a:pt x="281" y="0"/>
                    <a:pt x="262" y="0"/>
                    <a:pt x="243" y="1"/>
                  </a:cubicBezTo>
                  <a:cubicBezTo>
                    <a:pt x="152" y="1"/>
                    <a:pt x="91" y="31"/>
                    <a:pt x="0" y="31"/>
                  </a:cubicBezTo>
                  <a:cubicBezTo>
                    <a:pt x="973" y="122"/>
                    <a:pt x="1733" y="943"/>
                    <a:pt x="1763" y="1916"/>
                  </a:cubicBezTo>
                  <a:cubicBezTo>
                    <a:pt x="1793" y="2919"/>
                    <a:pt x="1064" y="3770"/>
                    <a:pt x="91" y="3922"/>
                  </a:cubicBezTo>
                  <a:cubicBezTo>
                    <a:pt x="182" y="3922"/>
                    <a:pt x="274" y="3952"/>
                    <a:pt x="365" y="3952"/>
                  </a:cubicBezTo>
                  <a:cubicBezTo>
                    <a:pt x="1429" y="3922"/>
                    <a:pt x="2280" y="3010"/>
                    <a:pt x="2249" y="1916"/>
                  </a:cubicBezTo>
                  <a:cubicBezTo>
                    <a:pt x="2220" y="841"/>
                    <a:pt x="1368" y="0"/>
                    <a:pt x="300"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92"/>
            <p:cNvSpPr/>
            <p:nvPr/>
          </p:nvSpPr>
          <p:spPr>
            <a:xfrm rot="1799956">
              <a:off x="6050226" y="2492648"/>
              <a:ext cx="124153" cy="137037"/>
            </a:xfrm>
            <a:custGeom>
              <a:avLst/>
              <a:gdLst/>
              <a:ahLst/>
              <a:cxnLst/>
              <a:rect l="l" t="t" r="r" b="b"/>
              <a:pathLst>
                <a:path w="3527" h="3893" extrusionOk="0">
                  <a:moveTo>
                    <a:pt x="1752" y="0"/>
                  </a:moveTo>
                  <a:cubicBezTo>
                    <a:pt x="1736" y="0"/>
                    <a:pt x="1719" y="1"/>
                    <a:pt x="1703" y="1"/>
                  </a:cubicBezTo>
                  <a:cubicBezTo>
                    <a:pt x="761" y="32"/>
                    <a:pt x="1" y="913"/>
                    <a:pt x="31" y="2007"/>
                  </a:cubicBezTo>
                  <a:cubicBezTo>
                    <a:pt x="61" y="3053"/>
                    <a:pt x="854" y="3893"/>
                    <a:pt x="1776" y="3893"/>
                  </a:cubicBezTo>
                  <a:cubicBezTo>
                    <a:pt x="1792" y="3893"/>
                    <a:pt x="1808" y="3892"/>
                    <a:pt x="1825" y="3892"/>
                  </a:cubicBezTo>
                  <a:cubicBezTo>
                    <a:pt x="2767" y="3862"/>
                    <a:pt x="3527" y="2980"/>
                    <a:pt x="3496" y="1886"/>
                  </a:cubicBezTo>
                  <a:cubicBezTo>
                    <a:pt x="3467" y="840"/>
                    <a:pt x="2674" y="0"/>
                    <a:pt x="1752"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92"/>
            <p:cNvSpPr/>
            <p:nvPr/>
          </p:nvSpPr>
          <p:spPr>
            <a:xfrm rot="1799956">
              <a:off x="6222434" y="2340105"/>
              <a:ext cx="81349" cy="138093"/>
            </a:xfrm>
            <a:custGeom>
              <a:avLst/>
              <a:gdLst/>
              <a:ahLst/>
              <a:cxnLst/>
              <a:rect l="l" t="t" r="r" b="b"/>
              <a:pathLst>
                <a:path w="2311" h="3923" extrusionOk="0">
                  <a:moveTo>
                    <a:pt x="300" y="1"/>
                  </a:moveTo>
                  <a:cubicBezTo>
                    <a:pt x="281" y="1"/>
                    <a:pt x="262" y="1"/>
                    <a:pt x="243" y="2"/>
                  </a:cubicBezTo>
                  <a:cubicBezTo>
                    <a:pt x="152" y="2"/>
                    <a:pt x="91" y="32"/>
                    <a:pt x="0" y="32"/>
                  </a:cubicBezTo>
                  <a:cubicBezTo>
                    <a:pt x="973" y="123"/>
                    <a:pt x="1763" y="913"/>
                    <a:pt x="1793" y="1916"/>
                  </a:cubicBezTo>
                  <a:cubicBezTo>
                    <a:pt x="1824" y="2920"/>
                    <a:pt x="1094" y="3771"/>
                    <a:pt x="122" y="3923"/>
                  </a:cubicBezTo>
                  <a:lnTo>
                    <a:pt x="365" y="3923"/>
                  </a:lnTo>
                  <a:cubicBezTo>
                    <a:pt x="1459" y="3892"/>
                    <a:pt x="2310" y="2980"/>
                    <a:pt x="2280" y="1916"/>
                  </a:cubicBezTo>
                  <a:cubicBezTo>
                    <a:pt x="2250" y="841"/>
                    <a:pt x="1369" y="1"/>
                    <a:pt x="30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92"/>
            <p:cNvSpPr/>
            <p:nvPr/>
          </p:nvSpPr>
          <p:spPr>
            <a:xfrm rot="1799956">
              <a:off x="6168660" y="2322194"/>
              <a:ext cx="123062" cy="135945"/>
            </a:xfrm>
            <a:custGeom>
              <a:avLst/>
              <a:gdLst/>
              <a:ahLst/>
              <a:cxnLst/>
              <a:rect l="l" t="t" r="r" b="b"/>
              <a:pathLst>
                <a:path w="3496" h="3862" extrusionOk="0">
                  <a:moveTo>
                    <a:pt x="1723" y="0"/>
                  </a:moveTo>
                  <a:cubicBezTo>
                    <a:pt x="1706" y="0"/>
                    <a:pt x="1689" y="0"/>
                    <a:pt x="1672" y="1"/>
                  </a:cubicBezTo>
                  <a:cubicBezTo>
                    <a:pt x="730" y="31"/>
                    <a:pt x="0" y="913"/>
                    <a:pt x="31" y="1977"/>
                  </a:cubicBezTo>
                  <a:cubicBezTo>
                    <a:pt x="61" y="3022"/>
                    <a:pt x="824" y="3862"/>
                    <a:pt x="1745" y="3862"/>
                  </a:cubicBezTo>
                  <a:cubicBezTo>
                    <a:pt x="1761" y="3862"/>
                    <a:pt x="1777" y="3862"/>
                    <a:pt x="1794" y="3861"/>
                  </a:cubicBezTo>
                  <a:cubicBezTo>
                    <a:pt x="2736" y="3831"/>
                    <a:pt x="3496" y="2949"/>
                    <a:pt x="3465" y="1885"/>
                  </a:cubicBezTo>
                  <a:cubicBezTo>
                    <a:pt x="3436" y="840"/>
                    <a:pt x="2672" y="0"/>
                    <a:pt x="172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92"/>
            <p:cNvSpPr/>
            <p:nvPr/>
          </p:nvSpPr>
          <p:spPr>
            <a:xfrm rot="1799956">
              <a:off x="6333998" y="2166084"/>
              <a:ext cx="81349" cy="138093"/>
            </a:xfrm>
            <a:custGeom>
              <a:avLst/>
              <a:gdLst/>
              <a:ahLst/>
              <a:cxnLst/>
              <a:rect l="l" t="t" r="r" b="b"/>
              <a:pathLst>
                <a:path w="2311" h="3923" extrusionOk="0">
                  <a:moveTo>
                    <a:pt x="301" y="0"/>
                  </a:moveTo>
                  <a:cubicBezTo>
                    <a:pt x="282" y="0"/>
                    <a:pt x="263" y="1"/>
                    <a:pt x="244" y="1"/>
                  </a:cubicBezTo>
                  <a:cubicBezTo>
                    <a:pt x="183" y="1"/>
                    <a:pt x="92" y="1"/>
                    <a:pt x="1" y="32"/>
                  </a:cubicBezTo>
                  <a:cubicBezTo>
                    <a:pt x="973" y="123"/>
                    <a:pt x="1764" y="913"/>
                    <a:pt x="1794" y="1916"/>
                  </a:cubicBezTo>
                  <a:cubicBezTo>
                    <a:pt x="1824" y="2919"/>
                    <a:pt x="1095" y="3740"/>
                    <a:pt x="122" y="3892"/>
                  </a:cubicBezTo>
                  <a:cubicBezTo>
                    <a:pt x="213" y="3922"/>
                    <a:pt x="274" y="3922"/>
                    <a:pt x="365" y="3922"/>
                  </a:cubicBezTo>
                  <a:cubicBezTo>
                    <a:pt x="1460" y="3892"/>
                    <a:pt x="2311" y="2980"/>
                    <a:pt x="2280" y="1916"/>
                  </a:cubicBezTo>
                  <a:cubicBezTo>
                    <a:pt x="2250" y="841"/>
                    <a:pt x="1369"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92"/>
            <p:cNvSpPr/>
            <p:nvPr/>
          </p:nvSpPr>
          <p:spPr>
            <a:xfrm rot="1799956">
              <a:off x="6280230" y="2148150"/>
              <a:ext cx="123097" cy="135981"/>
            </a:xfrm>
            <a:custGeom>
              <a:avLst/>
              <a:gdLst/>
              <a:ahLst/>
              <a:cxnLst/>
              <a:rect l="l" t="t" r="r" b="b"/>
              <a:pathLst>
                <a:path w="3497" h="3863" extrusionOk="0">
                  <a:moveTo>
                    <a:pt x="1754" y="1"/>
                  </a:moveTo>
                  <a:cubicBezTo>
                    <a:pt x="1737" y="1"/>
                    <a:pt x="1720" y="1"/>
                    <a:pt x="1703" y="2"/>
                  </a:cubicBezTo>
                  <a:cubicBezTo>
                    <a:pt x="730" y="2"/>
                    <a:pt x="1" y="913"/>
                    <a:pt x="31" y="1977"/>
                  </a:cubicBezTo>
                  <a:cubicBezTo>
                    <a:pt x="61" y="3023"/>
                    <a:pt x="825" y="3863"/>
                    <a:pt x="1745" y="3863"/>
                  </a:cubicBezTo>
                  <a:cubicBezTo>
                    <a:pt x="1762" y="3863"/>
                    <a:pt x="1778" y="3862"/>
                    <a:pt x="1794" y="3862"/>
                  </a:cubicBezTo>
                  <a:cubicBezTo>
                    <a:pt x="2767" y="3831"/>
                    <a:pt x="3496" y="2950"/>
                    <a:pt x="3466" y="1886"/>
                  </a:cubicBezTo>
                  <a:cubicBezTo>
                    <a:pt x="3436" y="812"/>
                    <a:pt x="2673" y="1"/>
                    <a:pt x="17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92"/>
            <p:cNvSpPr/>
            <p:nvPr/>
          </p:nvSpPr>
          <p:spPr>
            <a:xfrm rot="1799956">
              <a:off x="7043305" y="2079862"/>
              <a:ext cx="93106" cy="137705"/>
            </a:xfrm>
            <a:custGeom>
              <a:avLst/>
              <a:gdLst/>
              <a:ahLst/>
              <a:cxnLst/>
              <a:rect l="l" t="t" r="r" b="b"/>
              <a:pathLst>
                <a:path w="2645" h="3912" extrusionOk="0">
                  <a:moveTo>
                    <a:pt x="578" y="0"/>
                  </a:moveTo>
                  <a:cubicBezTo>
                    <a:pt x="1520" y="244"/>
                    <a:pt x="2128" y="1186"/>
                    <a:pt x="2007" y="2158"/>
                  </a:cubicBezTo>
                  <a:cubicBezTo>
                    <a:pt x="1858" y="3140"/>
                    <a:pt x="1010" y="3831"/>
                    <a:pt x="62" y="3831"/>
                  </a:cubicBezTo>
                  <a:cubicBezTo>
                    <a:pt x="41" y="3831"/>
                    <a:pt x="21" y="3831"/>
                    <a:pt x="0" y="3830"/>
                  </a:cubicBezTo>
                  <a:lnTo>
                    <a:pt x="0" y="3830"/>
                  </a:lnTo>
                  <a:cubicBezTo>
                    <a:pt x="92" y="3861"/>
                    <a:pt x="152" y="3891"/>
                    <a:pt x="244" y="3891"/>
                  </a:cubicBezTo>
                  <a:cubicBezTo>
                    <a:pt x="341" y="3904"/>
                    <a:pt x="437" y="3911"/>
                    <a:pt x="531" y="3911"/>
                  </a:cubicBezTo>
                  <a:cubicBezTo>
                    <a:pt x="1504" y="3911"/>
                    <a:pt x="2327" y="3219"/>
                    <a:pt x="2493" y="2250"/>
                  </a:cubicBezTo>
                  <a:cubicBezTo>
                    <a:pt x="2645" y="1155"/>
                    <a:pt x="1885" y="152"/>
                    <a:pt x="82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92"/>
            <p:cNvSpPr/>
            <p:nvPr/>
          </p:nvSpPr>
          <p:spPr>
            <a:xfrm rot="1799956">
              <a:off x="6993310" y="2060930"/>
              <a:ext cx="130595" cy="136192"/>
            </a:xfrm>
            <a:custGeom>
              <a:avLst/>
              <a:gdLst/>
              <a:ahLst/>
              <a:cxnLst/>
              <a:rect l="l" t="t" r="r" b="b"/>
              <a:pathLst>
                <a:path w="3710" h="3869" extrusionOk="0">
                  <a:moveTo>
                    <a:pt x="1918" y="0"/>
                  </a:moveTo>
                  <a:cubicBezTo>
                    <a:pt x="1066" y="0"/>
                    <a:pt x="292" y="719"/>
                    <a:pt x="153" y="1691"/>
                  </a:cubicBezTo>
                  <a:cubicBezTo>
                    <a:pt x="1" y="2755"/>
                    <a:pt x="639" y="3728"/>
                    <a:pt x="1581" y="3849"/>
                  </a:cubicBezTo>
                  <a:cubicBezTo>
                    <a:pt x="1662" y="3862"/>
                    <a:pt x="1743" y="3869"/>
                    <a:pt x="1822" y="3869"/>
                  </a:cubicBezTo>
                  <a:cubicBezTo>
                    <a:pt x="2670" y="3869"/>
                    <a:pt x="3418" y="3150"/>
                    <a:pt x="3557" y="2177"/>
                  </a:cubicBezTo>
                  <a:cubicBezTo>
                    <a:pt x="3709" y="1114"/>
                    <a:pt x="3101" y="141"/>
                    <a:pt x="2159" y="19"/>
                  </a:cubicBezTo>
                  <a:cubicBezTo>
                    <a:pt x="2078" y="6"/>
                    <a:pt x="1998" y="0"/>
                    <a:pt x="191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92"/>
            <p:cNvSpPr/>
            <p:nvPr/>
          </p:nvSpPr>
          <p:spPr>
            <a:xfrm rot="1799956">
              <a:off x="6578787" y="2060069"/>
              <a:ext cx="93106" cy="138761"/>
            </a:xfrm>
            <a:custGeom>
              <a:avLst/>
              <a:gdLst/>
              <a:ahLst/>
              <a:cxnLst/>
              <a:rect l="l" t="t" r="r" b="b"/>
              <a:pathLst>
                <a:path w="2645" h="3942" extrusionOk="0">
                  <a:moveTo>
                    <a:pt x="578" y="1"/>
                  </a:moveTo>
                  <a:cubicBezTo>
                    <a:pt x="1520" y="274"/>
                    <a:pt x="2128" y="1186"/>
                    <a:pt x="2006" y="2189"/>
                  </a:cubicBezTo>
                  <a:cubicBezTo>
                    <a:pt x="1854" y="3162"/>
                    <a:pt x="973" y="3861"/>
                    <a:pt x="0" y="3861"/>
                  </a:cubicBezTo>
                  <a:cubicBezTo>
                    <a:pt x="91" y="3861"/>
                    <a:pt x="152" y="3892"/>
                    <a:pt x="243" y="3922"/>
                  </a:cubicBezTo>
                  <a:cubicBezTo>
                    <a:pt x="337" y="3935"/>
                    <a:pt x="430" y="3941"/>
                    <a:pt x="522" y="3941"/>
                  </a:cubicBezTo>
                  <a:cubicBezTo>
                    <a:pt x="1499" y="3941"/>
                    <a:pt x="2326" y="3223"/>
                    <a:pt x="2493" y="2250"/>
                  </a:cubicBezTo>
                  <a:cubicBezTo>
                    <a:pt x="2645" y="1186"/>
                    <a:pt x="1885" y="183"/>
                    <a:pt x="821" y="31"/>
                  </a:cubicBezTo>
                  <a:cubicBezTo>
                    <a:pt x="730" y="1"/>
                    <a:pt x="669" y="1"/>
                    <a:pt x="578"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92"/>
            <p:cNvSpPr/>
            <p:nvPr/>
          </p:nvSpPr>
          <p:spPr>
            <a:xfrm rot="1799956">
              <a:off x="6528794" y="2041340"/>
              <a:ext cx="130560" cy="136825"/>
            </a:xfrm>
            <a:custGeom>
              <a:avLst/>
              <a:gdLst/>
              <a:ahLst/>
              <a:cxnLst/>
              <a:rect l="l" t="t" r="r" b="b"/>
              <a:pathLst>
                <a:path w="3709" h="3887" extrusionOk="0">
                  <a:moveTo>
                    <a:pt x="1953" y="1"/>
                  </a:moveTo>
                  <a:cubicBezTo>
                    <a:pt x="1087" y="1"/>
                    <a:pt x="293" y="700"/>
                    <a:pt x="153" y="1686"/>
                  </a:cubicBezTo>
                  <a:cubicBezTo>
                    <a:pt x="1" y="2749"/>
                    <a:pt x="639" y="3722"/>
                    <a:pt x="1581" y="3874"/>
                  </a:cubicBezTo>
                  <a:cubicBezTo>
                    <a:pt x="1648" y="3883"/>
                    <a:pt x="1714" y="3887"/>
                    <a:pt x="1780" y="3887"/>
                  </a:cubicBezTo>
                  <a:cubicBezTo>
                    <a:pt x="2644" y="3887"/>
                    <a:pt x="3416" y="3163"/>
                    <a:pt x="3557" y="2202"/>
                  </a:cubicBezTo>
                  <a:cubicBezTo>
                    <a:pt x="3709" y="1139"/>
                    <a:pt x="3101" y="166"/>
                    <a:pt x="2159" y="14"/>
                  </a:cubicBezTo>
                  <a:cubicBezTo>
                    <a:pt x="2090" y="5"/>
                    <a:pt x="2021" y="1"/>
                    <a:pt x="195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92"/>
            <p:cNvSpPr/>
            <p:nvPr/>
          </p:nvSpPr>
          <p:spPr>
            <a:xfrm rot="1799956">
              <a:off x="6345570" y="16487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92"/>
            <p:cNvSpPr/>
            <p:nvPr/>
          </p:nvSpPr>
          <p:spPr>
            <a:xfrm rot="1799956">
              <a:off x="6295495" y="16302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92"/>
            <p:cNvSpPr/>
            <p:nvPr/>
          </p:nvSpPr>
          <p:spPr>
            <a:xfrm rot="1799956">
              <a:off x="6698617" y="1852529"/>
              <a:ext cx="93106" cy="138726"/>
            </a:xfrm>
            <a:custGeom>
              <a:avLst/>
              <a:gdLst/>
              <a:ahLst/>
              <a:cxnLst/>
              <a:rect l="l" t="t" r="r" b="b"/>
              <a:pathLst>
                <a:path w="2645" h="3941" extrusionOk="0">
                  <a:moveTo>
                    <a:pt x="578" y="0"/>
                  </a:moveTo>
                  <a:cubicBezTo>
                    <a:pt x="1520" y="274"/>
                    <a:pt x="2128" y="1186"/>
                    <a:pt x="2006" y="2189"/>
                  </a:cubicBezTo>
                  <a:cubicBezTo>
                    <a:pt x="1854" y="3161"/>
                    <a:pt x="973" y="3861"/>
                    <a:pt x="0" y="3861"/>
                  </a:cubicBezTo>
                  <a:cubicBezTo>
                    <a:pt x="91" y="3861"/>
                    <a:pt x="152" y="3891"/>
                    <a:pt x="243"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92"/>
            <p:cNvSpPr/>
            <p:nvPr/>
          </p:nvSpPr>
          <p:spPr>
            <a:xfrm rot="1799956">
              <a:off x="6648542" y="1834071"/>
              <a:ext cx="131651" cy="136825"/>
            </a:xfrm>
            <a:custGeom>
              <a:avLst/>
              <a:gdLst/>
              <a:ahLst/>
              <a:cxnLst/>
              <a:rect l="l" t="t" r="r" b="b"/>
              <a:pathLst>
                <a:path w="3740" h="3887" extrusionOk="0">
                  <a:moveTo>
                    <a:pt x="1953" y="0"/>
                  </a:moveTo>
                  <a:cubicBezTo>
                    <a:pt x="1087" y="0"/>
                    <a:pt x="293" y="699"/>
                    <a:pt x="153" y="1685"/>
                  </a:cubicBezTo>
                  <a:cubicBezTo>
                    <a:pt x="1" y="2749"/>
                    <a:pt x="639" y="3722"/>
                    <a:pt x="1581" y="3874"/>
                  </a:cubicBezTo>
                  <a:cubicBezTo>
                    <a:pt x="1648" y="3882"/>
                    <a:pt x="1714" y="3886"/>
                    <a:pt x="1780" y="3886"/>
                  </a:cubicBezTo>
                  <a:cubicBezTo>
                    <a:pt x="2644" y="3886"/>
                    <a:pt x="3416" y="3162"/>
                    <a:pt x="3557" y="2202"/>
                  </a:cubicBezTo>
                  <a:cubicBezTo>
                    <a:pt x="3739" y="1138"/>
                    <a:pt x="3101" y="165"/>
                    <a:pt x="2159" y="13"/>
                  </a:cubicBezTo>
                  <a:cubicBezTo>
                    <a:pt x="2090" y="4"/>
                    <a:pt x="2021" y="0"/>
                    <a:pt x="195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92"/>
            <p:cNvSpPr/>
            <p:nvPr/>
          </p:nvSpPr>
          <p:spPr>
            <a:xfrm rot="1799956">
              <a:off x="6773797" y="2671255"/>
              <a:ext cx="122006" cy="135945"/>
            </a:xfrm>
            <a:custGeom>
              <a:avLst/>
              <a:gdLst/>
              <a:ahLst/>
              <a:cxnLst/>
              <a:rect l="l" t="t" r="r" b="b"/>
              <a:pathLst>
                <a:path w="3466" h="3862" extrusionOk="0">
                  <a:moveTo>
                    <a:pt x="1733" y="1"/>
                  </a:moveTo>
                  <a:cubicBezTo>
                    <a:pt x="791" y="1"/>
                    <a:pt x="1" y="852"/>
                    <a:pt x="1" y="1946"/>
                  </a:cubicBezTo>
                  <a:cubicBezTo>
                    <a:pt x="1" y="3010"/>
                    <a:pt x="791" y="3861"/>
                    <a:pt x="1733" y="3861"/>
                  </a:cubicBezTo>
                  <a:cubicBezTo>
                    <a:pt x="2675" y="3861"/>
                    <a:pt x="3466" y="3010"/>
                    <a:pt x="3466" y="1946"/>
                  </a:cubicBezTo>
                  <a:cubicBezTo>
                    <a:pt x="3466" y="852"/>
                    <a:pt x="2675"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92"/>
            <p:cNvSpPr/>
            <p:nvPr/>
          </p:nvSpPr>
          <p:spPr>
            <a:xfrm rot="1799956">
              <a:off x="6979385" y="2333920"/>
              <a:ext cx="78146" cy="138057"/>
            </a:xfrm>
            <a:custGeom>
              <a:avLst/>
              <a:gdLst/>
              <a:ahLst/>
              <a:cxnLst/>
              <a:rect l="l" t="t" r="r" b="b"/>
              <a:pathLst>
                <a:path w="2220" h="3922" extrusionOk="0">
                  <a:moveTo>
                    <a:pt x="0" y="1"/>
                  </a:moveTo>
                  <a:cubicBezTo>
                    <a:pt x="973" y="123"/>
                    <a:pt x="1733" y="943"/>
                    <a:pt x="1733" y="1946"/>
                  </a:cubicBezTo>
                  <a:cubicBezTo>
                    <a:pt x="1733" y="2949"/>
                    <a:pt x="973" y="3770"/>
                    <a:pt x="0" y="3892"/>
                  </a:cubicBezTo>
                  <a:cubicBezTo>
                    <a:pt x="92" y="3922"/>
                    <a:pt x="183" y="3922"/>
                    <a:pt x="244" y="3922"/>
                  </a:cubicBezTo>
                  <a:cubicBezTo>
                    <a:pt x="1338" y="3922"/>
                    <a:pt x="2219" y="3040"/>
                    <a:pt x="2219" y="1946"/>
                  </a:cubicBezTo>
                  <a:cubicBezTo>
                    <a:pt x="2219" y="882"/>
                    <a:pt x="133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92"/>
            <p:cNvSpPr/>
            <p:nvPr/>
          </p:nvSpPr>
          <p:spPr>
            <a:xfrm rot="1799956">
              <a:off x="6829301" y="2689664"/>
              <a:ext cx="78146" cy="139114"/>
            </a:xfrm>
            <a:custGeom>
              <a:avLst/>
              <a:gdLst/>
              <a:ahLst/>
              <a:cxnLst/>
              <a:rect l="l" t="t" r="r" b="b"/>
              <a:pathLst>
                <a:path w="2220" h="3952" extrusionOk="0">
                  <a:moveTo>
                    <a:pt x="243" y="1"/>
                  </a:moveTo>
                  <a:cubicBezTo>
                    <a:pt x="152" y="1"/>
                    <a:pt x="91" y="31"/>
                    <a:pt x="0" y="31"/>
                  </a:cubicBezTo>
                  <a:cubicBezTo>
                    <a:pt x="973" y="153"/>
                    <a:pt x="1733" y="973"/>
                    <a:pt x="1733" y="1976"/>
                  </a:cubicBezTo>
                  <a:cubicBezTo>
                    <a:pt x="1733" y="2979"/>
                    <a:pt x="973" y="3800"/>
                    <a:pt x="0" y="3922"/>
                  </a:cubicBezTo>
                  <a:cubicBezTo>
                    <a:pt x="91" y="3922"/>
                    <a:pt x="152" y="3952"/>
                    <a:pt x="243" y="3952"/>
                  </a:cubicBezTo>
                  <a:cubicBezTo>
                    <a:pt x="1338" y="3952"/>
                    <a:pt x="2219" y="3070"/>
                    <a:pt x="2219" y="1976"/>
                  </a:cubicBezTo>
                  <a:cubicBezTo>
                    <a:pt x="2219" y="882"/>
                    <a:pt x="1338" y="1"/>
                    <a:pt x="24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92"/>
            <p:cNvSpPr/>
            <p:nvPr/>
          </p:nvSpPr>
          <p:spPr>
            <a:xfrm rot="1799956">
              <a:off x="6823445" y="16434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92"/>
            <p:cNvSpPr/>
            <p:nvPr/>
          </p:nvSpPr>
          <p:spPr>
            <a:xfrm rot="1799956">
              <a:off x="6773370" y="16249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39" name="Google Shape;2239;p92"/>
          <p:cNvSpPr txBox="1"/>
          <p:nvPr/>
        </p:nvSpPr>
        <p:spPr>
          <a:xfrm>
            <a:off x="241628" y="709621"/>
            <a:ext cx="943200" cy="38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FFFFFF"/>
                </a:solidFill>
                <a:latin typeface="Lilita One"/>
                <a:ea typeface="Lilita One"/>
                <a:cs typeface="Lilita One"/>
                <a:sym typeface="Lilita One"/>
              </a:rPr>
              <a:t>Roll the Dice</a:t>
            </a:r>
            <a:endParaRPr sz="1000">
              <a:solidFill>
                <a:srgbClr val="FFFFFF"/>
              </a:solidFill>
              <a:latin typeface="Lilita One"/>
              <a:ea typeface="Lilita One"/>
              <a:cs typeface="Lilita One"/>
              <a:sym typeface="Lilita One"/>
            </a:endParaRPr>
          </a:p>
        </p:txBody>
      </p:sp>
      <p:sp>
        <p:nvSpPr>
          <p:cNvPr id="2240" name="Google Shape;2240;p92">
            <a:hlinkClick r:id="rId3" action="ppaction://hlinksldjump"/>
          </p:cNvPr>
          <p:cNvSpPr/>
          <p:nvPr/>
        </p:nvSpPr>
        <p:spPr>
          <a:xfrm>
            <a:off x="312438" y="237000"/>
            <a:ext cx="801600" cy="8016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51"/>
        <p:cNvGrpSpPr/>
        <p:nvPr/>
      </p:nvGrpSpPr>
      <p:grpSpPr>
        <a:xfrm>
          <a:off x="0" y="0"/>
          <a:ext cx="0" cy="0"/>
          <a:chOff x="0" y="0"/>
          <a:chExt cx="0" cy="0"/>
        </a:xfrm>
      </p:grpSpPr>
      <p:grpSp>
        <p:nvGrpSpPr>
          <p:cNvPr id="2353" name="Google Shape;2353;p95"/>
          <p:cNvGrpSpPr/>
          <p:nvPr/>
        </p:nvGrpSpPr>
        <p:grpSpPr>
          <a:xfrm>
            <a:off x="417435" y="237007"/>
            <a:ext cx="591604" cy="615737"/>
            <a:chOff x="5593285" y="1262634"/>
            <a:chExt cx="1852814" cy="1928398"/>
          </a:xfrm>
        </p:grpSpPr>
        <p:sp>
          <p:nvSpPr>
            <p:cNvPr id="2354" name="Google Shape;2354;p95"/>
            <p:cNvSpPr/>
            <p:nvPr/>
          </p:nvSpPr>
          <p:spPr>
            <a:xfrm rot="1799956">
              <a:off x="6377770" y="2014775"/>
              <a:ext cx="639880" cy="1089253"/>
            </a:xfrm>
            <a:custGeom>
              <a:avLst/>
              <a:gdLst/>
              <a:ahLst/>
              <a:cxnLst/>
              <a:rect l="l" t="t" r="r" b="b"/>
              <a:pathLst>
                <a:path w="18178" h="30944" extrusionOk="0">
                  <a:moveTo>
                    <a:pt x="18177" y="0"/>
                  </a:moveTo>
                  <a:lnTo>
                    <a:pt x="1" y="9818"/>
                  </a:lnTo>
                  <a:lnTo>
                    <a:pt x="1" y="30943"/>
                  </a:lnTo>
                  <a:lnTo>
                    <a:pt x="18177" y="20153"/>
                  </a:lnTo>
                  <a:lnTo>
                    <a:pt x="181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95"/>
            <p:cNvSpPr/>
            <p:nvPr/>
          </p:nvSpPr>
          <p:spPr>
            <a:xfrm rot="1799956">
              <a:off x="6065202" y="1533009"/>
              <a:ext cx="1280781" cy="743652"/>
            </a:xfrm>
            <a:custGeom>
              <a:avLst/>
              <a:gdLst/>
              <a:ahLst/>
              <a:cxnLst/>
              <a:rect l="l" t="t" r="r" b="b"/>
              <a:pathLst>
                <a:path w="36385" h="21126" extrusionOk="0">
                  <a:moveTo>
                    <a:pt x="18694" y="0"/>
                  </a:moveTo>
                  <a:lnTo>
                    <a:pt x="1" y="10821"/>
                  </a:lnTo>
                  <a:lnTo>
                    <a:pt x="18208" y="21125"/>
                  </a:lnTo>
                  <a:lnTo>
                    <a:pt x="36384" y="11307"/>
                  </a:lnTo>
                  <a:lnTo>
                    <a:pt x="18694" y="0"/>
                  </a:lnTo>
                  <a:close/>
                </a:path>
              </a:pathLst>
            </a:custGeom>
            <a:solidFill>
              <a:srgbClr val="84AF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95"/>
            <p:cNvSpPr/>
            <p:nvPr/>
          </p:nvSpPr>
          <p:spPr>
            <a:xfrm rot="1799956">
              <a:off x="5826936" y="1678634"/>
              <a:ext cx="640936" cy="1106361"/>
            </a:xfrm>
            <a:custGeom>
              <a:avLst/>
              <a:gdLst/>
              <a:ahLst/>
              <a:cxnLst/>
              <a:rect l="l" t="t" r="r" b="b"/>
              <a:pathLst>
                <a:path w="18208" h="31430" extrusionOk="0">
                  <a:moveTo>
                    <a:pt x="1" y="0"/>
                  </a:moveTo>
                  <a:lnTo>
                    <a:pt x="1" y="20639"/>
                  </a:lnTo>
                  <a:lnTo>
                    <a:pt x="18208" y="31429"/>
                  </a:lnTo>
                  <a:lnTo>
                    <a:pt x="18208" y="10304"/>
                  </a:lnTo>
                  <a:lnTo>
                    <a:pt x="1" y="0"/>
                  </a:lnTo>
                  <a:close/>
                </a:path>
              </a:pathLst>
            </a:custGeom>
            <a:solidFill>
              <a:srgbClr val="618C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95"/>
            <p:cNvSpPr/>
            <p:nvPr/>
          </p:nvSpPr>
          <p:spPr>
            <a:xfrm rot="1799956">
              <a:off x="6605689" y="2310697"/>
              <a:ext cx="77090" cy="139149"/>
            </a:xfrm>
            <a:custGeom>
              <a:avLst/>
              <a:gdLst/>
              <a:ahLst/>
              <a:cxnLst/>
              <a:rect l="l" t="t" r="r" b="b"/>
              <a:pathLst>
                <a:path w="2190" h="3953" extrusionOk="0">
                  <a:moveTo>
                    <a:pt x="244" y="1"/>
                  </a:moveTo>
                  <a:cubicBezTo>
                    <a:pt x="153" y="1"/>
                    <a:pt x="61" y="31"/>
                    <a:pt x="1" y="31"/>
                  </a:cubicBezTo>
                  <a:cubicBezTo>
                    <a:pt x="943" y="153"/>
                    <a:pt x="1703" y="973"/>
                    <a:pt x="1703" y="1976"/>
                  </a:cubicBezTo>
                  <a:cubicBezTo>
                    <a:pt x="1703" y="2979"/>
                    <a:pt x="943" y="3800"/>
                    <a:pt x="1" y="3922"/>
                  </a:cubicBezTo>
                  <a:cubicBezTo>
                    <a:pt x="61" y="3922"/>
                    <a:pt x="153" y="3952"/>
                    <a:pt x="244" y="3952"/>
                  </a:cubicBezTo>
                  <a:cubicBezTo>
                    <a:pt x="1308" y="3952"/>
                    <a:pt x="2189" y="3071"/>
                    <a:pt x="2189" y="1976"/>
                  </a:cubicBezTo>
                  <a:cubicBezTo>
                    <a:pt x="2189" y="882"/>
                    <a:pt x="130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95"/>
            <p:cNvSpPr/>
            <p:nvPr/>
          </p:nvSpPr>
          <p:spPr>
            <a:xfrm rot="1799956">
              <a:off x="6549921" y="2292252"/>
              <a:ext cx="120950" cy="136966"/>
            </a:xfrm>
            <a:custGeom>
              <a:avLst/>
              <a:gdLst/>
              <a:ahLst/>
              <a:cxnLst/>
              <a:rect l="l" t="t" r="r" b="b"/>
              <a:pathLst>
                <a:path w="3436" h="3891" extrusionOk="0">
                  <a:moveTo>
                    <a:pt x="1703" y="0"/>
                  </a:moveTo>
                  <a:cubicBezTo>
                    <a:pt x="761" y="0"/>
                    <a:pt x="1" y="882"/>
                    <a:pt x="1" y="1945"/>
                  </a:cubicBezTo>
                  <a:cubicBezTo>
                    <a:pt x="1" y="3009"/>
                    <a:pt x="761" y="3891"/>
                    <a:pt x="1703" y="3891"/>
                  </a:cubicBezTo>
                  <a:cubicBezTo>
                    <a:pt x="2676" y="3891"/>
                    <a:pt x="3436" y="3009"/>
                    <a:pt x="3436" y="1945"/>
                  </a:cubicBezTo>
                  <a:cubicBezTo>
                    <a:pt x="3436" y="882"/>
                    <a:pt x="2676" y="0"/>
                    <a:pt x="170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95"/>
            <p:cNvSpPr/>
            <p:nvPr/>
          </p:nvSpPr>
          <p:spPr>
            <a:xfrm rot="1799956">
              <a:off x="6442560" y="2687541"/>
              <a:ext cx="78146" cy="139114"/>
            </a:xfrm>
            <a:custGeom>
              <a:avLst/>
              <a:gdLst/>
              <a:ahLst/>
              <a:cxnLst/>
              <a:rect l="l" t="t" r="r" b="b"/>
              <a:pathLst>
                <a:path w="2220" h="3952" extrusionOk="0">
                  <a:moveTo>
                    <a:pt x="244" y="0"/>
                  </a:moveTo>
                  <a:cubicBezTo>
                    <a:pt x="183" y="0"/>
                    <a:pt x="92" y="31"/>
                    <a:pt x="1" y="31"/>
                  </a:cubicBezTo>
                  <a:cubicBezTo>
                    <a:pt x="974" y="152"/>
                    <a:pt x="1734" y="973"/>
                    <a:pt x="1734" y="1976"/>
                  </a:cubicBezTo>
                  <a:cubicBezTo>
                    <a:pt x="1734" y="2979"/>
                    <a:pt x="974" y="3800"/>
                    <a:pt x="1" y="3921"/>
                  </a:cubicBezTo>
                  <a:cubicBezTo>
                    <a:pt x="92" y="3921"/>
                    <a:pt x="183" y="3952"/>
                    <a:pt x="244" y="3952"/>
                  </a:cubicBezTo>
                  <a:cubicBezTo>
                    <a:pt x="1338" y="3952"/>
                    <a:pt x="2220" y="3070"/>
                    <a:pt x="2220" y="1976"/>
                  </a:cubicBezTo>
                  <a:cubicBezTo>
                    <a:pt x="2220" y="882"/>
                    <a:pt x="1338" y="0"/>
                    <a:pt x="24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95"/>
            <p:cNvSpPr/>
            <p:nvPr/>
          </p:nvSpPr>
          <p:spPr>
            <a:xfrm rot="1799956">
              <a:off x="6387808" y="2669343"/>
              <a:ext cx="120950" cy="137001"/>
            </a:xfrm>
            <a:custGeom>
              <a:avLst/>
              <a:gdLst/>
              <a:ahLst/>
              <a:cxnLst/>
              <a:rect l="l" t="t" r="r" b="b"/>
              <a:pathLst>
                <a:path w="3436" h="3892" extrusionOk="0">
                  <a:moveTo>
                    <a:pt x="1703" y="1"/>
                  </a:moveTo>
                  <a:cubicBezTo>
                    <a:pt x="761" y="1"/>
                    <a:pt x="1" y="882"/>
                    <a:pt x="1" y="1946"/>
                  </a:cubicBezTo>
                  <a:cubicBezTo>
                    <a:pt x="1" y="3010"/>
                    <a:pt x="761" y="3891"/>
                    <a:pt x="1703" y="3891"/>
                  </a:cubicBezTo>
                  <a:cubicBezTo>
                    <a:pt x="2676" y="3891"/>
                    <a:pt x="3436" y="3010"/>
                    <a:pt x="3436" y="1946"/>
                  </a:cubicBezTo>
                  <a:cubicBezTo>
                    <a:pt x="3436" y="882"/>
                    <a:pt x="2676" y="1"/>
                    <a:pt x="170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95"/>
            <p:cNvSpPr/>
            <p:nvPr/>
          </p:nvSpPr>
          <p:spPr>
            <a:xfrm rot="1799956">
              <a:off x="6923881" y="2314455"/>
              <a:ext cx="122006" cy="137001"/>
            </a:xfrm>
            <a:custGeom>
              <a:avLst/>
              <a:gdLst/>
              <a:ahLst/>
              <a:cxnLst/>
              <a:rect l="l" t="t" r="r" b="b"/>
              <a:pathLst>
                <a:path w="3466" h="3892" extrusionOk="0">
                  <a:moveTo>
                    <a:pt x="1733" y="1"/>
                  </a:moveTo>
                  <a:cubicBezTo>
                    <a:pt x="791" y="1"/>
                    <a:pt x="1" y="882"/>
                    <a:pt x="1" y="1946"/>
                  </a:cubicBezTo>
                  <a:cubicBezTo>
                    <a:pt x="1" y="3040"/>
                    <a:pt x="791" y="3892"/>
                    <a:pt x="1733" y="3892"/>
                  </a:cubicBezTo>
                  <a:cubicBezTo>
                    <a:pt x="2676" y="3892"/>
                    <a:pt x="3466" y="3040"/>
                    <a:pt x="3466" y="1946"/>
                  </a:cubicBezTo>
                  <a:cubicBezTo>
                    <a:pt x="3466" y="882"/>
                    <a:pt x="2676"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95"/>
            <p:cNvSpPr/>
            <p:nvPr/>
          </p:nvSpPr>
          <p:spPr>
            <a:xfrm rot="1799956">
              <a:off x="5913516" y="2179727"/>
              <a:ext cx="83496" cy="138550"/>
            </a:xfrm>
            <a:custGeom>
              <a:avLst/>
              <a:gdLst/>
              <a:ahLst/>
              <a:cxnLst/>
              <a:rect l="l" t="t" r="r" b="b"/>
              <a:pathLst>
                <a:path w="2372" h="3936" extrusionOk="0">
                  <a:moveTo>
                    <a:pt x="301" y="0"/>
                  </a:moveTo>
                  <a:cubicBezTo>
                    <a:pt x="282" y="0"/>
                    <a:pt x="263" y="1"/>
                    <a:pt x="244" y="1"/>
                  </a:cubicBezTo>
                  <a:cubicBezTo>
                    <a:pt x="152" y="31"/>
                    <a:pt x="61" y="31"/>
                    <a:pt x="0" y="62"/>
                  </a:cubicBezTo>
                  <a:cubicBezTo>
                    <a:pt x="973" y="123"/>
                    <a:pt x="1763" y="883"/>
                    <a:pt x="1824" y="1886"/>
                  </a:cubicBezTo>
                  <a:cubicBezTo>
                    <a:pt x="1855" y="2889"/>
                    <a:pt x="1155" y="3740"/>
                    <a:pt x="213" y="3922"/>
                  </a:cubicBezTo>
                  <a:cubicBezTo>
                    <a:pt x="254" y="3922"/>
                    <a:pt x="308" y="3936"/>
                    <a:pt x="366" y="3936"/>
                  </a:cubicBezTo>
                  <a:cubicBezTo>
                    <a:pt x="396" y="3936"/>
                    <a:pt x="426" y="3932"/>
                    <a:pt x="456" y="3922"/>
                  </a:cubicBezTo>
                  <a:cubicBezTo>
                    <a:pt x="1520" y="3892"/>
                    <a:pt x="2371" y="2949"/>
                    <a:pt x="2310" y="1855"/>
                  </a:cubicBezTo>
                  <a:cubicBezTo>
                    <a:pt x="2251" y="810"/>
                    <a:pt x="1341"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95"/>
            <p:cNvSpPr/>
            <p:nvPr/>
          </p:nvSpPr>
          <p:spPr>
            <a:xfrm rot="1799956">
              <a:off x="5858415" y="2162128"/>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7" y="3867"/>
                  </a:cubicBezTo>
                  <a:cubicBezTo>
                    <a:pt x="1819" y="3867"/>
                    <a:pt x="1852" y="3866"/>
                    <a:pt x="1885" y="3864"/>
                  </a:cubicBezTo>
                  <a:cubicBezTo>
                    <a:pt x="2827" y="3834"/>
                    <a:pt x="3557"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95"/>
            <p:cNvSpPr/>
            <p:nvPr/>
          </p:nvSpPr>
          <p:spPr>
            <a:xfrm rot="1799956">
              <a:off x="6026175" y="2006187"/>
              <a:ext cx="83496" cy="138163"/>
            </a:xfrm>
            <a:custGeom>
              <a:avLst/>
              <a:gdLst/>
              <a:ahLst/>
              <a:cxnLst/>
              <a:rect l="l" t="t" r="r" b="b"/>
              <a:pathLst>
                <a:path w="2372" h="3925" extrusionOk="0">
                  <a:moveTo>
                    <a:pt x="357" y="1"/>
                  </a:moveTo>
                  <a:cubicBezTo>
                    <a:pt x="320" y="1"/>
                    <a:pt x="282" y="2"/>
                    <a:pt x="244" y="4"/>
                  </a:cubicBezTo>
                  <a:cubicBezTo>
                    <a:pt x="152" y="4"/>
                    <a:pt x="92" y="34"/>
                    <a:pt x="0" y="34"/>
                  </a:cubicBezTo>
                  <a:cubicBezTo>
                    <a:pt x="973" y="95"/>
                    <a:pt x="1763" y="885"/>
                    <a:pt x="1824" y="1888"/>
                  </a:cubicBezTo>
                  <a:cubicBezTo>
                    <a:pt x="1885" y="2861"/>
                    <a:pt x="1186" y="3742"/>
                    <a:pt x="213" y="3894"/>
                  </a:cubicBezTo>
                  <a:cubicBezTo>
                    <a:pt x="304" y="3925"/>
                    <a:pt x="365" y="3925"/>
                    <a:pt x="456" y="3925"/>
                  </a:cubicBezTo>
                  <a:cubicBezTo>
                    <a:pt x="1551" y="3864"/>
                    <a:pt x="2371" y="2922"/>
                    <a:pt x="2310" y="1858"/>
                  </a:cubicBezTo>
                  <a:cubicBezTo>
                    <a:pt x="2252" y="802"/>
                    <a:pt x="1400" y="1"/>
                    <a:pt x="357"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95"/>
            <p:cNvSpPr/>
            <p:nvPr/>
          </p:nvSpPr>
          <p:spPr>
            <a:xfrm rot="1799956">
              <a:off x="5972129" y="1988203"/>
              <a:ext cx="125209" cy="137107"/>
            </a:xfrm>
            <a:custGeom>
              <a:avLst/>
              <a:gdLst/>
              <a:ahLst/>
              <a:cxnLst/>
              <a:rect l="l" t="t" r="r" b="b"/>
              <a:pathLst>
                <a:path w="3557" h="3895" extrusionOk="0">
                  <a:moveTo>
                    <a:pt x="1767" y="0"/>
                  </a:moveTo>
                  <a:cubicBezTo>
                    <a:pt x="1736" y="0"/>
                    <a:pt x="1704" y="1"/>
                    <a:pt x="1672" y="3"/>
                  </a:cubicBezTo>
                  <a:cubicBezTo>
                    <a:pt x="700" y="64"/>
                    <a:pt x="1" y="976"/>
                    <a:pt x="61" y="2040"/>
                  </a:cubicBezTo>
                  <a:cubicBezTo>
                    <a:pt x="121" y="3084"/>
                    <a:pt x="884" y="3895"/>
                    <a:pt x="1833" y="3895"/>
                  </a:cubicBezTo>
                  <a:cubicBezTo>
                    <a:pt x="1850" y="3895"/>
                    <a:pt x="1868" y="3894"/>
                    <a:pt x="1885" y="3894"/>
                  </a:cubicBezTo>
                  <a:cubicBezTo>
                    <a:pt x="2827" y="3833"/>
                    <a:pt x="3557" y="2921"/>
                    <a:pt x="3496" y="1857"/>
                  </a:cubicBezTo>
                  <a:cubicBezTo>
                    <a:pt x="3437" y="829"/>
                    <a:pt x="2669" y="0"/>
                    <a:pt x="1767"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95"/>
            <p:cNvSpPr/>
            <p:nvPr/>
          </p:nvSpPr>
          <p:spPr>
            <a:xfrm rot="1799956">
              <a:off x="6133528" y="1828513"/>
              <a:ext cx="83496" cy="138656"/>
            </a:xfrm>
            <a:custGeom>
              <a:avLst/>
              <a:gdLst/>
              <a:ahLst/>
              <a:cxnLst/>
              <a:rect l="l" t="t" r="r" b="b"/>
              <a:pathLst>
                <a:path w="2372" h="3939" extrusionOk="0">
                  <a:moveTo>
                    <a:pt x="354" y="1"/>
                  </a:moveTo>
                  <a:cubicBezTo>
                    <a:pt x="318" y="1"/>
                    <a:pt x="281" y="2"/>
                    <a:pt x="244" y="4"/>
                  </a:cubicBezTo>
                  <a:cubicBezTo>
                    <a:pt x="153" y="4"/>
                    <a:pt x="92" y="34"/>
                    <a:pt x="1" y="65"/>
                  </a:cubicBezTo>
                  <a:cubicBezTo>
                    <a:pt x="974" y="126"/>
                    <a:pt x="1764" y="885"/>
                    <a:pt x="1825" y="1889"/>
                  </a:cubicBezTo>
                  <a:cubicBezTo>
                    <a:pt x="1885" y="2892"/>
                    <a:pt x="1186" y="3743"/>
                    <a:pt x="214" y="3925"/>
                  </a:cubicBezTo>
                  <a:cubicBezTo>
                    <a:pt x="275" y="3925"/>
                    <a:pt x="335" y="3939"/>
                    <a:pt x="387" y="3939"/>
                  </a:cubicBezTo>
                  <a:cubicBezTo>
                    <a:pt x="413" y="3939"/>
                    <a:pt x="437" y="3935"/>
                    <a:pt x="457" y="3925"/>
                  </a:cubicBezTo>
                  <a:cubicBezTo>
                    <a:pt x="1551" y="3864"/>
                    <a:pt x="2372" y="2952"/>
                    <a:pt x="2311" y="1858"/>
                  </a:cubicBezTo>
                  <a:cubicBezTo>
                    <a:pt x="2252" y="830"/>
                    <a:pt x="1399" y="1"/>
                    <a:pt x="3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95"/>
            <p:cNvSpPr/>
            <p:nvPr/>
          </p:nvSpPr>
          <p:spPr>
            <a:xfrm rot="1799956">
              <a:off x="6079344" y="1811559"/>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6" y="3867"/>
                  </a:cubicBezTo>
                  <a:cubicBezTo>
                    <a:pt x="1819" y="3867"/>
                    <a:pt x="1852" y="3866"/>
                    <a:pt x="1885" y="3864"/>
                  </a:cubicBezTo>
                  <a:cubicBezTo>
                    <a:pt x="2827" y="3834"/>
                    <a:pt x="3556"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95"/>
            <p:cNvSpPr/>
            <p:nvPr/>
          </p:nvSpPr>
          <p:spPr>
            <a:xfrm rot="1799956">
              <a:off x="6105082" y="2510591"/>
              <a:ext cx="80258" cy="139149"/>
            </a:xfrm>
            <a:custGeom>
              <a:avLst/>
              <a:gdLst/>
              <a:ahLst/>
              <a:cxnLst/>
              <a:rect l="l" t="t" r="r" b="b"/>
              <a:pathLst>
                <a:path w="2280" h="3953" extrusionOk="0">
                  <a:moveTo>
                    <a:pt x="300" y="0"/>
                  </a:moveTo>
                  <a:cubicBezTo>
                    <a:pt x="281" y="0"/>
                    <a:pt x="262" y="0"/>
                    <a:pt x="243" y="1"/>
                  </a:cubicBezTo>
                  <a:cubicBezTo>
                    <a:pt x="152" y="1"/>
                    <a:pt x="91" y="31"/>
                    <a:pt x="0" y="31"/>
                  </a:cubicBezTo>
                  <a:cubicBezTo>
                    <a:pt x="973" y="122"/>
                    <a:pt x="1733" y="943"/>
                    <a:pt x="1763" y="1916"/>
                  </a:cubicBezTo>
                  <a:cubicBezTo>
                    <a:pt x="1793" y="2919"/>
                    <a:pt x="1064" y="3770"/>
                    <a:pt x="91" y="3922"/>
                  </a:cubicBezTo>
                  <a:cubicBezTo>
                    <a:pt x="182" y="3922"/>
                    <a:pt x="274" y="3952"/>
                    <a:pt x="365" y="3952"/>
                  </a:cubicBezTo>
                  <a:cubicBezTo>
                    <a:pt x="1429" y="3922"/>
                    <a:pt x="2280" y="3010"/>
                    <a:pt x="2249" y="1916"/>
                  </a:cubicBezTo>
                  <a:cubicBezTo>
                    <a:pt x="2220" y="841"/>
                    <a:pt x="1368" y="0"/>
                    <a:pt x="300"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95"/>
            <p:cNvSpPr/>
            <p:nvPr/>
          </p:nvSpPr>
          <p:spPr>
            <a:xfrm rot="1799956">
              <a:off x="6050226" y="2492648"/>
              <a:ext cx="124153" cy="137037"/>
            </a:xfrm>
            <a:custGeom>
              <a:avLst/>
              <a:gdLst/>
              <a:ahLst/>
              <a:cxnLst/>
              <a:rect l="l" t="t" r="r" b="b"/>
              <a:pathLst>
                <a:path w="3527" h="3893" extrusionOk="0">
                  <a:moveTo>
                    <a:pt x="1752" y="0"/>
                  </a:moveTo>
                  <a:cubicBezTo>
                    <a:pt x="1736" y="0"/>
                    <a:pt x="1719" y="1"/>
                    <a:pt x="1703" y="1"/>
                  </a:cubicBezTo>
                  <a:cubicBezTo>
                    <a:pt x="761" y="32"/>
                    <a:pt x="1" y="913"/>
                    <a:pt x="31" y="2007"/>
                  </a:cubicBezTo>
                  <a:cubicBezTo>
                    <a:pt x="61" y="3053"/>
                    <a:pt x="854" y="3893"/>
                    <a:pt x="1776" y="3893"/>
                  </a:cubicBezTo>
                  <a:cubicBezTo>
                    <a:pt x="1792" y="3893"/>
                    <a:pt x="1808" y="3892"/>
                    <a:pt x="1825" y="3892"/>
                  </a:cubicBezTo>
                  <a:cubicBezTo>
                    <a:pt x="2767" y="3862"/>
                    <a:pt x="3527" y="2980"/>
                    <a:pt x="3496" y="1886"/>
                  </a:cubicBezTo>
                  <a:cubicBezTo>
                    <a:pt x="3467" y="840"/>
                    <a:pt x="2674" y="0"/>
                    <a:pt x="1752"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95"/>
            <p:cNvSpPr/>
            <p:nvPr/>
          </p:nvSpPr>
          <p:spPr>
            <a:xfrm rot="1799956">
              <a:off x="6222434" y="2340105"/>
              <a:ext cx="81349" cy="138093"/>
            </a:xfrm>
            <a:custGeom>
              <a:avLst/>
              <a:gdLst/>
              <a:ahLst/>
              <a:cxnLst/>
              <a:rect l="l" t="t" r="r" b="b"/>
              <a:pathLst>
                <a:path w="2311" h="3923" extrusionOk="0">
                  <a:moveTo>
                    <a:pt x="300" y="1"/>
                  </a:moveTo>
                  <a:cubicBezTo>
                    <a:pt x="281" y="1"/>
                    <a:pt x="262" y="1"/>
                    <a:pt x="243" y="2"/>
                  </a:cubicBezTo>
                  <a:cubicBezTo>
                    <a:pt x="152" y="2"/>
                    <a:pt x="91" y="32"/>
                    <a:pt x="0" y="32"/>
                  </a:cubicBezTo>
                  <a:cubicBezTo>
                    <a:pt x="973" y="123"/>
                    <a:pt x="1763" y="913"/>
                    <a:pt x="1793" y="1916"/>
                  </a:cubicBezTo>
                  <a:cubicBezTo>
                    <a:pt x="1824" y="2920"/>
                    <a:pt x="1094" y="3771"/>
                    <a:pt x="122" y="3923"/>
                  </a:cubicBezTo>
                  <a:lnTo>
                    <a:pt x="365" y="3923"/>
                  </a:lnTo>
                  <a:cubicBezTo>
                    <a:pt x="1459" y="3892"/>
                    <a:pt x="2310" y="2980"/>
                    <a:pt x="2280" y="1916"/>
                  </a:cubicBezTo>
                  <a:cubicBezTo>
                    <a:pt x="2250" y="841"/>
                    <a:pt x="1369" y="1"/>
                    <a:pt x="30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95"/>
            <p:cNvSpPr/>
            <p:nvPr/>
          </p:nvSpPr>
          <p:spPr>
            <a:xfrm rot="1799956">
              <a:off x="6168660" y="2322194"/>
              <a:ext cx="123062" cy="135945"/>
            </a:xfrm>
            <a:custGeom>
              <a:avLst/>
              <a:gdLst/>
              <a:ahLst/>
              <a:cxnLst/>
              <a:rect l="l" t="t" r="r" b="b"/>
              <a:pathLst>
                <a:path w="3496" h="3862" extrusionOk="0">
                  <a:moveTo>
                    <a:pt x="1723" y="0"/>
                  </a:moveTo>
                  <a:cubicBezTo>
                    <a:pt x="1706" y="0"/>
                    <a:pt x="1689" y="0"/>
                    <a:pt x="1672" y="1"/>
                  </a:cubicBezTo>
                  <a:cubicBezTo>
                    <a:pt x="730" y="31"/>
                    <a:pt x="0" y="913"/>
                    <a:pt x="31" y="1977"/>
                  </a:cubicBezTo>
                  <a:cubicBezTo>
                    <a:pt x="61" y="3022"/>
                    <a:pt x="824" y="3862"/>
                    <a:pt x="1745" y="3862"/>
                  </a:cubicBezTo>
                  <a:cubicBezTo>
                    <a:pt x="1761" y="3862"/>
                    <a:pt x="1777" y="3862"/>
                    <a:pt x="1794" y="3861"/>
                  </a:cubicBezTo>
                  <a:cubicBezTo>
                    <a:pt x="2736" y="3831"/>
                    <a:pt x="3496" y="2949"/>
                    <a:pt x="3465" y="1885"/>
                  </a:cubicBezTo>
                  <a:cubicBezTo>
                    <a:pt x="3436" y="840"/>
                    <a:pt x="2672" y="0"/>
                    <a:pt x="172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95"/>
            <p:cNvSpPr/>
            <p:nvPr/>
          </p:nvSpPr>
          <p:spPr>
            <a:xfrm rot="1799956">
              <a:off x="6333998" y="2166084"/>
              <a:ext cx="81349" cy="138093"/>
            </a:xfrm>
            <a:custGeom>
              <a:avLst/>
              <a:gdLst/>
              <a:ahLst/>
              <a:cxnLst/>
              <a:rect l="l" t="t" r="r" b="b"/>
              <a:pathLst>
                <a:path w="2311" h="3923" extrusionOk="0">
                  <a:moveTo>
                    <a:pt x="301" y="0"/>
                  </a:moveTo>
                  <a:cubicBezTo>
                    <a:pt x="282" y="0"/>
                    <a:pt x="263" y="1"/>
                    <a:pt x="244" y="1"/>
                  </a:cubicBezTo>
                  <a:cubicBezTo>
                    <a:pt x="183" y="1"/>
                    <a:pt x="92" y="1"/>
                    <a:pt x="1" y="32"/>
                  </a:cubicBezTo>
                  <a:cubicBezTo>
                    <a:pt x="973" y="123"/>
                    <a:pt x="1764" y="913"/>
                    <a:pt x="1794" y="1916"/>
                  </a:cubicBezTo>
                  <a:cubicBezTo>
                    <a:pt x="1824" y="2919"/>
                    <a:pt x="1095" y="3740"/>
                    <a:pt x="122" y="3892"/>
                  </a:cubicBezTo>
                  <a:cubicBezTo>
                    <a:pt x="213" y="3922"/>
                    <a:pt x="274" y="3922"/>
                    <a:pt x="365" y="3922"/>
                  </a:cubicBezTo>
                  <a:cubicBezTo>
                    <a:pt x="1460" y="3892"/>
                    <a:pt x="2311" y="2980"/>
                    <a:pt x="2280" y="1916"/>
                  </a:cubicBezTo>
                  <a:cubicBezTo>
                    <a:pt x="2250" y="841"/>
                    <a:pt x="1369"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95"/>
            <p:cNvSpPr/>
            <p:nvPr/>
          </p:nvSpPr>
          <p:spPr>
            <a:xfrm rot="1799956">
              <a:off x="6280230" y="2148150"/>
              <a:ext cx="123097" cy="135981"/>
            </a:xfrm>
            <a:custGeom>
              <a:avLst/>
              <a:gdLst/>
              <a:ahLst/>
              <a:cxnLst/>
              <a:rect l="l" t="t" r="r" b="b"/>
              <a:pathLst>
                <a:path w="3497" h="3863" extrusionOk="0">
                  <a:moveTo>
                    <a:pt x="1754" y="1"/>
                  </a:moveTo>
                  <a:cubicBezTo>
                    <a:pt x="1737" y="1"/>
                    <a:pt x="1720" y="1"/>
                    <a:pt x="1703" y="2"/>
                  </a:cubicBezTo>
                  <a:cubicBezTo>
                    <a:pt x="730" y="2"/>
                    <a:pt x="1" y="913"/>
                    <a:pt x="31" y="1977"/>
                  </a:cubicBezTo>
                  <a:cubicBezTo>
                    <a:pt x="61" y="3023"/>
                    <a:pt x="825" y="3863"/>
                    <a:pt x="1745" y="3863"/>
                  </a:cubicBezTo>
                  <a:cubicBezTo>
                    <a:pt x="1762" y="3863"/>
                    <a:pt x="1778" y="3862"/>
                    <a:pt x="1794" y="3862"/>
                  </a:cubicBezTo>
                  <a:cubicBezTo>
                    <a:pt x="2767" y="3831"/>
                    <a:pt x="3496" y="2950"/>
                    <a:pt x="3466" y="1886"/>
                  </a:cubicBezTo>
                  <a:cubicBezTo>
                    <a:pt x="3436" y="812"/>
                    <a:pt x="2673" y="1"/>
                    <a:pt x="17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95"/>
            <p:cNvSpPr/>
            <p:nvPr/>
          </p:nvSpPr>
          <p:spPr>
            <a:xfrm rot="1799956">
              <a:off x="7043305" y="2079862"/>
              <a:ext cx="93106" cy="137705"/>
            </a:xfrm>
            <a:custGeom>
              <a:avLst/>
              <a:gdLst/>
              <a:ahLst/>
              <a:cxnLst/>
              <a:rect l="l" t="t" r="r" b="b"/>
              <a:pathLst>
                <a:path w="2645" h="3912" extrusionOk="0">
                  <a:moveTo>
                    <a:pt x="578" y="0"/>
                  </a:moveTo>
                  <a:cubicBezTo>
                    <a:pt x="1520" y="244"/>
                    <a:pt x="2128" y="1186"/>
                    <a:pt x="2007" y="2158"/>
                  </a:cubicBezTo>
                  <a:cubicBezTo>
                    <a:pt x="1858" y="3140"/>
                    <a:pt x="1010" y="3831"/>
                    <a:pt x="62" y="3831"/>
                  </a:cubicBezTo>
                  <a:cubicBezTo>
                    <a:pt x="41" y="3831"/>
                    <a:pt x="21" y="3831"/>
                    <a:pt x="0" y="3830"/>
                  </a:cubicBezTo>
                  <a:lnTo>
                    <a:pt x="0" y="3830"/>
                  </a:lnTo>
                  <a:cubicBezTo>
                    <a:pt x="92" y="3861"/>
                    <a:pt x="152" y="3891"/>
                    <a:pt x="244" y="3891"/>
                  </a:cubicBezTo>
                  <a:cubicBezTo>
                    <a:pt x="341" y="3904"/>
                    <a:pt x="437" y="3911"/>
                    <a:pt x="531" y="3911"/>
                  </a:cubicBezTo>
                  <a:cubicBezTo>
                    <a:pt x="1504" y="3911"/>
                    <a:pt x="2327" y="3219"/>
                    <a:pt x="2493" y="2250"/>
                  </a:cubicBezTo>
                  <a:cubicBezTo>
                    <a:pt x="2645" y="1155"/>
                    <a:pt x="1885" y="152"/>
                    <a:pt x="82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95"/>
            <p:cNvSpPr/>
            <p:nvPr/>
          </p:nvSpPr>
          <p:spPr>
            <a:xfrm rot="1799956">
              <a:off x="6993310" y="2060930"/>
              <a:ext cx="130595" cy="136192"/>
            </a:xfrm>
            <a:custGeom>
              <a:avLst/>
              <a:gdLst/>
              <a:ahLst/>
              <a:cxnLst/>
              <a:rect l="l" t="t" r="r" b="b"/>
              <a:pathLst>
                <a:path w="3710" h="3869" extrusionOk="0">
                  <a:moveTo>
                    <a:pt x="1918" y="0"/>
                  </a:moveTo>
                  <a:cubicBezTo>
                    <a:pt x="1066" y="0"/>
                    <a:pt x="292" y="719"/>
                    <a:pt x="153" y="1691"/>
                  </a:cubicBezTo>
                  <a:cubicBezTo>
                    <a:pt x="1" y="2755"/>
                    <a:pt x="639" y="3728"/>
                    <a:pt x="1581" y="3849"/>
                  </a:cubicBezTo>
                  <a:cubicBezTo>
                    <a:pt x="1662" y="3862"/>
                    <a:pt x="1743" y="3869"/>
                    <a:pt x="1822" y="3869"/>
                  </a:cubicBezTo>
                  <a:cubicBezTo>
                    <a:pt x="2670" y="3869"/>
                    <a:pt x="3418" y="3150"/>
                    <a:pt x="3557" y="2177"/>
                  </a:cubicBezTo>
                  <a:cubicBezTo>
                    <a:pt x="3709" y="1114"/>
                    <a:pt x="3101" y="141"/>
                    <a:pt x="2159" y="19"/>
                  </a:cubicBezTo>
                  <a:cubicBezTo>
                    <a:pt x="2078" y="6"/>
                    <a:pt x="1998" y="0"/>
                    <a:pt x="191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95"/>
            <p:cNvSpPr/>
            <p:nvPr/>
          </p:nvSpPr>
          <p:spPr>
            <a:xfrm rot="1799956">
              <a:off x="6578787" y="2060069"/>
              <a:ext cx="93106" cy="138761"/>
            </a:xfrm>
            <a:custGeom>
              <a:avLst/>
              <a:gdLst/>
              <a:ahLst/>
              <a:cxnLst/>
              <a:rect l="l" t="t" r="r" b="b"/>
              <a:pathLst>
                <a:path w="2645" h="3942" extrusionOk="0">
                  <a:moveTo>
                    <a:pt x="578" y="1"/>
                  </a:moveTo>
                  <a:cubicBezTo>
                    <a:pt x="1520" y="274"/>
                    <a:pt x="2128" y="1186"/>
                    <a:pt x="2006" y="2189"/>
                  </a:cubicBezTo>
                  <a:cubicBezTo>
                    <a:pt x="1854" y="3162"/>
                    <a:pt x="973" y="3861"/>
                    <a:pt x="0" y="3861"/>
                  </a:cubicBezTo>
                  <a:cubicBezTo>
                    <a:pt x="91" y="3861"/>
                    <a:pt x="152" y="3892"/>
                    <a:pt x="243" y="3922"/>
                  </a:cubicBezTo>
                  <a:cubicBezTo>
                    <a:pt x="337" y="3935"/>
                    <a:pt x="430" y="3941"/>
                    <a:pt x="522" y="3941"/>
                  </a:cubicBezTo>
                  <a:cubicBezTo>
                    <a:pt x="1499" y="3941"/>
                    <a:pt x="2326" y="3223"/>
                    <a:pt x="2493" y="2250"/>
                  </a:cubicBezTo>
                  <a:cubicBezTo>
                    <a:pt x="2645" y="1186"/>
                    <a:pt x="1885" y="183"/>
                    <a:pt x="821" y="31"/>
                  </a:cubicBezTo>
                  <a:cubicBezTo>
                    <a:pt x="730" y="1"/>
                    <a:pt x="669" y="1"/>
                    <a:pt x="578"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95"/>
            <p:cNvSpPr/>
            <p:nvPr/>
          </p:nvSpPr>
          <p:spPr>
            <a:xfrm rot="1799956">
              <a:off x="6528794" y="2041340"/>
              <a:ext cx="130560" cy="136825"/>
            </a:xfrm>
            <a:custGeom>
              <a:avLst/>
              <a:gdLst/>
              <a:ahLst/>
              <a:cxnLst/>
              <a:rect l="l" t="t" r="r" b="b"/>
              <a:pathLst>
                <a:path w="3709" h="3887" extrusionOk="0">
                  <a:moveTo>
                    <a:pt x="1953" y="1"/>
                  </a:moveTo>
                  <a:cubicBezTo>
                    <a:pt x="1087" y="1"/>
                    <a:pt x="293" y="700"/>
                    <a:pt x="153" y="1686"/>
                  </a:cubicBezTo>
                  <a:cubicBezTo>
                    <a:pt x="1" y="2749"/>
                    <a:pt x="639" y="3722"/>
                    <a:pt x="1581" y="3874"/>
                  </a:cubicBezTo>
                  <a:cubicBezTo>
                    <a:pt x="1648" y="3883"/>
                    <a:pt x="1714" y="3887"/>
                    <a:pt x="1780" y="3887"/>
                  </a:cubicBezTo>
                  <a:cubicBezTo>
                    <a:pt x="2644" y="3887"/>
                    <a:pt x="3416" y="3163"/>
                    <a:pt x="3557" y="2202"/>
                  </a:cubicBezTo>
                  <a:cubicBezTo>
                    <a:pt x="3709" y="1139"/>
                    <a:pt x="3101" y="166"/>
                    <a:pt x="2159" y="14"/>
                  </a:cubicBezTo>
                  <a:cubicBezTo>
                    <a:pt x="2090" y="5"/>
                    <a:pt x="2021" y="1"/>
                    <a:pt x="195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95"/>
            <p:cNvSpPr/>
            <p:nvPr/>
          </p:nvSpPr>
          <p:spPr>
            <a:xfrm rot="1799956">
              <a:off x="6345570" y="16487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95"/>
            <p:cNvSpPr/>
            <p:nvPr/>
          </p:nvSpPr>
          <p:spPr>
            <a:xfrm rot="1799956">
              <a:off x="6295495" y="16302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95"/>
            <p:cNvSpPr/>
            <p:nvPr/>
          </p:nvSpPr>
          <p:spPr>
            <a:xfrm rot="1799956">
              <a:off x="6698617" y="1852529"/>
              <a:ext cx="93106" cy="138726"/>
            </a:xfrm>
            <a:custGeom>
              <a:avLst/>
              <a:gdLst/>
              <a:ahLst/>
              <a:cxnLst/>
              <a:rect l="l" t="t" r="r" b="b"/>
              <a:pathLst>
                <a:path w="2645" h="3941" extrusionOk="0">
                  <a:moveTo>
                    <a:pt x="578" y="0"/>
                  </a:moveTo>
                  <a:cubicBezTo>
                    <a:pt x="1520" y="274"/>
                    <a:pt x="2128" y="1186"/>
                    <a:pt x="2006" y="2189"/>
                  </a:cubicBezTo>
                  <a:cubicBezTo>
                    <a:pt x="1854" y="3161"/>
                    <a:pt x="973" y="3861"/>
                    <a:pt x="0" y="3861"/>
                  </a:cubicBezTo>
                  <a:cubicBezTo>
                    <a:pt x="91" y="3861"/>
                    <a:pt x="152" y="3891"/>
                    <a:pt x="243"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95"/>
            <p:cNvSpPr/>
            <p:nvPr/>
          </p:nvSpPr>
          <p:spPr>
            <a:xfrm rot="1799956">
              <a:off x="6648542" y="1834071"/>
              <a:ext cx="131651" cy="136825"/>
            </a:xfrm>
            <a:custGeom>
              <a:avLst/>
              <a:gdLst/>
              <a:ahLst/>
              <a:cxnLst/>
              <a:rect l="l" t="t" r="r" b="b"/>
              <a:pathLst>
                <a:path w="3740" h="3887" extrusionOk="0">
                  <a:moveTo>
                    <a:pt x="1953" y="0"/>
                  </a:moveTo>
                  <a:cubicBezTo>
                    <a:pt x="1087" y="0"/>
                    <a:pt x="293" y="699"/>
                    <a:pt x="153" y="1685"/>
                  </a:cubicBezTo>
                  <a:cubicBezTo>
                    <a:pt x="1" y="2749"/>
                    <a:pt x="639" y="3722"/>
                    <a:pt x="1581" y="3874"/>
                  </a:cubicBezTo>
                  <a:cubicBezTo>
                    <a:pt x="1648" y="3882"/>
                    <a:pt x="1714" y="3886"/>
                    <a:pt x="1780" y="3886"/>
                  </a:cubicBezTo>
                  <a:cubicBezTo>
                    <a:pt x="2644" y="3886"/>
                    <a:pt x="3416" y="3162"/>
                    <a:pt x="3557" y="2202"/>
                  </a:cubicBezTo>
                  <a:cubicBezTo>
                    <a:pt x="3739" y="1138"/>
                    <a:pt x="3101" y="165"/>
                    <a:pt x="2159" y="13"/>
                  </a:cubicBezTo>
                  <a:cubicBezTo>
                    <a:pt x="2090" y="4"/>
                    <a:pt x="2021" y="0"/>
                    <a:pt x="195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95"/>
            <p:cNvSpPr/>
            <p:nvPr/>
          </p:nvSpPr>
          <p:spPr>
            <a:xfrm rot="1799956">
              <a:off x="6773797" y="2671255"/>
              <a:ext cx="122006" cy="135945"/>
            </a:xfrm>
            <a:custGeom>
              <a:avLst/>
              <a:gdLst/>
              <a:ahLst/>
              <a:cxnLst/>
              <a:rect l="l" t="t" r="r" b="b"/>
              <a:pathLst>
                <a:path w="3466" h="3862" extrusionOk="0">
                  <a:moveTo>
                    <a:pt x="1733" y="1"/>
                  </a:moveTo>
                  <a:cubicBezTo>
                    <a:pt x="791" y="1"/>
                    <a:pt x="1" y="852"/>
                    <a:pt x="1" y="1946"/>
                  </a:cubicBezTo>
                  <a:cubicBezTo>
                    <a:pt x="1" y="3010"/>
                    <a:pt x="791" y="3861"/>
                    <a:pt x="1733" y="3861"/>
                  </a:cubicBezTo>
                  <a:cubicBezTo>
                    <a:pt x="2675" y="3861"/>
                    <a:pt x="3466" y="3010"/>
                    <a:pt x="3466" y="1946"/>
                  </a:cubicBezTo>
                  <a:cubicBezTo>
                    <a:pt x="3466" y="852"/>
                    <a:pt x="2675"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95"/>
            <p:cNvSpPr/>
            <p:nvPr/>
          </p:nvSpPr>
          <p:spPr>
            <a:xfrm rot="1799956">
              <a:off x="6979385" y="2333920"/>
              <a:ext cx="78146" cy="138057"/>
            </a:xfrm>
            <a:custGeom>
              <a:avLst/>
              <a:gdLst/>
              <a:ahLst/>
              <a:cxnLst/>
              <a:rect l="l" t="t" r="r" b="b"/>
              <a:pathLst>
                <a:path w="2220" h="3922" extrusionOk="0">
                  <a:moveTo>
                    <a:pt x="0" y="1"/>
                  </a:moveTo>
                  <a:cubicBezTo>
                    <a:pt x="973" y="123"/>
                    <a:pt x="1733" y="943"/>
                    <a:pt x="1733" y="1946"/>
                  </a:cubicBezTo>
                  <a:cubicBezTo>
                    <a:pt x="1733" y="2949"/>
                    <a:pt x="973" y="3770"/>
                    <a:pt x="0" y="3892"/>
                  </a:cubicBezTo>
                  <a:cubicBezTo>
                    <a:pt x="92" y="3922"/>
                    <a:pt x="183" y="3922"/>
                    <a:pt x="244" y="3922"/>
                  </a:cubicBezTo>
                  <a:cubicBezTo>
                    <a:pt x="1338" y="3922"/>
                    <a:pt x="2219" y="3040"/>
                    <a:pt x="2219" y="1946"/>
                  </a:cubicBezTo>
                  <a:cubicBezTo>
                    <a:pt x="2219" y="882"/>
                    <a:pt x="133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95"/>
            <p:cNvSpPr/>
            <p:nvPr/>
          </p:nvSpPr>
          <p:spPr>
            <a:xfrm rot="1799956">
              <a:off x="6829301" y="2689664"/>
              <a:ext cx="78146" cy="139114"/>
            </a:xfrm>
            <a:custGeom>
              <a:avLst/>
              <a:gdLst/>
              <a:ahLst/>
              <a:cxnLst/>
              <a:rect l="l" t="t" r="r" b="b"/>
              <a:pathLst>
                <a:path w="2220" h="3952" extrusionOk="0">
                  <a:moveTo>
                    <a:pt x="243" y="1"/>
                  </a:moveTo>
                  <a:cubicBezTo>
                    <a:pt x="152" y="1"/>
                    <a:pt x="91" y="31"/>
                    <a:pt x="0" y="31"/>
                  </a:cubicBezTo>
                  <a:cubicBezTo>
                    <a:pt x="973" y="153"/>
                    <a:pt x="1733" y="973"/>
                    <a:pt x="1733" y="1976"/>
                  </a:cubicBezTo>
                  <a:cubicBezTo>
                    <a:pt x="1733" y="2979"/>
                    <a:pt x="973" y="3800"/>
                    <a:pt x="0" y="3922"/>
                  </a:cubicBezTo>
                  <a:cubicBezTo>
                    <a:pt x="91" y="3922"/>
                    <a:pt x="152" y="3952"/>
                    <a:pt x="243" y="3952"/>
                  </a:cubicBezTo>
                  <a:cubicBezTo>
                    <a:pt x="1338" y="3952"/>
                    <a:pt x="2219" y="3070"/>
                    <a:pt x="2219" y="1976"/>
                  </a:cubicBezTo>
                  <a:cubicBezTo>
                    <a:pt x="2219" y="882"/>
                    <a:pt x="1338" y="1"/>
                    <a:pt x="24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95"/>
            <p:cNvSpPr/>
            <p:nvPr/>
          </p:nvSpPr>
          <p:spPr>
            <a:xfrm rot="1799956">
              <a:off x="6823445" y="16434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95"/>
            <p:cNvSpPr/>
            <p:nvPr/>
          </p:nvSpPr>
          <p:spPr>
            <a:xfrm rot="1799956">
              <a:off x="6773370" y="16249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87" name="Google Shape;2387;p95"/>
          <p:cNvSpPr txBox="1"/>
          <p:nvPr/>
        </p:nvSpPr>
        <p:spPr>
          <a:xfrm>
            <a:off x="241628" y="690571"/>
            <a:ext cx="943200" cy="38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accent4"/>
                </a:solidFill>
                <a:latin typeface="Lilita One"/>
                <a:ea typeface="Lilita One"/>
                <a:cs typeface="Lilita One"/>
                <a:sym typeface="Lilita One"/>
              </a:rPr>
              <a:t>Roll the Dice</a:t>
            </a:r>
            <a:endParaRPr sz="1000">
              <a:solidFill>
                <a:schemeClr val="accent4"/>
              </a:solidFill>
              <a:latin typeface="Lilita One"/>
              <a:ea typeface="Lilita One"/>
              <a:cs typeface="Lilita One"/>
              <a:sym typeface="Lilita One"/>
            </a:endParaRPr>
          </a:p>
        </p:txBody>
      </p:sp>
      <p:sp>
        <p:nvSpPr>
          <p:cNvPr id="2388" name="Google Shape;2388;p95">
            <a:hlinkClick r:id="rId3" action="ppaction://hlinksldjump"/>
          </p:cNvPr>
          <p:cNvSpPr/>
          <p:nvPr/>
        </p:nvSpPr>
        <p:spPr>
          <a:xfrm>
            <a:off x="312438" y="237000"/>
            <a:ext cx="801600" cy="8016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008AE80E-5ADD-4BAE-ADFD-8159D5B92569}"/>
              </a:ext>
            </a:extLst>
          </p:cNvPr>
          <p:cNvSpPr txBox="1"/>
          <p:nvPr/>
        </p:nvSpPr>
        <p:spPr>
          <a:xfrm>
            <a:off x="1467049" y="342338"/>
            <a:ext cx="7130537" cy="3754874"/>
          </a:xfrm>
          <a:prstGeom prst="rect">
            <a:avLst/>
          </a:prstGeom>
          <a:noFill/>
        </p:spPr>
        <p:txBody>
          <a:bodyPr wrap="square" rtlCol="0">
            <a:spAutoFit/>
          </a:bodyPr>
          <a:lstStyle/>
          <a:p>
            <a:pPr algn="just" rtl="1"/>
            <a:r>
              <a:rPr lang="fa-IR" dirty="0">
                <a:cs typeface="Aban" pitchFamily="2" charset="-78"/>
              </a:rPr>
              <a:t>بازی ما دارای دو بازیکن است: دکتر (</a:t>
            </a:r>
            <a:r>
              <a:rPr lang="en-US" dirty="0">
                <a:cs typeface="Aban" pitchFamily="2" charset="-78"/>
              </a:rPr>
              <a:t>Doctor</a:t>
            </a:r>
            <a:r>
              <a:rPr lang="fa-IR" dirty="0">
                <a:cs typeface="Aban" pitchFamily="2" charset="-78"/>
              </a:rPr>
              <a:t>)</a:t>
            </a:r>
            <a:r>
              <a:rPr lang="en-US" dirty="0">
                <a:cs typeface="Aban" pitchFamily="2" charset="-78"/>
              </a:rPr>
              <a:t> </a:t>
            </a:r>
            <a:r>
              <a:rPr lang="fa-IR" dirty="0">
                <a:cs typeface="Aban" pitchFamily="2" charset="-78"/>
              </a:rPr>
              <a:t> و بیمار (</a:t>
            </a:r>
            <a:r>
              <a:rPr lang="en-US" dirty="0">
                <a:cs typeface="Aban" pitchFamily="2" charset="-78"/>
              </a:rPr>
              <a:t>Patient</a:t>
            </a:r>
            <a:r>
              <a:rPr lang="fa-IR" dirty="0">
                <a:cs typeface="Aban" pitchFamily="2" charset="-78"/>
              </a:rPr>
              <a:t>)</a:t>
            </a:r>
            <a:r>
              <a:rPr lang="en-US" dirty="0">
                <a:cs typeface="Aban" pitchFamily="2" charset="-78"/>
              </a:rPr>
              <a:t> </a:t>
            </a:r>
          </a:p>
          <a:p>
            <a:pPr algn="just" rtl="1"/>
            <a:r>
              <a:rPr lang="fa-IR" dirty="0">
                <a:cs typeface="Aban" pitchFamily="2" charset="-78"/>
              </a:rPr>
              <a:t>هر کدام از بازیکن ها دارای لیست اعمال زیر است.</a:t>
            </a:r>
          </a:p>
          <a:p>
            <a:pPr algn="just" rtl="1"/>
            <a:endParaRPr lang="fa-IR" dirty="0">
              <a:cs typeface="Aban" pitchFamily="2" charset="-78"/>
            </a:endParaRPr>
          </a:p>
          <a:p>
            <a:pPr algn="just" rtl="1"/>
            <a:r>
              <a:rPr lang="fa-IR" dirty="0">
                <a:cs typeface="Aban" pitchFamily="2" charset="-78"/>
              </a:rPr>
              <a:t>دکتر:</a:t>
            </a:r>
          </a:p>
          <a:p>
            <a:pPr marL="342900" indent="-342900" algn="just" rtl="1">
              <a:buFont typeface="+mj-lt"/>
              <a:buAutoNum type="arabicPeriod"/>
            </a:pPr>
            <a:r>
              <a:rPr lang="fa-IR" dirty="0">
                <a:cs typeface="Aban" pitchFamily="2" charset="-78"/>
              </a:rPr>
              <a:t>همکاری (</a:t>
            </a:r>
            <a:r>
              <a:rPr lang="en-US" dirty="0">
                <a:cs typeface="Aban" pitchFamily="2" charset="-78"/>
              </a:rPr>
              <a:t>Cooperation</a:t>
            </a:r>
            <a:r>
              <a:rPr lang="fa-IR" dirty="0">
                <a:cs typeface="Aban" pitchFamily="2" charset="-78"/>
              </a:rPr>
              <a:t>)</a:t>
            </a:r>
            <a:r>
              <a:rPr lang="en-US" dirty="0">
                <a:cs typeface="Aban" pitchFamily="2" charset="-78"/>
              </a:rPr>
              <a:t> </a:t>
            </a:r>
            <a:r>
              <a:rPr lang="fa-IR" dirty="0">
                <a:cs typeface="Aban" pitchFamily="2" charset="-78"/>
              </a:rPr>
              <a:t> </a:t>
            </a:r>
            <a:r>
              <a:rPr lang="en-US" dirty="0">
                <a:cs typeface="Aban" pitchFamily="2" charset="-78"/>
              </a:rPr>
              <a:t>:</a:t>
            </a:r>
            <a:r>
              <a:rPr lang="fa-IR" dirty="0">
                <a:cs typeface="Aban" pitchFamily="2" charset="-78"/>
              </a:rPr>
              <a:t> </a:t>
            </a:r>
            <a:r>
              <a:rPr lang="en-US" dirty="0">
                <a:cs typeface="Aban" pitchFamily="2" charset="-78"/>
              </a:rPr>
              <a:t>C</a:t>
            </a:r>
            <a:r>
              <a:rPr lang="fa-IR" dirty="0">
                <a:cs typeface="Aban" pitchFamily="2" charset="-78"/>
              </a:rPr>
              <a:t> در این حالت دکتر اسم بیمار را به لیست انتظار اضافه می‌کند</a:t>
            </a:r>
            <a:endParaRPr lang="en-US" dirty="0">
              <a:cs typeface="Aban" pitchFamily="2" charset="-78"/>
            </a:endParaRPr>
          </a:p>
          <a:p>
            <a:pPr marL="342900" indent="-342900" algn="just" rtl="1">
              <a:buFont typeface="+mj-lt"/>
              <a:buAutoNum type="arabicPeriod"/>
            </a:pPr>
            <a:r>
              <a:rPr lang="fa-IR" dirty="0">
                <a:cs typeface="Aban" pitchFamily="2" charset="-78"/>
              </a:rPr>
              <a:t>عدم همکاری موقت </a:t>
            </a:r>
            <a:r>
              <a:rPr lang="en-US" dirty="0">
                <a:cs typeface="Aban" pitchFamily="2" charset="-78"/>
              </a:rPr>
              <a:t>(No Cooperation T)</a:t>
            </a:r>
            <a:r>
              <a:rPr lang="fa-IR" dirty="0">
                <a:cs typeface="Aban" pitchFamily="2" charset="-78"/>
              </a:rPr>
              <a:t> </a:t>
            </a:r>
            <a:r>
              <a:rPr lang="en-US" dirty="0">
                <a:cs typeface="Aban" pitchFamily="2" charset="-78"/>
              </a:rPr>
              <a:t>:</a:t>
            </a:r>
            <a:r>
              <a:rPr lang="fa-IR" dirty="0">
                <a:cs typeface="Aban" pitchFamily="2" charset="-78"/>
              </a:rPr>
              <a:t> </a:t>
            </a:r>
            <a:r>
              <a:rPr lang="en-US" dirty="0" err="1">
                <a:cs typeface="Aban" pitchFamily="2" charset="-78"/>
              </a:rPr>
              <a:t>NCt</a:t>
            </a:r>
            <a:r>
              <a:rPr lang="fa-IR" dirty="0">
                <a:cs typeface="Aban" pitchFamily="2" charset="-78"/>
              </a:rPr>
              <a:t> در این حالت دکتر اسم بیمار را اضافه نمی‌کند اما اگر بیمار نظرش را تغییر دهد شاید اسم او را اضافه کند</a:t>
            </a:r>
          </a:p>
          <a:p>
            <a:pPr marL="342900" indent="-342900" algn="just" rtl="1">
              <a:buFont typeface="+mj-lt"/>
              <a:buAutoNum type="arabicPeriod"/>
            </a:pPr>
            <a:r>
              <a:rPr lang="fa-IR" dirty="0">
                <a:cs typeface="Aban" pitchFamily="2" charset="-78"/>
              </a:rPr>
              <a:t>عدم همکاری قطعی (</a:t>
            </a:r>
            <a:r>
              <a:rPr lang="en-US" dirty="0">
                <a:cs typeface="Aban" pitchFamily="2" charset="-78"/>
              </a:rPr>
              <a:t>No Cooperation D</a:t>
            </a:r>
            <a:r>
              <a:rPr lang="fa-IR" dirty="0">
                <a:cs typeface="Aban" pitchFamily="2" charset="-78"/>
              </a:rPr>
              <a:t>) </a:t>
            </a:r>
            <a:r>
              <a:rPr lang="en-US" dirty="0">
                <a:cs typeface="Aban" pitchFamily="2" charset="-78"/>
              </a:rPr>
              <a:t>:</a:t>
            </a:r>
            <a:r>
              <a:rPr lang="fa-IR" dirty="0">
                <a:cs typeface="Aban" pitchFamily="2" charset="-78"/>
              </a:rPr>
              <a:t> </a:t>
            </a:r>
            <a:r>
              <a:rPr lang="en-US" dirty="0" err="1">
                <a:cs typeface="Aban" pitchFamily="2" charset="-78"/>
              </a:rPr>
              <a:t>NCd</a:t>
            </a:r>
            <a:r>
              <a:rPr lang="fa-IR" dirty="0">
                <a:cs typeface="Aban" pitchFamily="2" charset="-78"/>
              </a:rPr>
              <a:t> در این حالت دکتر اسم بیمار را تحت هیچ شرایطی به لیست انتظار اضافه نمی‌کند.</a:t>
            </a:r>
          </a:p>
          <a:p>
            <a:pPr marL="342900" indent="-342900" algn="just" rtl="1">
              <a:buFont typeface="+mj-lt"/>
              <a:buAutoNum type="arabicPeriod"/>
            </a:pPr>
            <a:endParaRPr lang="fa-IR" dirty="0">
              <a:cs typeface="Aban" pitchFamily="2" charset="-78"/>
            </a:endParaRPr>
          </a:p>
          <a:p>
            <a:pPr algn="just" rtl="1"/>
            <a:r>
              <a:rPr lang="fa-IR" dirty="0">
                <a:cs typeface="Aban" pitchFamily="2" charset="-78"/>
              </a:rPr>
              <a:t>بیمار</a:t>
            </a:r>
          </a:p>
          <a:p>
            <a:pPr marL="342900" indent="-342900" algn="just" rtl="1">
              <a:buFont typeface="+mj-lt"/>
              <a:buAutoNum type="arabicPeriod"/>
            </a:pPr>
            <a:r>
              <a:rPr lang="fa-IR" dirty="0">
                <a:cs typeface="Aban" pitchFamily="2" charset="-78"/>
              </a:rPr>
              <a:t>همکاری (</a:t>
            </a:r>
            <a:r>
              <a:rPr lang="en-US" dirty="0">
                <a:cs typeface="Aban" pitchFamily="2" charset="-78"/>
              </a:rPr>
              <a:t>Cooperation</a:t>
            </a:r>
            <a:r>
              <a:rPr lang="fa-IR" dirty="0">
                <a:cs typeface="Aban" pitchFamily="2" charset="-78"/>
              </a:rPr>
              <a:t>) </a:t>
            </a:r>
            <a:r>
              <a:rPr lang="en-US" dirty="0">
                <a:cs typeface="Aban" pitchFamily="2" charset="-78"/>
              </a:rPr>
              <a:t>:</a:t>
            </a:r>
            <a:r>
              <a:rPr lang="fa-IR" dirty="0">
                <a:cs typeface="Aban" pitchFamily="2" charset="-78"/>
              </a:rPr>
              <a:t> </a:t>
            </a:r>
            <a:r>
              <a:rPr lang="en-US" dirty="0">
                <a:cs typeface="Aban" pitchFamily="2" charset="-78"/>
              </a:rPr>
              <a:t>C</a:t>
            </a:r>
            <a:r>
              <a:rPr lang="fa-IR" dirty="0">
                <a:cs typeface="Aban" pitchFamily="2" charset="-78"/>
              </a:rPr>
              <a:t> در این حالت بیمار به توصیه های دکتر گوش می‌دهد تا عمل به خوبی انجام شود و پس از عمل بتواند به زندگی سالم خود ادامه دهد</a:t>
            </a:r>
          </a:p>
          <a:p>
            <a:pPr marL="342900" indent="-342900" algn="just" rtl="1">
              <a:buFont typeface="+mj-lt"/>
              <a:buAutoNum type="arabicPeriod"/>
            </a:pPr>
            <a:r>
              <a:rPr lang="fa-IR" dirty="0">
                <a:cs typeface="Aban" pitchFamily="2" charset="-78"/>
              </a:rPr>
              <a:t>عدم همکاری </a:t>
            </a:r>
            <a:r>
              <a:rPr lang="en-US" dirty="0">
                <a:cs typeface="Aban" pitchFamily="2" charset="-78"/>
              </a:rPr>
              <a:t>(No Cooperation)</a:t>
            </a:r>
            <a:r>
              <a:rPr lang="fa-IR" dirty="0">
                <a:cs typeface="Aban" pitchFamily="2" charset="-78"/>
              </a:rPr>
              <a:t> </a:t>
            </a:r>
            <a:r>
              <a:rPr lang="en-US" dirty="0">
                <a:cs typeface="Aban" pitchFamily="2" charset="-78"/>
              </a:rPr>
              <a:t>:</a:t>
            </a:r>
            <a:r>
              <a:rPr lang="fa-IR" dirty="0">
                <a:cs typeface="Aban" pitchFamily="2" charset="-78"/>
              </a:rPr>
              <a:t> </a:t>
            </a:r>
            <a:r>
              <a:rPr lang="en-US" dirty="0">
                <a:cs typeface="Aban" pitchFamily="2" charset="-78"/>
              </a:rPr>
              <a:t>NC</a:t>
            </a:r>
            <a:r>
              <a:rPr lang="fa-IR" dirty="0">
                <a:cs typeface="Aban" pitchFamily="2" charset="-78"/>
              </a:rPr>
              <a:t> در این حالت بیمار به توصیه های دکتر گوش نمی‌دهد و برای مثال با مصرف دوباره الکل جان خود را به خطر می‌اندازد و امکان زندگی سالم را از بیماری که حاضر به تغییر است می‌گیرد.</a:t>
            </a:r>
          </a:p>
          <a:p>
            <a:pPr marL="342900" indent="-342900" algn="just" rtl="1">
              <a:buFont typeface="+mj-lt"/>
              <a:buAutoNum type="arabicPeriod"/>
            </a:pPr>
            <a:endParaRPr lang="fa-IR" dirty="0">
              <a:cs typeface="Aban" pitchFamily="2" charset="-78"/>
            </a:endParaRPr>
          </a:p>
          <a:p>
            <a:pPr algn="just" rtl="1"/>
            <a:endParaRPr lang="en-US" dirty="0">
              <a:cs typeface="Aban" pitchFamily="2" charset="-78"/>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51"/>
        <p:cNvGrpSpPr/>
        <p:nvPr/>
      </p:nvGrpSpPr>
      <p:grpSpPr>
        <a:xfrm>
          <a:off x="0" y="0"/>
          <a:ext cx="0" cy="0"/>
          <a:chOff x="0" y="0"/>
          <a:chExt cx="0" cy="0"/>
        </a:xfrm>
      </p:grpSpPr>
      <p:grpSp>
        <p:nvGrpSpPr>
          <p:cNvPr id="2353" name="Google Shape;2353;p95"/>
          <p:cNvGrpSpPr/>
          <p:nvPr/>
        </p:nvGrpSpPr>
        <p:grpSpPr>
          <a:xfrm>
            <a:off x="417435" y="237007"/>
            <a:ext cx="591604" cy="615737"/>
            <a:chOff x="5593285" y="1262634"/>
            <a:chExt cx="1852814" cy="1928398"/>
          </a:xfrm>
        </p:grpSpPr>
        <p:sp>
          <p:nvSpPr>
            <p:cNvPr id="2354" name="Google Shape;2354;p95"/>
            <p:cNvSpPr/>
            <p:nvPr/>
          </p:nvSpPr>
          <p:spPr>
            <a:xfrm rot="1799956">
              <a:off x="6377770" y="2014775"/>
              <a:ext cx="639880" cy="1089253"/>
            </a:xfrm>
            <a:custGeom>
              <a:avLst/>
              <a:gdLst/>
              <a:ahLst/>
              <a:cxnLst/>
              <a:rect l="l" t="t" r="r" b="b"/>
              <a:pathLst>
                <a:path w="18178" h="30944" extrusionOk="0">
                  <a:moveTo>
                    <a:pt x="18177" y="0"/>
                  </a:moveTo>
                  <a:lnTo>
                    <a:pt x="1" y="9818"/>
                  </a:lnTo>
                  <a:lnTo>
                    <a:pt x="1" y="30943"/>
                  </a:lnTo>
                  <a:lnTo>
                    <a:pt x="18177" y="20153"/>
                  </a:lnTo>
                  <a:lnTo>
                    <a:pt x="181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95"/>
            <p:cNvSpPr/>
            <p:nvPr/>
          </p:nvSpPr>
          <p:spPr>
            <a:xfrm rot="1799956">
              <a:off x="6065202" y="1533009"/>
              <a:ext cx="1280781" cy="743652"/>
            </a:xfrm>
            <a:custGeom>
              <a:avLst/>
              <a:gdLst/>
              <a:ahLst/>
              <a:cxnLst/>
              <a:rect l="l" t="t" r="r" b="b"/>
              <a:pathLst>
                <a:path w="36385" h="21126" extrusionOk="0">
                  <a:moveTo>
                    <a:pt x="18694" y="0"/>
                  </a:moveTo>
                  <a:lnTo>
                    <a:pt x="1" y="10821"/>
                  </a:lnTo>
                  <a:lnTo>
                    <a:pt x="18208" y="21125"/>
                  </a:lnTo>
                  <a:lnTo>
                    <a:pt x="36384" y="11307"/>
                  </a:lnTo>
                  <a:lnTo>
                    <a:pt x="18694" y="0"/>
                  </a:lnTo>
                  <a:close/>
                </a:path>
              </a:pathLst>
            </a:custGeom>
            <a:solidFill>
              <a:srgbClr val="84AF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95"/>
            <p:cNvSpPr/>
            <p:nvPr/>
          </p:nvSpPr>
          <p:spPr>
            <a:xfrm rot="1799956">
              <a:off x="5826936" y="1678634"/>
              <a:ext cx="640936" cy="1106361"/>
            </a:xfrm>
            <a:custGeom>
              <a:avLst/>
              <a:gdLst/>
              <a:ahLst/>
              <a:cxnLst/>
              <a:rect l="l" t="t" r="r" b="b"/>
              <a:pathLst>
                <a:path w="18208" h="31430" extrusionOk="0">
                  <a:moveTo>
                    <a:pt x="1" y="0"/>
                  </a:moveTo>
                  <a:lnTo>
                    <a:pt x="1" y="20639"/>
                  </a:lnTo>
                  <a:lnTo>
                    <a:pt x="18208" y="31429"/>
                  </a:lnTo>
                  <a:lnTo>
                    <a:pt x="18208" y="10304"/>
                  </a:lnTo>
                  <a:lnTo>
                    <a:pt x="1" y="0"/>
                  </a:lnTo>
                  <a:close/>
                </a:path>
              </a:pathLst>
            </a:custGeom>
            <a:solidFill>
              <a:srgbClr val="618C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95"/>
            <p:cNvSpPr/>
            <p:nvPr/>
          </p:nvSpPr>
          <p:spPr>
            <a:xfrm rot="1799956">
              <a:off x="6605689" y="2310697"/>
              <a:ext cx="77090" cy="139149"/>
            </a:xfrm>
            <a:custGeom>
              <a:avLst/>
              <a:gdLst/>
              <a:ahLst/>
              <a:cxnLst/>
              <a:rect l="l" t="t" r="r" b="b"/>
              <a:pathLst>
                <a:path w="2190" h="3953" extrusionOk="0">
                  <a:moveTo>
                    <a:pt x="244" y="1"/>
                  </a:moveTo>
                  <a:cubicBezTo>
                    <a:pt x="153" y="1"/>
                    <a:pt x="61" y="31"/>
                    <a:pt x="1" y="31"/>
                  </a:cubicBezTo>
                  <a:cubicBezTo>
                    <a:pt x="943" y="153"/>
                    <a:pt x="1703" y="973"/>
                    <a:pt x="1703" y="1976"/>
                  </a:cubicBezTo>
                  <a:cubicBezTo>
                    <a:pt x="1703" y="2979"/>
                    <a:pt x="943" y="3800"/>
                    <a:pt x="1" y="3922"/>
                  </a:cubicBezTo>
                  <a:cubicBezTo>
                    <a:pt x="61" y="3922"/>
                    <a:pt x="153" y="3952"/>
                    <a:pt x="244" y="3952"/>
                  </a:cubicBezTo>
                  <a:cubicBezTo>
                    <a:pt x="1308" y="3952"/>
                    <a:pt x="2189" y="3071"/>
                    <a:pt x="2189" y="1976"/>
                  </a:cubicBezTo>
                  <a:cubicBezTo>
                    <a:pt x="2189" y="882"/>
                    <a:pt x="130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95"/>
            <p:cNvSpPr/>
            <p:nvPr/>
          </p:nvSpPr>
          <p:spPr>
            <a:xfrm rot="1799956">
              <a:off x="6549921" y="2292252"/>
              <a:ext cx="120950" cy="136966"/>
            </a:xfrm>
            <a:custGeom>
              <a:avLst/>
              <a:gdLst/>
              <a:ahLst/>
              <a:cxnLst/>
              <a:rect l="l" t="t" r="r" b="b"/>
              <a:pathLst>
                <a:path w="3436" h="3891" extrusionOk="0">
                  <a:moveTo>
                    <a:pt x="1703" y="0"/>
                  </a:moveTo>
                  <a:cubicBezTo>
                    <a:pt x="761" y="0"/>
                    <a:pt x="1" y="882"/>
                    <a:pt x="1" y="1945"/>
                  </a:cubicBezTo>
                  <a:cubicBezTo>
                    <a:pt x="1" y="3009"/>
                    <a:pt x="761" y="3891"/>
                    <a:pt x="1703" y="3891"/>
                  </a:cubicBezTo>
                  <a:cubicBezTo>
                    <a:pt x="2676" y="3891"/>
                    <a:pt x="3436" y="3009"/>
                    <a:pt x="3436" y="1945"/>
                  </a:cubicBezTo>
                  <a:cubicBezTo>
                    <a:pt x="3436" y="882"/>
                    <a:pt x="2676" y="0"/>
                    <a:pt x="170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95"/>
            <p:cNvSpPr/>
            <p:nvPr/>
          </p:nvSpPr>
          <p:spPr>
            <a:xfrm rot="1799956">
              <a:off x="6442560" y="2687541"/>
              <a:ext cx="78146" cy="139114"/>
            </a:xfrm>
            <a:custGeom>
              <a:avLst/>
              <a:gdLst/>
              <a:ahLst/>
              <a:cxnLst/>
              <a:rect l="l" t="t" r="r" b="b"/>
              <a:pathLst>
                <a:path w="2220" h="3952" extrusionOk="0">
                  <a:moveTo>
                    <a:pt x="244" y="0"/>
                  </a:moveTo>
                  <a:cubicBezTo>
                    <a:pt x="183" y="0"/>
                    <a:pt x="92" y="31"/>
                    <a:pt x="1" y="31"/>
                  </a:cubicBezTo>
                  <a:cubicBezTo>
                    <a:pt x="974" y="152"/>
                    <a:pt x="1734" y="973"/>
                    <a:pt x="1734" y="1976"/>
                  </a:cubicBezTo>
                  <a:cubicBezTo>
                    <a:pt x="1734" y="2979"/>
                    <a:pt x="974" y="3800"/>
                    <a:pt x="1" y="3921"/>
                  </a:cubicBezTo>
                  <a:cubicBezTo>
                    <a:pt x="92" y="3921"/>
                    <a:pt x="183" y="3952"/>
                    <a:pt x="244" y="3952"/>
                  </a:cubicBezTo>
                  <a:cubicBezTo>
                    <a:pt x="1338" y="3952"/>
                    <a:pt x="2220" y="3070"/>
                    <a:pt x="2220" y="1976"/>
                  </a:cubicBezTo>
                  <a:cubicBezTo>
                    <a:pt x="2220" y="882"/>
                    <a:pt x="1338" y="0"/>
                    <a:pt x="24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95"/>
            <p:cNvSpPr/>
            <p:nvPr/>
          </p:nvSpPr>
          <p:spPr>
            <a:xfrm rot="1799956">
              <a:off x="6387808" y="2669343"/>
              <a:ext cx="120950" cy="137001"/>
            </a:xfrm>
            <a:custGeom>
              <a:avLst/>
              <a:gdLst/>
              <a:ahLst/>
              <a:cxnLst/>
              <a:rect l="l" t="t" r="r" b="b"/>
              <a:pathLst>
                <a:path w="3436" h="3892" extrusionOk="0">
                  <a:moveTo>
                    <a:pt x="1703" y="1"/>
                  </a:moveTo>
                  <a:cubicBezTo>
                    <a:pt x="761" y="1"/>
                    <a:pt x="1" y="882"/>
                    <a:pt x="1" y="1946"/>
                  </a:cubicBezTo>
                  <a:cubicBezTo>
                    <a:pt x="1" y="3010"/>
                    <a:pt x="761" y="3891"/>
                    <a:pt x="1703" y="3891"/>
                  </a:cubicBezTo>
                  <a:cubicBezTo>
                    <a:pt x="2676" y="3891"/>
                    <a:pt x="3436" y="3010"/>
                    <a:pt x="3436" y="1946"/>
                  </a:cubicBezTo>
                  <a:cubicBezTo>
                    <a:pt x="3436" y="882"/>
                    <a:pt x="2676" y="1"/>
                    <a:pt x="170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95"/>
            <p:cNvSpPr/>
            <p:nvPr/>
          </p:nvSpPr>
          <p:spPr>
            <a:xfrm rot="1799956">
              <a:off x="6923881" y="2314455"/>
              <a:ext cx="122006" cy="137001"/>
            </a:xfrm>
            <a:custGeom>
              <a:avLst/>
              <a:gdLst/>
              <a:ahLst/>
              <a:cxnLst/>
              <a:rect l="l" t="t" r="r" b="b"/>
              <a:pathLst>
                <a:path w="3466" h="3892" extrusionOk="0">
                  <a:moveTo>
                    <a:pt x="1733" y="1"/>
                  </a:moveTo>
                  <a:cubicBezTo>
                    <a:pt x="791" y="1"/>
                    <a:pt x="1" y="882"/>
                    <a:pt x="1" y="1946"/>
                  </a:cubicBezTo>
                  <a:cubicBezTo>
                    <a:pt x="1" y="3040"/>
                    <a:pt x="791" y="3892"/>
                    <a:pt x="1733" y="3892"/>
                  </a:cubicBezTo>
                  <a:cubicBezTo>
                    <a:pt x="2676" y="3892"/>
                    <a:pt x="3466" y="3040"/>
                    <a:pt x="3466" y="1946"/>
                  </a:cubicBezTo>
                  <a:cubicBezTo>
                    <a:pt x="3466" y="882"/>
                    <a:pt x="2676"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95"/>
            <p:cNvSpPr/>
            <p:nvPr/>
          </p:nvSpPr>
          <p:spPr>
            <a:xfrm rot="1799956">
              <a:off x="5913516" y="2179727"/>
              <a:ext cx="83496" cy="138550"/>
            </a:xfrm>
            <a:custGeom>
              <a:avLst/>
              <a:gdLst/>
              <a:ahLst/>
              <a:cxnLst/>
              <a:rect l="l" t="t" r="r" b="b"/>
              <a:pathLst>
                <a:path w="2372" h="3936" extrusionOk="0">
                  <a:moveTo>
                    <a:pt x="301" y="0"/>
                  </a:moveTo>
                  <a:cubicBezTo>
                    <a:pt x="282" y="0"/>
                    <a:pt x="263" y="1"/>
                    <a:pt x="244" y="1"/>
                  </a:cubicBezTo>
                  <a:cubicBezTo>
                    <a:pt x="152" y="31"/>
                    <a:pt x="61" y="31"/>
                    <a:pt x="0" y="62"/>
                  </a:cubicBezTo>
                  <a:cubicBezTo>
                    <a:pt x="973" y="123"/>
                    <a:pt x="1763" y="883"/>
                    <a:pt x="1824" y="1886"/>
                  </a:cubicBezTo>
                  <a:cubicBezTo>
                    <a:pt x="1855" y="2889"/>
                    <a:pt x="1155" y="3740"/>
                    <a:pt x="213" y="3922"/>
                  </a:cubicBezTo>
                  <a:cubicBezTo>
                    <a:pt x="254" y="3922"/>
                    <a:pt x="308" y="3936"/>
                    <a:pt x="366" y="3936"/>
                  </a:cubicBezTo>
                  <a:cubicBezTo>
                    <a:pt x="396" y="3936"/>
                    <a:pt x="426" y="3932"/>
                    <a:pt x="456" y="3922"/>
                  </a:cubicBezTo>
                  <a:cubicBezTo>
                    <a:pt x="1520" y="3892"/>
                    <a:pt x="2371" y="2949"/>
                    <a:pt x="2310" y="1855"/>
                  </a:cubicBezTo>
                  <a:cubicBezTo>
                    <a:pt x="2251" y="810"/>
                    <a:pt x="1341"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95"/>
            <p:cNvSpPr/>
            <p:nvPr/>
          </p:nvSpPr>
          <p:spPr>
            <a:xfrm rot="1799956">
              <a:off x="5858415" y="2162128"/>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7" y="3867"/>
                  </a:cubicBezTo>
                  <a:cubicBezTo>
                    <a:pt x="1819" y="3867"/>
                    <a:pt x="1852" y="3866"/>
                    <a:pt x="1885" y="3864"/>
                  </a:cubicBezTo>
                  <a:cubicBezTo>
                    <a:pt x="2827" y="3834"/>
                    <a:pt x="3557"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95"/>
            <p:cNvSpPr/>
            <p:nvPr/>
          </p:nvSpPr>
          <p:spPr>
            <a:xfrm rot="1799956">
              <a:off x="6026175" y="2006187"/>
              <a:ext cx="83496" cy="138163"/>
            </a:xfrm>
            <a:custGeom>
              <a:avLst/>
              <a:gdLst/>
              <a:ahLst/>
              <a:cxnLst/>
              <a:rect l="l" t="t" r="r" b="b"/>
              <a:pathLst>
                <a:path w="2372" h="3925" extrusionOk="0">
                  <a:moveTo>
                    <a:pt x="357" y="1"/>
                  </a:moveTo>
                  <a:cubicBezTo>
                    <a:pt x="320" y="1"/>
                    <a:pt x="282" y="2"/>
                    <a:pt x="244" y="4"/>
                  </a:cubicBezTo>
                  <a:cubicBezTo>
                    <a:pt x="152" y="4"/>
                    <a:pt x="92" y="34"/>
                    <a:pt x="0" y="34"/>
                  </a:cubicBezTo>
                  <a:cubicBezTo>
                    <a:pt x="973" y="95"/>
                    <a:pt x="1763" y="885"/>
                    <a:pt x="1824" y="1888"/>
                  </a:cubicBezTo>
                  <a:cubicBezTo>
                    <a:pt x="1885" y="2861"/>
                    <a:pt x="1186" y="3742"/>
                    <a:pt x="213" y="3894"/>
                  </a:cubicBezTo>
                  <a:cubicBezTo>
                    <a:pt x="304" y="3925"/>
                    <a:pt x="365" y="3925"/>
                    <a:pt x="456" y="3925"/>
                  </a:cubicBezTo>
                  <a:cubicBezTo>
                    <a:pt x="1551" y="3864"/>
                    <a:pt x="2371" y="2922"/>
                    <a:pt x="2310" y="1858"/>
                  </a:cubicBezTo>
                  <a:cubicBezTo>
                    <a:pt x="2252" y="802"/>
                    <a:pt x="1400" y="1"/>
                    <a:pt x="357"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95"/>
            <p:cNvSpPr/>
            <p:nvPr/>
          </p:nvSpPr>
          <p:spPr>
            <a:xfrm rot="1799956">
              <a:off x="5972129" y="1988203"/>
              <a:ext cx="125209" cy="137107"/>
            </a:xfrm>
            <a:custGeom>
              <a:avLst/>
              <a:gdLst/>
              <a:ahLst/>
              <a:cxnLst/>
              <a:rect l="l" t="t" r="r" b="b"/>
              <a:pathLst>
                <a:path w="3557" h="3895" extrusionOk="0">
                  <a:moveTo>
                    <a:pt x="1767" y="0"/>
                  </a:moveTo>
                  <a:cubicBezTo>
                    <a:pt x="1736" y="0"/>
                    <a:pt x="1704" y="1"/>
                    <a:pt x="1672" y="3"/>
                  </a:cubicBezTo>
                  <a:cubicBezTo>
                    <a:pt x="700" y="64"/>
                    <a:pt x="1" y="976"/>
                    <a:pt x="61" y="2040"/>
                  </a:cubicBezTo>
                  <a:cubicBezTo>
                    <a:pt x="121" y="3084"/>
                    <a:pt x="884" y="3895"/>
                    <a:pt x="1833" y="3895"/>
                  </a:cubicBezTo>
                  <a:cubicBezTo>
                    <a:pt x="1850" y="3895"/>
                    <a:pt x="1868" y="3894"/>
                    <a:pt x="1885" y="3894"/>
                  </a:cubicBezTo>
                  <a:cubicBezTo>
                    <a:pt x="2827" y="3833"/>
                    <a:pt x="3557" y="2921"/>
                    <a:pt x="3496" y="1857"/>
                  </a:cubicBezTo>
                  <a:cubicBezTo>
                    <a:pt x="3437" y="829"/>
                    <a:pt x="2669" y="0"/>
                    <a:pt x="1767"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95"/>
            <p:cNvSpPr/>
            <p:nvPr/>
          </p:nvSpPr>
          <p:spPr>
            <a:xfrm rot="1799956">
              <a:off x="6133528" y="1828513"/>
              <a:ext cx="83496" cy="138656"/>
            </a:xfrm>
            <a:custGeom>
              <a:avLst/>
              <a:gdLst/>
              <a:ahLst/>
              <a:cxnLst/>
              <a:rect l="l" t="t" r="r" b="b"/>
              <a:pathLst>
                <a:path w="2372" h="3939" extrusionOk="0">
                  <a:moveTo>
                    <a:pt x="354" y="1"/>
                  </a:moveTo>
                  <a:cubicBezTo>
                    <a:pt x="318" y="1"/>
                    <a:pt x="281" y="2"/>
                    <a:pt x="244" y="4"/>
                  </a:cubicBezTo>
                  <a:cubicBezTo>
                    <a:pt x="153" y="4"/>
                    <a:pt x="92" y="34"/>
                    <a:pt x="1" y="65"/>
                  </a:cubicBezTo>
                  <a:cubicBezTo>
                    <a:pt x="974" y="126"/>
                    <a:pt x="1764" y="885"/>
                    <a:pt x="1825" y="1889"/>
                  </a:cubicBezTo>
                  <a:cubicBezTo>
                    <a:pt x="1885" y="2892"/>
                    <a:pt x="1186" y="3743"/>
                    <a:pt x="214" y="3925"/>
                  </a:cubicBezTo>
                  <a:cubicBezTo>
                    <a:pt x="275" y="3925"/>
                    <a:pt x="335" y="3939"/>
                    <a:pt x="387" y="3939"/>
                  </a:cubicBezTo>
                  <a:cubicBezTo>
                    <a:pt x="413" y="3939"/>
                    <a:pt x="437" y="3935"/>
                    <a:pt x="457" y="3925"/>
                  </a:cubicBezTo>
                  <a:cubicBezTo>
                    <a:pt x="1551" y="3864"/>
                    <a:pt x="2372" y="2952"/>
                    <a:pt x="2311" y="1858"/>
                  </a:cubicBezTo>
                  <a:cubicBezTo>
                    <a:pt x="2252" y="830"/>
                    <a:pt x="1399" y="1"/>
                    <a:pt x="3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95"/>
            <p:cNvSpPr/>
            <p:nvPr/>
          </p:nvSpPr>
          <p:spPr>
            <a:xfrm rot="1799956">
              <a:off x="6079344" y="1811559"/>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6" y="3867"/>
                  </a:cubicBezTo>
                  <a:cubicBezTo>
                    <a:pt x="1819" y="3867"/>
                    <a:pt x="1852" y="3866"/>
                    <a:pt x="1885" y="3864"/>
                  </a:cubicBezTo>
                  <a:cubicBezTo>
                    <a:pt x="2827" y="3834"/>
                    <a:pt x="3556"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95"/>
            <p:cNvSpPr/>
            <p:nvPr/>
          </p:nvSpPr>
          <p:spPr>
            <a:xfrm rot="1799956">
              <a:off x="6105082" y="2510591"/>
              <a:ext cx="80258" cy="139149"/>
            </a:xfrm>
            <a:custGeom>
              <a:avLst/>
              <a:gdLst/>
              <a:ahLst/>
              <a:cxnLst/>
              <a:rect l="l" t="t" r="r" b="b"/>
              <a:pathLst>
                <a:path w="2280" h="3953" extrusionOk="0">
                  <a:moveTo>
                    <a:pt x="300" y="0"/>
                  </a:moveTo>
                  <a:cubicBezTo>
                    <a:pt x="281" y="0"/>
                    <a:pt x="262" y="0"/>
                    <a:pt x="243" y="1"/>
                  </a:cubicBezTo>
                  <a:cubicBezTo>
                    <a:pt x="152" y="1"/>
                    <a:pt x="91" y="31"/>
                    <a:pt x="0" y="31"/>
                  </a:cubicBezTo>
                  <a:cubicBezTo>
                    <a:pt x="973" y="122"/>
                    <a:pt x="1733" y="943"/>
                    <a:pt x="1763" y="1916"/>
                  </a:cubicBezTo>
                  <a:cubicBezTo>
                    <a:pt x="1793" y="2919"/>
                    <a:pt x="1064" y="3770"/>
                    <a:pt x="91" y="3922"/>
                  </a:cubicBezTo>
                  <a:cubicBezTo>
                    <a:pt x="182" y="3922"/>
                    <a:pt x="274" y="3952"/>
                    <a:pt x="365" y="3952"/>
                  </a:cubicBezTo>
                  <a:cubicBezTo>
                    <a:pt x="1429" y="3922"/>
                    <a:pt x="2280" y="3010"/>
                    <a:pt x="2249" y="1916"/>
                  </a:cubicBezTo>
                  <a:cubicBezTo>
                    <a:pt x="2220" y="841"/>
                    <a:pt x="1368" y="0"/>
                    <a:pt x="300"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95"/>
            <p:cNvSpPr/>
            <p:nvPr/>
          </p:nvSpPr>
          <p:spPr>
            <a:xfrm rot="1799956">
              <a:off x="6050226" y="2492648"/>
              <a:ext cx="124153" cy="137037"/>
            </a:xfrm>
            <a:custGeom>
              <a:avLst/>
              <a:gdLst/>
              <a:ahLst/>
              <a:cxnLst/>
              <a:rect l="l" t="t" r="r" b="b"/>
              <a:pathLst>
                <a:path w="3527" h="3893" extrusionOk="0">
                  <a:moveTo>
                    <a:pt x="1752" y="0"/>
                  </a:moveTo>
                  <a:cubicBezTo>
                    <a:pt x="1736" y="0"/>
                    <a:pt x="1719" y="1"/>
                    <a:pt x="1703" y="1"/>
                  </a:cubicBezTo>
                  <a:cubicBezTo>
                    <a:pt x="761" y="32"/>
                    <a:pt x="1" y="913"/>
                    <a:pt x="31" y="2007"/>
                  </a:cubicBezTo>
                  <a:cubicBezTo>
                    <a:pt x="61" y="3053"/>
                    <a:pt x="854" y="3893"/>
                    <a:pt x="1776" y="3893"/>
                  </a:cubicBezTo>
                  <a:cubicBezTo>
                    <a:pt x="1792" y="3893"/>
                    <a:pt x="1808" y="3892"/>
                    <a:pt x="1825" y="3892"/>
                  </a:cubicBezTo>
                  <a:cubicBezTo>
                    <a:pt x="2767" y="3862"/>
                    <a:pt x="3527" y="2980"/>
                    <a:pt x="3496" y="1886"/>
                  </a:cubicBezTo>
                  <a:cubicBezTo>
                    <a:pt x="3467" y="840"/>
                    <a:pt x="2674" y="0"/>
                    <a:pt x="1752"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95"/>
            <p:cNvSpPr/>
            <p:nvPr/>
          </p:nvSpPr>
          <p:spPr>
            <a:xfrm rot="1799956">
              <a:off x="6222434" y="2340105"/>
              <a:ext cx="81349" cy="138093"/>
            </a:xfrm>
            <a:custGeom>
              <a:avLst/>
              <a:gdLst/>
              <a:ahLst/>
              <a:cxnLst/>
              <a:rect l="l" t="t" r="r" b="b"/>
              <a:pathLst>
                <a:path w="2311" h="3923" extrusionOk="0">
                  <a:moveTo>
                    <a:pt x="300" y="1"/>
                  </a:moveTo>
                  <a:cubicBezTo>
                    <a:pt x="281" y="1"/>
                    <a:pt x="262" y="1"/>
                    <a:pt x="243" y="2"/>
                  </a:cubicBezTo>
                  <a:cubicBezTo>
                    <a:pt x="152" y="2"/>
                    <a:pt x="91" y="32"/>
                    <a:pt x="0" y="32"/>
                  </a:cubicBezTo>
                  <a:cubicBezTo>
                    <a:pt x="973" y="123"/>
                    <a:pt x="1763" y="913"/>
                    <a:pt x="1793" y="1916"/>
                  </a:cubicBezTo>
                  <a:cubicBezTo>
                    <a:pt x="1824" y="2920"/>
                    <a:pt x="1094" y="3771"/>
                    <a:pt x="122" y="3923"/>
                  </a:cubicBezTo>
                  <a:lnTo>
                    <a:pt x="365" y="3923"/>
                  </a:lnTo>
                  <a:cubicBezTo>
                    <a:pt x="1459" y="3892"/>
                    <a:pt x="2310" y="2980"/>
                    <a:pt x="2280" y="1916"/>
                  </a:cubicBezTo>
                  <a:cubicBezTo>
                    <a:pt x="2250" y="841"/>
                    <a:pt x="1369" y="1"/>
                    <a:pt x="30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95"/>
            <p:cNvSpPr/>
            <p:nvPr/>
          </p:nvSpPr>
          <p:spPr>
            <a:xfrm rot="1799956">
              <a:off x="6168660" y="2322194"/>
              <a:ext cx="123062" cy="135945"/>
            </a:xfrm>
            <a:custGeom>
              <a:avLst/>
              <a:gdLst/>
              <a:ahLst/>
              <a:cxnLst/>
              <a:rect l="l" t="t" r="r" b="b"/>
              <a:pathLst>
                <a:path w="3496" h="3862" extrusionOk="0">
                  <a:moveTo>
                    <a:pt x="1723" y="0"/>
                  </a:moveTo>
                  <a:cubicBezTo>
                    <a:pt x="1706" y="0"/>
                    <a:pt x="1689" y="0"/>
                    <a:pt x="1672" y="1"/>
                  </a:cubicBezTo>
                  <a:cubicBezTo>
                    <a:pt x="730" y="31"/>
                    <a:pt x="0" y="913"/>
                    <a:pt x="31" y="1977"/>
                  </a:cubicBezTo>
                  <a:cubicBezTo>
                    <a:pt x="61" y="3022"/>
                    <a:pt x="824" y="3862"/>
                    <a:pt x="1745" y="3862"/>
                  </a:cubicBezTo>
                  <a:cubicBezTo>
                    <a:pt x="1761" y="3862"/>
                    <a:pt x="1777" y="3862"/>
                    <a:pt x="1794" y="3861"/>
                  </a:cubicBezTo>
                  <a:cubicBezTo>
                    <a:pt x="2736" y="3831"/>
                    <a:pt x="3496" y="2949"/>
                    <a:pt x="3465" y="1885"/>
                  </a:cubicBezTo>
                  <a:cubicBezTo>
                    <a:pt x="3436" y="840"/>
                    <a:pt x="2672" y="0"/>
                    <a:pt x="172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95"/>
            <p:cNvSpPr/>
            <p:nvPr/>
          </p:nvSpPr>
          <p:spPr>
            <a:xfrm rot="1799956">
              <a:off x="6333998" y="2166084"/>
              <a:ext cx="81349" cy="138093"/>
            </a:xfrm>
            <a:custGeom>
              <a:avLst/>
              <a:gdLst/>
              <a:ahLst/>
              <a:cxnLst/>
              <a:rect l="l" t="t" r="r" b="b"/>
              <a:pathLst>
                <a:path w="2311" h="3923" extrusionOk="0">
                  <a:moveTo>
                    <a:pt x="301" y="0"/>
                  </a:moveTo>
                  <a:cubicBezTo>
                    <a:pt x="282" y="0"/>
                    <a:pt x="263" y="1"/>
                    <a:pt x="244" y="1"/>
                  </a:cubicBezTo>
                  <a:cubicBezTo>
                    <a:pt x="183" y="1"/>
                    <a:pt x="92" y="1"/>
                    <a:pt x="1" y="32"/>
                  </a:cubicBezTo>
                  <a:cubicBezTo>
                    <a:pt x="973" y="123"/>
                    <a:pt x="1764" y="913"/>
                    <a:pt x="1794" y="1916"/>
                  </a:cubicBezTo>
                  <a:cubicBezTo>
                    <a:pt x="1824" y="2919"/>
                    <a:pt x="1095" y="3740"/>
                    <a:pt x="122" y="3892"/>
                  </a:cubicBezTo>
                  <a:cubicBezTo>
                    <a:pt x="213" y="3922"/>
                    <a:pt x="274" y="3922"/>
                    <a:pt x="365" y="3922"/>
                  </a:cubicBezTo>
                  <a:cubicBezTo>
                    <a:pt x="1460" y="3892"/>
                    <a:pt x="2311" y="2980"/>
                    <a:pt x="2280" y="1916"/>
                  </a:cubicBezTo>
                  <a:cubicBezTo>
                    <a:pt x="2250" y="841"/>
                    <a:pt x="1369"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95"/>
            <p:cNvSpPr/>
            <p:nvPr/>
          </p:nvSpPr>
          <p:spPr>
            <a:xfrm rot="1799956">
              <a:off x="6280230" y="2148150"/>
              <a:ext cx="123097" cy="135981"/>
            </a:xfrm>
            <a:custGeom>
              <a:avLst/>
              <a:gdLst/>
              <a:ahLst/>
              <a:cxnLst/>
              <a:rect l="l" t="t" r="r" b="b"/>
              <a:pathLst>
                <a:path w="3497" h="3863" extrusionOk="0">
                  <a:moveTo>
                    <a:pt x="1754" y="1"/>
                  </a:moveTo>
                  <a:cubicBezTo>
                    <a:pt x="1737" y="1"/>
                    <a:pt x="1720" y="1"/>
                    <a:pt x="1703" y="2"/>
                  </a:cubicBezTo>
                  <a:cubicBezTo>
                    <a:pt x="730" y="2"/>
                    <a:pt x="1" y="913"/>
                    <a:pt x="31" y="1977"/>
                  </a:cubicBezTo>
                  <a:cubicBezTo>
                    <a:pt x="61" y="3023"/>
                    <a:pt x="825" y="3863"/>
                    <a:pt x="1745" y="3863"/>
                  </a:cubicBezTo>
                  <a:cubicBezTo>
                    <a:pt x="1762" y="3863"/>
                    <a:pt x="1778" y="3862"/>
                    <a:pt x="1794" y="3862"/>
                  </a:cubicBezTo>
                  <a:cubicBezTo>
                    <a:pt x="2767" y="3831"/>
                    <a:pt x="3496" y="2950"/>
                    <a:pt x="3466" y="1886"/>
                  </a:cubicBezTo>
                  <a:cubicBezTo>
                    <a:pt x="3436" y="812"/>
                    <a:pt x="2673" y="1"/>
                    <a:pt x="17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95"/>
            <p:cNvSpPr/>
            <p:nvPr/>
          </p:nvSpPr>
          <p:spPr>
            <a:xfrm rot="1799956">
              <a:off x="7043305" y="2079862"/>
              <a:ext cx="93106" cy="137705"/>
            </a:xfrm>
            <a:custGeom>
              <a:avLst/>
              <a:gdLst/>
              <a:ahLst/>
              <a:cxnLst/>
              <a:rect l="l" t="t" r="r" b="b"/>
              <a:pathLst>
                <a:path w="2645" h="3912" extrusionOk="0">
                  <a:moveTo>
                    <a:pt x="578" y="0"/>
                  </a:moveTo>
                  <a:cubicBezTo>
                    <a:pt x="1520" y="244"/>
                    <a:pt x="2128" y="1186"/>
                    <a:pt x="2007" y="2158"/>
                  </a:cubicBezTo>
                  <a:cubicBezTo>
                    <a:pt x="1858" y="3140"/>
                    <a:pt x="1010" y="3831"/>
                    <a:pt x="62" y="3831"/>
                  </a:cubicBezTo>
                  <a:cubicBezTo>
                    <a:pt x="41" y="3831"/>
                    <a:pt x="21" y="3831"/>
                    <a:pt x="0" y="3830"/>
                  </a:cubicBezTo>
                  <a:lnTo>
                    <a:pt x="0" y="3830"/>
                  </a:lnTo>
                  <a:cubicBezTo>
                    <a:pt x="92" y="3861"/>
                    <a:pt x="152" y="3891"/>
                    <a:pt x="244" y="3891"/>
                  </a:cubicBezTo>
                  <a:cubicBezTo>
                    <a:pt x="341" y="3904"/>
                    <a:pt x="437" y="3911"/>
                    <a:pt x="531" y="3911"/>
                  </a:cubicBezTo>
                  <a:cubicBezTo>
                    <a:pt x="1504" y="3911"/>
                    <a:pt x="2327" y="3219"/>
                    <a:pt x="2493" y="2250"/>
                  </a:cubicBezTo>
                  <a:cubicBezTo>
                    <a:pt x="2645" y="1155"/>
                    <a:pt x="1885" y="152"/>
                    <a:pt x="82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95"/>
            <p:cNvSpPr/>
            <p:nvPr/>
          </p:nvSpPr>
          <p:spPr>
            <a:xfrm rot="1799956">
              <a:off x="6993310" y="2060930"/>
              <a:ext cx="130595" cy="136192"/>
            </a:xfrm>
            <a:custGeom>
              <a:avLst/>
              <a:gdLst/>
              <a:ahLst/>
              <a:cxnLst/>
              <a:rect l="l" t="t" r="r" b="b"/>
              <a:pathLst>
                <a:path w="3710" h="3869" extrusionOk="0">
                  <a:moveTo>
                    <a:pt x="1918" y="0"/>
                  </a:moveTo>
                  <a:cubicBezTo>
                    <a:pt x="1066" y="0"/>
                    <a:pt x="292" y="719"/>
                    <a:pt x="153" y="1691"/>
                  </a:cubicBezTo>
                  <a:cubicBezTo>
                    <a:pt x="1" y="2755"/>
                    <a:pt x="639" y="3728"/>
                    <a:pt x="1581" y="3849"/>
                  </a:cubicBezTo>
                  <a:cubicBezTo>
                    <a:pt x="1662" y="3862"/>
                    <a:pt x="1743" y="3869"/>
                    <a:pt x="1822" y="3869"/>
                  </a:cubicBezTo>
                  <a:cubicBezTo>
                    <a:pt x="2670" y="3869"/>
                    <a:pt x="3418" y="3150"/>
                    <a:pt x="3557" y="2177"/>
                  </a:cubicBezTo>
                  <a:cubicBezTo>
                    <a:pt x="3709" y="1114"/>
                    <a:pt x="3101" y="141"/>
                    <a:pt x="2159" y="19"/>
                  </a:cubicBezTo>
                  <a:cubicBezTo>
                    <a:pt x="2078" y="6"/>
                    <a:pt x="1998" y="0"/>
                    <a:pt x="191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95"/>
            <p:cNvSpPr/>
            <p:nvPr/>
          </p:nvSpPr>
          <p:spPr>
            <a:xfrm rot="1799956">
              <a:off x="6578787" y="2060069"/>
              <a:ext cx="93106" cy="138761"/>
            </a:xfrm>
            <a:custGeom>
              <a:avLst/>
              <a:gdLst/>
              <a:ahLst/>
              <a:cxnLst/>
              <a:rect l="l" t="t" r="r" b="b"/>
              <a:pathLst>
                <a:path w="2645" h="3942" extrusionOk="0">
                  <a:moveTo>
                    <a:pt x="578" y="1"/>
                  </a:moveTo>
                  <a:cubicBezTo>
                    <a:pt x="1520" y="274"/>
                    <a:pt x="2128" y="1186"/>
                    <a:pt x="2006" y="2189"/>
                  </a:cubicBezTo>
                  <a:cubicBezTo>
                    <a:pt x="1854" y="3162"/>
                    <a:pt x="973" y="3861"/>
                    <a:pt x="0" y="3861"/>
                  </a:cubicBezTo>
                  <a:cubicBezTo>
                    <a:pt x="91" y="3861"/>
                    <a:pt x="152" y="3892"/>
                    <a:pt x="243" y="3922"/>
                  </a:cubicBezTo>
                  <a:cubicBezTo>
                    <a:pt x="337" y="3935"/>
                    <a:pt x="430" y="3941"/>
                    <a:pt x="522" y="3941"/>
                  </a:cubicBezTo>
                  <a:cubicBezTo>
                    <a:pt x="1499" y="3941"/>
                    <a:pt x="2326" y="3223"/>
                    <a:pt x="2493" y="2250"/>
                  </a:cubicBezTo>
                  <a:cubicBezTo>
                    <a:pt x="2645" y="1186"/>
                    <a:pt x="1885" y="183"/>
                    <a:pt x="821" y="31"/>
                  </a:cubicBezTo>
                  <a:cubicBezTo>
                    <a:pt x="730" y="1"/>
                    <a:pt x="669" y="1"/>
                    <a:pt x="578"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95"/>
            <p:cNvSpPr/>
            <p:nvPr/>
          </p:nvSpPr>
          <p:spPr>
            <a:xfrm rot="1799956">
              <a:off x="6528794" y="2041340"/>
              <a:ext cx="130560" cy="136825"/>
            </a:xfrm>
            <a:custGeom>
              <a:avLst/>
              <a:gdLst/>
              <a:ahLst/>
              <a:cxnLst/>
              <a:rect l="l" t="t" r="r" b="b"/>
              <a:pathLst>
                <a:path w="3709" h="3887" extrusionOk="0">
                  <a:moveTo>
                    <a:pt x="1953" y="1"/>
                  </a:moveTo>
                  <a:cubicBezTo>
                    <a:pt x="1087" y="1"/>
                    <a:pt x="293" y="700"/>
                    <a:pt x="153" y="1686"/>
                  </a:cubicBezTo>
                  <a:cubicBezTo>
                    <a:pt x="1" y="2749"/>
                    <a:pt x="639" y="3722"/>
                    <a:pt x="1581" y="3874"/>
                  </a:cubicBezTo>
                  <a:cubicBezTo>
                    <a:pt x="1648" y="3883"/>
                    <a:pt x="1714" y="3887"/>
                    <a:pt x="1780" y="3887"/>
                  </a:cubicBezTo>
                  <a:cubicBezTo>
                    <a:pt x="2644" y="3887"/>
                    <a:pt x="3416" y="3163"/>
                    <a:pt x="3557" y="2202"/>
                  </a:cubicBezTo>
                  <a:cubicBezTo>
                    <a:pt x="3709" y="1139"/>
                    <a:pt x="3101" y="166"/>
                    <a:pt x="2159" y="14"/>
                  </a:cubicBezTo>
                  <a:cubicBezTo>
                    <a:pt x="2090" y="5"/>
                    <a:pt x="2021" y="1"/>
                    <a:pt x="195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95"/>
            <p:cNvSpPr/>
            <p:nvPr/>
          </p:nvSpPr>
          <p:spPr>
            <a:xfrm rot="1799956">
              <a:off x="6345570" y="16487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95"/>
            <p:cNvSpPr/>
            <p:nvPr/>
          </p:nvSpPr>
          <p:spPr>
            <a:xfrm rot="1799956">
              <a:off x="6295495" y="16302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95"/>
            <p:cNvSpPr/>
            <p:nvPr/>
          </p:nvSpPr>
          <p:spPr>
            <a:xfrm rot="1799956">
              <a:off x="6698617" y="1852529"/>
              <a:ext cx="93106" cy="138726"/>
            </a:xfrm>
            <a:custGeom>
              <a:avLst/>
              <a:gdLst/>
              <a:ahLst/>
              <a:cxnLst/>
              <a:rect l="l" t="t" r="r" b="b"/>
              <a:pathLst>
                <a:path w="2645" h="3941" extrusionOk="0">
                  <a:moveTo>
                    <a:pt x="578" y="0"/>
                  </a:moveTo>
                  <a:cubicBezTo>
                    <a:pt x="1520" y="274"/>
                    <a:pt x="2128" y="1186"/>
                    <a:pt x="2006" y="2189"/>
                  </a:cubicBezTo>
                  <a:cubicBezTo>
                    <a:pt x="1854" y="3161"/>
                    <a:pt x="973" y="3861"/>
                    <a:pt x="0" y="3861"/>
                  </a:cubicBezTo>
                  <a:cubicBezTo>
                    <a:pt x="91" y="3861"/>
                    <a:pt x="152" y="3891"/>
                    <a:pt x="243"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95"/>
            <p:cNvSpPr/>
            <p:nvPr/>
          </p:nvSpPr>
          <p:spPr>
            <a:xfrm rot="1799956">
              <a:off x="6648542" y="1834071"/>
              <a:ext cx="131651" cy="136825"/>
            </a:xfrm>
            <a:custGeom>
              <a:avLst/>
              <a:gdLst/>
              <a:ahLst/>
              <a:cxnLst/>
              <a:rect l="l" t="t" r="r" b="b"/>
              <a:pathLst>
                <a:path w="3740" h="3887" extrusionOk="0">
                  <a:moveTo>
                    <a:pt x="1953" y="0"/>
                  </a:moveTo>
                  <a:cubicBezTo>
                    <a:pt x="1087" y="0"/>
                    <a:pt x="293" y="699"/>
                    <a:pt x="153" y="1685"/>
                  </a:cubicBezTo>
                  <a:cubicBezTo>
                    <a:pt x="1" y="2749"/>
                    <a:pt x="639" y="3722"/>
                    <a:pt x="1581" y="3874"/>
                  </a:cubicBezTo>
                  <a:cubicBezTo>
                    <a:pt x="1648" y="3882"/>
                    <a:pt x="1714" y="3886"/>
                    <a:pt x="1780" y="3886"/>
                  </a:cubicBezTo>
                  <a:cubicBezTo>
                    <a:pt x="2644" y="3886"/>
                    <a:pt x="3416" y="3162"/>
                    <a:pt x="3557" y="2202"/>
                  </a:cubicBezTo>
                  <a:cubicBezTo>
                    <a:pt x="3739" y="1138"/>
                    <a:pt x="3101" y="165"/>
                    <a:pt x="2159" y="13"/>
                  </a:cubicBezTo>
                  <a:cubicBezTo>
                    <a:pt x="2090" y="4"/>
                    <a:pt x="2021" y="0"/>
                    <a:pt x="195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95"/>
            <p:cNvSpPr/>
            <p:nvPr/>
          </p:nvSpPr>
          <p:spPr>
            <a:xfrm rot="1799956">
              <a:off x="6773797" y="2671255"/>
              <a:ext cx="122006" cy="135945"/>
            </a:xfrm>
            <a:custGeom>
              <a:avLst/>
              <a:gdLst/>
              <a:ahLst/>
              <a:cxnLst/>
              <a:rect l="l" t="t" r="r" b="b"/>
              <a:pathLst>
                <a:path w="3466" h="3862" extrusionOk="0">
                  <a:moveTo>
                    <a:pt x="1733" y="1"/>
                  </a:moveTo>
                  <a:cubicBezTo>
                    <a:pt x="791" y="1"/>
                    <a:pt x="1" y="852"/>
                    <a:pt x="1" y="1946"/>
                  </a:cubicBezTo>
                  <a:cubicBezTo>
                    <a:pt x="1" y="3010"/>
                    <a:pt x="791" y="3861"/>
                    <a:pt x="1733" y="3861"/>
                  </a:cubicBezTo>
                  <a:cubicBezTo>
                    <a:pt x="2675" y="3861"/>
                    <a:pt x="3466" y="3010"/>
                    <a:pt x="3466" y="1946"/>
                  </a:cubicBezTo>
                  <a:cubicBezTo>
                    <a:pt x="3466" y="852"/>
                    <a:pt x="2675"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95"/>
            <p:cNvSpPr/>
            <p:nvPr/>
          </p:nvSpPr>
          <p:spPr>
            <a:xfrm rot="1799956">
              <a:off x="6979385" y="2333920"/>
              <a:ext cx="78146" cy="138057"/>
            </a:xfrm>
            <a:custGeom>
              <a:avLst/>
              <a:gdLst/>
              <a:ahLst/>
              <a:cxnLst/>
              <a:rect l="l" t="t" r="r" b="b"/>
              <a:pathLst>
                <a:path w="2220" h="3922" extrusionOk="0">
                  <a:moveTo>
                    <a:pt x="0" y="1"/>
                  </a:moveTo>
                  <a:cubicBezTo>
                    <a:pt x="973" y="123"/>
                    <a:pt x="1733" y="943"/>
                    <a:pt x="1733" y="1946"/>
                  </a:cubicBezTo>
                  <a:cubicBezTo>
                    <a:pt x="1733" y="2949"/>
                    <a:pt x="973" y="3770"/>
                    <a:pt x="0" y="3892"/>
                  </a:cubicBezTo>
                  <a:cubicBezTo>
                    <a:pt x="92" y="3922"/>
                    <a:pt x="183" y="3922"/>
                    <a:pt x="244" y="3922"/>
                  </a:cubicBezTo>
                  <a:cubicBezTo>
                    <a:pt x="1338" y="3922"/>
                    <a:pt x="2219" y="3040"/>
                    <a:pt x="2219" y="1946"/>
                  </a:cubicBezTo>
                  <a:cubicBezTo>
                    <a:pt x="2219" y="882"/>
                    <a:pt x="133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95"/>
            <p:cNvSpPr/>
            <p:nvPr/>
          </p:nvSpPr>
          <p:spPr>
            <a:xfrm rot="1799956">
              <a:off x="6829301" y="2689664"/>
              <a:ext cx="78146" cy="139114"/>
            </a:xfrm>
            <a:custGeom>
              <a:avLst/>
              <a:gdLst/>
              <a:ahLst/>
              <a:cxnLst/>
              <a:rect l="l" t="t" r="r" b="b"/>
              <a:pathLst>
                <a:path w="2220" h="3952" extrusionOk="0">
                  <a:moveTo>
                    <a:pt x="243" y="1"/>
                  </a:moveTo>
                  <a:cubicBezTo>
                    <a:pt x="152" y="1"/>
                    <a:pt x="91" y="31"/>
                    <a:pt x="0" y="31"/>
                  </a:cubicBezTo>
                  <a:cubicBezTo>
                    <a:pt x="973" y="153"/>
                    <a:pt x="1733" y="973"/>
                    <a:pt x="1733" y="1976"/>
                  </a:cubicBezTo>
                  <a:cubicBezTo>
                    <a:pt x="1733" y="2979"/>
                    <a:pt x="973" y="3800"/>
                    <a:pt x="0" y="3922"/>
                  </a:cubicBezTo>
                  <a:cubicBezTo>
                    <a:pt x="91" y="3922"/>
                    <a:pt x="152" y="3952"/>
                    <a:pt x="243" y="3952"/>
                  </a:cubicBezTo>
                  <a:cubicBezTo>
                    <a:pt x="1338" y="3952"/>
                    <a:pt x="2219" y="3070"/>
                    <a:pt x="2219" y="1976"/>
                  </a:cubicBezTo>
                  <a:cubicBezTo>
                    <a:pt x="2219" y="882"/>
                    <a:pt x="1338" y="1"/>
                    <a:pt x="24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95"/>
            <p:cNvSpPr/>
            <p:nvPr/>
          </p:nvSpPr>
          <p:spPr>
            <a:xfrm rot="1799956">
              <a:off x="6823445" y="16434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95"/>
            <p:cNvSpPr/>
            <p:nvPr/>
          </p:nvSpPr>
          <p:spPr>
            <a:xfrm rot="1799956">
              <a:off x="6773370" y="16249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87" name="Google Shape;2387;p95"/>
          <p:cNvSpPr txBox="1"/>
          <p:nvPr/>
        </p:nvSpPr>
        <p:spPr>
          <a:xfrm>
            <a:off x="241628" y="690571"/>
            <a:ext cx="943200" cy="38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accent4"/>
                </a:solidFill>
                <a:latin typeface="Lilita One"/>
                <a:ea typeface="Lilita One"/>
                <a:cs typeface="Lilita One"/>
                <a:sym typeface="Lilita One"/>
              </a:rPr>
              <a:t>Roll the Dice</a:t>
            </a:r>
            <a:endParaRPr sz="1000">
              <a:solidFill>
                <a:schemeClr val="accent4"/>
              </a:solidFill>
              <a:latin typeface="Lilita One"/>
              <a:ea typeface="Lilita One"/>
              <a:cs typeface="Lilita One"/>
              <a:sym typeface="Lilita One"/>
            </a:endParaRPr>
          </a:p>
        </p:txBody>
      </p:sp>
      <p:sp>
        <p:nvSpPr>
          <p:cNvPr id="2388" name="Google Shape;2388;p95">
            <a:hlinkClick r:id="rId3" action="ppaction://hlinksldjump"/>
          </p:cNvPr>
          <p:cNvSpPr/>
          <p:nvPr/>
        </p:nvSpPr>
        <p:spPr>
          <a:xfrm>
            <a:off x="312438" y="237000"/>
            <a:ext cx="801600" cy="8016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08AE80E-5ADD-4BAE-ADFD-8159D5B92569}"/>
                  </a:ext>
                </a:extLst>
              </p:cNvPr>
              <p:cNvSpPr txBox="1"/>
              <p:nvPr/>
            </p:nvSpPr>
            <p:spPr>
              <a:xfrm>
                <a:off x="1467049" y="342338"/>
                <a:ext cx="7130537" cy="2927725"/>
              </a:xfrm>
              <a:prstGeom prst="rect">
                <a:avLst/>
              </a:prstGeom>
              <a:noFill/>
            </p:spPr>
            <p:txBody>
              <a:bodyPr wrap="square" rtlCol="0">
                <a:spAutoFit/>
              </a:bodyPr>
              <a:lstStyle/>
              <a:p>
                <a:pPr algn="just" rtl="1"/>
                <a:r>
                  <a:rPr lang="fa-IR" dirty="0">
                    <a:cs typeface="Aban" pitchFamily="2" charset="-78"/>
                  </a:rPr>
                  <a:t>تابع سود بازیکنان</a:t>
                </a:r>
              </a:p>
              <a:p>
                <a:pPr algn="just" rtl="1"/>
                <a:endParaRPr lang="fa-IR" dirty="0">
                  <a:cs typeface="Aban" pitchFamily="2" charset="-78"/>
                </a:endParaRPr>
              </a:p>
              <a:p>
                <a:pPr algn="just" rtl="1"/>
                <a:r>
                  <a:rPr lang="fa-IR" dirty="0">
                    <a:cs typeface="Aban" pitchFamily="2" charset="-78"/>
                  </a:rPr>
                  <a:t>دکتر:</a:t>
                </a:r>
              </a:p>
              <a:p>
                <a:pPr marL="342900" indent="-342900" algn="just" rtl="1">
                  <a:buFont typeface="Arial" panose="020B0604020202020204" pitchFamily="34" charset="0"/>
                  <a:buChar char="•"/>
                </a:pPr>
                <a:r>
                  <a:rPr lang="fa-IR" dirty="0">
                    <a:cs typeface="Aban" pitchFamily="2" charset="-78"/>
                  </a:rPr>
                  <a:t>تابع سود دکتر را با </a:t>
                </a:r>
                <a14:m>
                  <m:oMath xmlns:m="http://schemas.openxmlformats.org/officeDocument/2006/math">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𝐷</m:t>
                        </m:r>
                      </m:e>
                      <m:sub>
                        <m:r>
                          <a:rPr lang="en-US" b="0" i="1" smtClean="0">
                            <a:latin typeface="Cambria Math" panose="02040503050406030204" pitchFamily="18" charset="0"/>
                            <a:cs typeface="Aban" pitchFamily="2" charset="-78"/>
                          </a:rPr>
                          <m:t>𝑖𝑗</m:t>
                        </m:r>
                      </m:sub>
                    </m:sSub>
                  </m:oMath>
                </a14:m>
                <a:r>
                  <a:rPr lang="fa-IR" dirty="0">
                    <a:cs typeface="Aban" pitchFamily="2" charset="-78"/>
                  </a:rPr>
                  <a:t> نمایش می‌دهیم، که </a:t>
                </a:r>
                <a14:m>
                  <m:oMath xmlns:m="http://schemas.openxmlformats.org/officeDocument/2006/math">
                    <m:r>
                      <a:rPr lang="en-US" b="0" i="1" smtClean="0">
                        <a:latin typeface="Cambria Math" panose="02040503050406030204" pitchFamily="18" charset="0"/>
                        <a:cs typeface="Aban" pitchFamily="2" charset="-78"/>
                      </a:rPr>
                      <m:t>𝑖</m:t>
                    </m:r>
                  </m:oMath>
                </a14:m>
                <a:r>
                  <a:rPr lang="fa-IR" dirty="0">
                    <a:cs typeface="Aban" pitchFamily="2" charset="-78"/>
                  </a:rPr>
                  <a:t> نماد تصمیم دکتر و </a:t>
                </a:r>
                <a14:m>
                  <m:oMath xmlns:m="http://schemas.openxmlformats.org/officeDocument/2006/math">
                    <m:r>
                      <a:rPr lang="en-US" b="0" i="1" smtClean="0">
                        <a:latin typeface="Cambria Math" panose="02040503050406030204" pitchFamily="18" charset="0"/>
                        <a:cs typeface="Aban" pitchFamily="2" charset="-78"/>
                      </a:rPr>
                      <m:t>𝑗</m:t>
                    </m:r>
                  </m:oMath>
                </a14:m>
                <a:r>
                  <a:rPr lang="fa-IR" dirty="0">
                    <a:cs typeface="Aban" pitchFamily="2" charset="-78"/>
                  </a:rPr>
                  <a:t> نماد تصمیم بیمار است برای مثال </a:t>
                </a:r>
                <a14:m>
                  <m:oMath xmlns:m="http://schemas.openxmlformats.org/officeDocument/2006/math">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𝐷</m:t>
                        </m:r>
                      </m:e>
                      <m:sub>
                        <m:r>
                          <a:rPr lang="en-US" b="0" i="1" smtClean="0">
                            <a:latin typeface="Cambria Math" panose="02040503050406030204" pitchFamily="18" charset="0"/>
                            <a:cs typeface="Aban" pitchFamily="2" charset="-78"/>
                          </a:rPr>
                          <m:t>31</m:t>
                        </m:r>
                      </m:sub>
                    </m:sSub>
                  </m:oMath>
                </a14:m>
                <a:r>
                  <a:rPr lang="fa-IR" dirty="0">
                    <a:cs typeface="Aban" pitchFamily="2" charset="-78"/>
                  </a:rPr>
                  <a:t> نماد سود دکتر است وقتی که خودش تصمیم گرفته تحت هیچ شرایطی اسم بیمار را اضافه نکند ولی بیمار تصمیم گرفته همکاری کند</a:t>
                </a:r>
              </a:p>
              <a:p>
                <a:pPr algn="just" rtl="1"/>
                <a:r>
                  <a:rPr lang="fa-IR" dirty="0">
                    <a:cs typeface="Aban" pitchFamily="2" charset="-78"/>
                  </a:rPr>
                  <a:t>بیمار</a:t>
                </a:r>
              </a:p>
              <a:p>
                <a:pPr marL="342900" indent="-342900" algn="just" rtl="1">
                  <a:buFont typeface="Arial" panose="020B0604020202020204" pitchFamily="34" charset="0"/>
                  <a:buChar char="•"/>
                </a:pPr>
                <a:r>
                  <a:rPr lang="fa-IR" dirty="0">
                    <a:cs typeface="Aban" pitchFamily="2" charset="-78"/>
                  </a:rPr>
                  <a:t>تابع سود بیمار را مشابه دکتر با </a:t>
                </a:r>
                <a14:m>
                  <m:oMath xmlns:m="http://schemas.openxmlformats.org/officeDocument/2006/math">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𝑃</m:t>
                        </m:r>
                      </m:e>
                      <m:sub>
                        <m:r>
                          <a:rPr lang="en-US" b="0" i="1" smtClean="0">
                            <a:latin typeface="Cambria Math" panose="02040503050406030204" pitchFamily="18" charset="0"/>
                            <a:cs typeface="Aban" pitchFamily="2" charset="-78"/>
                          </a:rPr>
                          <m:t>𝑖𝑗</m:t>
                        </m:r>
                      </m:sub>
                    </m:sSub>
                    <m:r>
                      <a:rPr lang="fa-IR" b="0" i="1" smtClean="0">
                        <a:latin typeface="Cambria Math" panose="02040503050406030204" pitchFamily="18" charset="0"/>
                        <a:cs typeface="Aban" pitchFamily="2" charset="-78"/>
                      </a:rPr>
                      <m:t> </m:t>
                    </m:r>
                  </m:oMath>
                </a14:m>
                <a:r>
                  <a:rPr lang="fa-IR" dirty="0">
                    <a:cs typeface="Aban" pitchFamily="2" charset="-78"/>
                  </a:rPr>
                  <a:t>  نشان می‌دهیم که مشابها </a:t>
                </a:r>
                <a14:m>
                  <m:oMath xmlns:m="http://schemas.openxmlformats.org/officeDocument/2006/math">
                    <m:r>
                      <a:rPr lang="en-US" b="0" i="1" smtClean="0">
                        <a:latin typeface="Cambria Math" panose="02040503050406030204" pitchFamily="18" charset="0"/>
                        <a:cs typeface="Aban" pitchFamily="2" charset="-78"/>
                      </a:rPr>
                      <m:t>𝑖</m:t>
                    </m:r>
                  </m:oMath>
                </a14:m>
                <a:r>
                  <a:rPr lang="fa-IR" dirty="0">
                    <a:cs typeface="Aban" pitchFamily="2" charset="-78"/>
                  </a:rPr>
                  <a:t> نماد تصمیم دکتر و </a:t>
                </a:r>
                <a14:m>
                  <m:oMath xmlns:m="http://schemas.openxmlformats.org/officeDocument/2006/math">
                    <m:r>
                      <a:rPr lang="en-US" b="0" i="1" smtClean="0">
                        <a:latin typeface="Cambria Math" panose="02040503050406030204" pitchFamily="18" charset="0"/>
                        <a:cs typeface="Aban" pitchFamily="2" charset="-78"/>
                      </a:rPr>
                      <m:t>𝑗</m:t>
                    </m:r>
                  </m:oMath>
                </a14:m>
                <a:r>
                  <a:rPr lang="fa-IR" dirty="0">
                    <a:cs typeface="Aban" pitchFamily="2" charset="-78"/>
                  </a:rPr>
                  <a:t> نماد تصمیم بیمار است</a:t>
                </a:r>
              </a:p>
              <a:p>
                <a:pPr marL="342900" indent="-342900" algn="just" rtl="1">
                  <a:buFont typeface="Arial" panose="020B0604020202020204" pitchFamily="34" charset="0"/>
                  <a:buChar char="•"/>
                </a:pPr>
                <a:endParaRPr lang="fa-IR" dirty="0">
                  <a:cs typeface="Aban" pitchFamily="2" charset="-78"/>
                </a:endParaRPr>
              </a:p>
              <a:p>
                <a:pPr algn="just" rtl="1"/>
                <a:r>
                  <a:rPr lang="fa-IR" dirty="0">
                    <a:cs typeface="Aban" pitchFamily="2" charset="-78"/>
                  </a:rPr>
                  <a:t>بنابراین جدول بازی به صورت زیر در خواهد آمد</a:t>
                </a:r>
              </a:p>
              <a:p>
                <a:pPr algn="just" rtl="1"/>
                <a:endParaRPr lang="fa-IR" dirty="0">
                  <a:cs typeface="Aban" pitchFamily="2" charset="-78"/>
                </a:endParaRPr>
              </a:p>
              <a:p>
                <a:pPr algn="just" rtl="1"/>
                <a:endParaRPr lang="fa-IR" dirty="0">
                  <a:cs typeface="Aban" pitchFamily="2" charset="-78"/>
                </a:endParaRPr>
              </a:p>
              <a:p>
                <a:pPr algn="just" rtl="1"/>
                <a:endParaRPr lang="en-US" dirty="0">
                  <a:cs typeface="Aban" pitchFamily="2" charset="-78"/>
                </a:endParaRPr>
              </a:p>
            </p:txBody>
          </p:sp>
        </mc:Choice>
        <mc:Fallback xmlns="">
          <p:sp>
            <p:nvSpPr>
              <p:cNvPr id="3" name="TextBox 2">
                <a:extLst>
                  <a:ext uri="{FF2B5EF4-FFF2-40B4-BE49-F238E27FC236}">
                    <a16:creationId xmlns:a16="http://schemas.microsoft.com/office/drawing/2014/main" id="{008AE80E-5ADD-4BAE-ADFD-8159D5B92569}"/>
                  </a:ext>
                </a:extLst>
              </p:cNvPr>
              <p:cNvSpPr txBox="1">
                <a:spLocks noRot="1" noChangeAspect="1" noMove="1" noResize="1" noEditPoints="1" noAdjustHandles="1" noChangeArrowheads="1" noChangeShapeType="1" noTextEdit="1"/>
              </p:cNvSpPr>
              <p:nvPr/>
            </p:nvSpPr>
            <p:spPr>
              <a:xfrm>
                <a:off x="1467049" y="342338"/>
                <a:ext cx="7130537" cy="2927725"/>
              </a:xfrm>
              <a:prstGeom prst="rect">
                <a:avLst/>
              </a:prstGeom>
              <a:blipFill>
                <a:blip r:embed="rId4"/>
                <a:stretch>
                  <a:fillRect l="-855" t="-417" r="-3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57DB602B-FABE-49B9-BCC2-07A5A0688297}"/>
                  </a:ext>
                </a:extLst>
              </p:cNvPr>
              <p:cNvGraphicFramePr>
                <a:graphicFrameLocks noGrp="1"/>
              </p:cNvGraphicFramePr>
              <p:nvPr>
                <p:extLst>
                  <p:ext uri="{D42A27DB-BD31-4B8C-83A1-F6EECF244321}">
                    <p14:modId xmlns:p14="http://schemas.microsoft.com/office/powerpoint/2010/main" val="205593455"/>
                  </p:ext>
                </p:extLst>
              </p:nvPr>
            </p:nvGraphicFramePr>
            <p:xfrm>
              <a:off x="1524000" y="3025042"/>
              <a:ext cx="6096000" cy="1483360"/>
            </p:xfrm>
            <a:graphic>
              <a:graphicData uri="http://schemas.openxmlformats.org/drawingml/2006/table">
                <a:tbl>
                  <a:tblPr bandRow="1">
                    <a:tableStyleId>{284E427A-3D55-4303-BF80-6455036E1DE7}</a:tableStyleId>
                  </a:tblPr>
                  <a:tblGrid>
                    <a:gridCol w="1219200">
                      <a:extLst>
                        <a:ext uri="{9D8B030D-6E8A-4147-A177-3AD203B41FA5}">
                          <a16:colId xmlns:a16="http://schemas.microsoft.com/office/drawing/2014/main" val="392190183"/>
                        </a:ext>
                      </a:extLst>
                    </a:gridCol>
                    <a:gridCol w="367323">
                      <a:extLst>
                        <a:ext uri="{9D8B030D-6E8A-4147-A177-3AD203B41FA5}">
                          <a16:colId xmlns:a16="http://schemas.microsoft.com/office/drawing/2014/main" val="2125012082"/>
                        </a:ext>
                      </a:extLst>
                    </a:gridCol>
                    <a:gridCol w="1703754">
                      <a:extLst>
                        <a:ext uri="{9D8B030D-6E8A-4147-A177-3AD203B41FA5}">
                          <a16:colId xmlns:a16="http://schemas.microsoft.com/office/drawing/2014/main" val="2812821767"/>
                        </a:ext>
                      </a:extLst>
                    </a:gridCol>
                    <a:gridCol w="1430215">
                      <a:extLst>
                        <a:ext uri="{9D8B030D-6E8A-4147-A177-3AD203B41FA5}">
                          <a16:colId xmlns:a16="http://schemas.microsoft.com/office/drawing/2014/main" val="1092053292"/>
                        </a:ext>
                      </a:extLst>
                    </a:gridCol>
                    <a:gridCol w="1375508">
                      <a:extLst>
                        <a:ext uri="{9D8B030D-6E8A-4147-A177-3AD203B41FA5}">
                          <a16:colId xmlns:a16="http://schemas.microsoft.com/office/drawing/2014/main" val="3508401934"/>
                        </a:ext>
                      </a:extLst>
                    </a:gridCol>
                  </a:tblGrid>
                  <a:tr h="370840">
                    <a:tc>
                      <a:txBody>
                        <a:bodyPr/>
                        <a:lstStyle/>
                        <a:p>
                          <a:pPr algn="ctr"/>
                          <a:endParaRPr lang="en-US" dirty="0">
                            <a:solidFill>
                              <a:schemeClr val="tx2">
                                <a:lumMod val="10000"/>
                              </a:schemeClr>
                            </a:solidFill>
                            <a:cs typeface="Aban" pitchFamily="2" charset="-78"/>
                          </a:endParaRPr>
                        </a:p>
                      </a:txBody>
                      <a:tcPr>
                        <a:noFill/>
                      </a:tcPr>
                    </a:tc>
                    <a:tc gridSpan="4">
                      <a:txBody>
                        <a:bodyPr/>
                        <a:lstStyle/>
                        <a:p>
                          <a:pPr algn="ctr"/>
                          <a:r>
                            <a:rPr lang="fa-IR" dirty="0">
                              <a:solidFill>
                                <a:schemeClr val="tx2">
                                  <a:lumMod val="10000"/>
                                </a:schemeClr>
                              </a:solidFill>
                              <a:cs typeface="Aban" pitchFamily="2" charset="-78"/>
                            </a:rPr>
                            <a:t>دکتر</a:t>
                          </a:r>
                          <a:endParaRPr lang="en-US" dirty="0"/>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344501892"/>
                      </a:ext>
                    </a:extLst>
                  </a:tr>
                  <a:tr h="370840">
                    <a:tc rowSpan="3">
                      <a:txBody>
                        <a:bodyPr/>
                        <a:lstStyle/>
                        <a:p>
                          <a:pPr algn="ctr"/>
                          <a:r>
                            <a:rPr lang="fa-IR" dirty="0">
                              <a:solidFill>
                                <a:schemeClr val="tx2">
                                  <a:lumMod val="10000"/>
                                </a:schemeClr>
                              </a:solidFill>
                              <a:cs typeface="Aban" pitchFamily="2" charset="-78"/>
                            </a:rPr>
                            <a:t>بیمار</a:t>
                          </a:r>
                          <a:endParaRPr lang="en-US" dirty="0">
                            <a:solidFill>
                              <a:schemeClr val="tx2">
                                <a:lumMod val="10000"/>
                              </a:schemeClr>
                            </a:solidFill>
                            <a:cs typeface="Aban" pitchFamily="2" charset="-78"/>
                          </a:endParaRPr>
                        </a:p>
                      </a:txBody>
                      <a:tcPr anchor="ctr"/>
                    </a:tc>
                    <a:tc>
                      <a:txBody>
                        <a:bodyPr/>
                        <a:lstStyle/>
                        <a:p>
                          <a:pPr algn="ctr"/>
                          <a:endParaRPr lang="en-US">
                            <a:solidFill>
                              <a:schemeClr val="tx2">
                                <a:lumMod val="10000"/>
                              </a:schemeClr>
                            </a:solidFill>
                            <a:cs typeface="Aban" pitchFamily="2" charset="-78"/>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2">
                                        <a:lumMod val="10000"/>
                                      </a:schemeClr>
                                    </a:solidFill>
                                    <a:latin typeface="Cambria Math" panose="02040503050406030204" pitchFamily="18" charset="0"/>
                                    <a:cs typeface="Aban" pitchFamily="2" charset="-78"/>
                                  </a:rPr>
                                  <m:t>𝐶</m:t>
                                </m:r>
                              </m:oMath>
                            </m:oMathPara>
                          </a14:m>
                          <a:endParaRPr lang="en-US" dirty="0">
                            <a:solidFill>
                              <a:schemeClr val="tx2">
                                <a:lumMod val="10000"/>
                              </a:schemeClr>
                            </a:solidFill>
                            <a:cs typeface="Aban" pitchFamily="2" charset="-78"/>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2">
                                        <a:lumMod val="10000"/>
                                      </a:schemeClr>
                                    </a:solidFill>
                                    <a:latin typeface="Cambria Math" panose="02040503050406030204" pitchFamily="18" charset="0"/>
                                    <a:cs typeface="Aban" pitchFamily="2" charset="-78"/>
                                  </a:rPr>
                                  <m:t>𝑁</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𝐶</m:t>
                                    </m:r>
                                  </m:e>
                                  <m:sub>
                                    <m:r>
                                      <a:rPr lang="en-US" b="0" i="1" smtClean="0">
                                        <a:solidFill>
                                          <a:schemeClr val="tx2">
                                            <a:lumMod val="10000"/>
                                          </a:schemeClr>
                                        </a:solidFill>
                                        <a:latin typeface="Cambria Math" panose="02040503050406030204" pitchFamily="18" charset="0"/>
                                        <a:cs typeface="Aban" pitchFamily="2" charset="-78"/>
                                      </a:rPr>
                                      <m:t>𝑡</m:t>
                                    </m:r>
                                  </m:sub>
                                </m:sSub>
                              </m:oMath>
                            </m:oMathPara>
                          </a14:m>
                          <a:endParaRPr lang="en-US" dirty="0">
                            <a:solidFill>
                              <a:schemeClr val="tx2">
                                <a:lumMod val="10000"/>
                              </a:schemeClr>
                            </a:solidFill>
                            <a:cs typeface="Aban" pitchFamily="2" charset="-78"/>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2">
                                        <a:lumMod val="10000"/>
                                      </a:schemeClr>
                                    </a:solidFill>
                                    <a:latin typeface="Cambria Math" panose="02040503050406030204" pitchFamily="18" charset="0"/>
                                    <a:cs typeface="Aban" pitchFamily="2" charset="-78"/>
                                  </a:rPr>
                                  <m:t>𝑁</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𝐶</m:t>
                                    </m:r>
                                  </m:e>
                                  <m:sub>
                                    <m:r>
                                      <a:rPr lang="en-US" b="0" i="1" smtClean="0">
                                        <a:solidFill>
                                          <a:schemeClr val="tx2">
                                            <a:lumMod val="10000"/>
                                          </a:schemeClr>
                                        </a:solidFill>
                                        <a:latin typeface="Cambria Math" panose="02040503050406030204" pitchFamily="18" charset="0"/>
                                        <a:cs typeface="Aban" pitchFamily="2" charset="-78"/>
                                      </a:rPr>
                                      <m:t>𝑑</m:t>
                                    </m:r>
                                  </m:sub>
                                </m:sSub>
                              </m:oMath>
                            </m:oMathPara>
                          </a14:m>
                          <a:endParaRPr lang="en-US" dirty="0">
                            <a:solidFill>
                              <a:schemeClr val="tx2">
                                <a:lumMod val="10000"/>
                              </a:schemeClr>
                            </a:solidFill>
                            <a:cs typeface="Aban" pitchFamily="2" charset="-78"/>
                          </a:endParaRPr>
                        </a:p>
                      </a:txBody>
                      <a:tcPr/>
                    </a:tc>
                    <a:extLst>
                      <a:ext uri="{0D108BD9-81ED-4DB2-BD59-A6C34878D82A}">
                        <a16:rowId xmlns:a16="http://schemas.microsoft.com/office/drawing/2014/main" val="2580170745"/>
                      </a:ext>
                    </a:extLst>
                  </a:tr>
                  <a:tr h="370840">
                    <a:tc vMerge="1">
                      <a:txBody>
                        <a:bodyPr/>
                        <a:lstStyle/>
                        <a:p>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2">
                                        <a:lumMod val="10000"/>
                                      </a:schemeClr>
                                    </a:solidFill>
                                    <a:latin typeface="Cambria Math" panose="02040503050406030204" pitchFamily="18" charset="0"/>
                                    <a:cs typeface="Aban" pitchFamily="2" charset="-78"/>
                                  </a:rPr>
                                  <m:t>𝐶</m:t>
                                </m:r>
                              </m:oMath>
                            </m:oMathPara>
                          </a14:m>
                          <a:endParaRPr lang="en-US" dirty="0">
                            <a:solidFill>
                              <a:schemeClr val="tx2">
                                <a:lumMod val="10000"/>
                              </a:schemeClr>
                            </a:solidFill>
                            <a:cs typeface="Aban" pitchFamily="2" charset="-78"/>
                          </a:endParaRP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𝑃</m:t>
                                    </m:r>
                                  </m:e>
                                  <m:sub>
                                    <m:r>
                                      <a:rPr lang="en-US" b="0" i="1" smtClean="0">
                                        <a:solidFill>
                                          <a:schemeClr val="tx2">
                                            <a:lumMod val="10000"/>
                                          </a:schemeClr>
                                        </a:solidFill>
                                        <a:latin typeface="Cambria Math" panose="02040503050406030204" pitchFamily="18" charset="0"/>
                                        <a:cs typeface="Aban" pitchFamily="2" charset="-78"/>
                                      </a:rPr>
                                      <m:t>11</m:t>
                                    </m:r>
                                  </m:sub>
                                </m:sSub>
                                <m:r>
                                  <a:rPr lang="en-US" b="0" i="1" smtClean="0">
                                    <a:solidFill>
                                      <a:schemeClr val="tx2">
                                        <a:lumMod val="10000"/>
                                      </a:schemeClr>
                                    </a:solidFill>
                                    <a:latin typeface="Cambria Math" panose="02040503050406030204" pitchFamily="18" charset="0"/>
                                    <a:cs typeface="Aban" pitchFamily="2" charset="-78"/>
                                  </a:rPr>
                                  <m:t>, </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𝐷</m:t>
                                    </m:r>
                                  </m:e>
                                  <m:sub>
                                    <m:r>
                                      <a:rPr lang="en-US" b="0" i="1" smtClean="0">
                                        <a:solidFill>
                                          <a:schemeClr val="tx2">
                                            <a:lumMod val="10000"/>
                                          </a:schemeClr>
                                        </a:solidFill>
                                        <a:latin typeface="Cambria Math" panose="02040503050406030204" pitchFamily="18" charset="0"/>
                                        <a:cs typeface="Aban" pitchFamily="2" charset="-78"/>
                                      </a:rPr>
                                      <m:t>11</m:t>
                                    </m:r>
                                  </m:sub>
                                </m:sSub>
                              </m:oMath>
                            </m:oMathPara>
                          </a14:m>
                          <a:endParaRPr lang="en-US" dirty="0">
                            <a:solidFill>
                              <a:schemeClr val="tx2">
                                <a:lumMod val="10000"/>
                              </a:schemeClr>
                            </a:solidFill>
                            <a:cs typeface="Aban" pitchFamily="2" charset="-78"/>
                          </a:endParaRP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𝑃</m:t>
                                    </m:r>
                                  </m:e>
                                  <m:sub>
                                    <m:r>
                                      <a:rPr lang="en-US" b="0" i="1" smtClean="0">
                                        <a:solidFill>
                                          <a:schemeClr val="tx2">
                                            <a:lumMod val="10000"/>
                                          </a:schemeClr>
                                        </a:solidFill>
                                        <a:latin typeface="Cambria Math" panose="02040503050406030204" pitchFamily="18" charset="0"/>
                                        <a:cs typeface="Aban" pitchFamily="2" charset="-78"/>
                                      </a:rPr>
                                      <m:t>21</m:t>
                                    </m:r>
                                  </m:sub>
                                </m:sSub>
                                <m:r>
                                  <a:rPr lang="en-US" b="0" i="1" smtClean="0">
                                    <a:solidFill>
                                      <a:schemeClr val="tx2">
                                        <a:lumMod val="10000"/>
                                      </a:schemeClr>
                                    </a:solidFill>
                                    <a:latin typeface="Cambria Math" panose="02040503050406030204" pitchFamily="18" charset="0"/>
                                    <a:cs typeface="Aban" pitchFamily="2" charset="-78"/>
                                  </a:rPr>
                                  <m:t>, </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𝐷</m:t>
                                    </m:r>
                                  </m:e>
                                  <m:sub>
                                    <m:r>
                                      <a:rPr lang="en-US" b="0" i="1" smtClean="0">
                                        <a:solidFill>
                                          <a:schemeClr val="tx2">
                                            <a:lumMod val="10000"/>
                                          </a:schemeClr>
                                        </a:solidFill>
                                        <a:latin typeface="Cambria Math" panose="02040503050406030204" pitchFamily="18" charset="0"/>
                                        <a:cs typeface="Aban" pitchFamily="2" charset="-78"/>
                                      </a:rPr>
                                      <m:t>21</m:t>
                                    </m:r>
                                  </m:sub>
                                </m:sSub>
                              </m:oMath>
                            </m:oMathPara>
                          </a14:m>
                          <a:endParaRPr lang="en-US" dirty="0">
                            <a:solidFill>
                              <a:schemeClr val="tx2">
                                <a:lumMod val="10000"/>
                              </a:schemeClr>
                            </a:solidFill>
                            <a:cs typeface="Aban" pitchFamily="2" charset="-78"/>
                          </a:endParaRP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𝑃</m:t>
                                    </m:r>
                                  </m:e>
                                  <m:sub>
                                    <m:r>
                                      <a:rPr lang="en-US" b="0" i="1" smtClean="0">
                                        <a:solidFill>
                                          <a:schemeClr val="tx2">
                                            <a:lumMod val="10000"/>
                                          </a:schemeClr>
                                        </a:solidFill>
                                        <a:latin typeface="Cambria Math" panose="02040503050406030204" pitchFamily="18" charset="0"/>
                                        <a:cs typeface="Aban" pitchFamily="2" charset="-78"/>
                                      </a:rPr>
                                      <m:t>31</m:t>
                                    </m:r>
                                  </m:sub>
                                </m:sSub>
                                <m:r>
                                  <a:rPr lang="en-US" b="0" i="1" smtClean="0">
                                    <a:solidFill>
                                      <a:schemeClr val="tx2">
                                        <a:lumMod val="10000"/>
                                      </a:schemeClr>
                                    </a:solidFill>
                                    <a:latin typeface="Cambria Math" panose="02040503050406030204" pitchFamily="18" charset="0"/>
                                    <a:cs typeface="Aban" pitchFamily="2" charset="-78"/>
                                  </a:rPr>
                                  <m:t>, </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𝐷</m:t>
                                    </m:r>
                                  </m:e>
                                  <m:sub>
                                    <m:r>
                                      <a:rPr lang="en-US" b="0" i="1" smtClean="0">
                                        <a:solidFill>
                                          <a:schemeClr val="tx2">
                                            <a:lumMod val="10000"/>
                                          </a:schemeClr>
                                        </a:solidFill>
                                        <a:latin typeface="Cambria Math" panose="02040503050406030204" pitchFamily="18" charset="0"/>
                                        <a:cs typeface="Aban" pitchFamily="2" charset="-78"/>
                                      </a:rPr>
                                      <m:t>31</m:t>
                                    </m:r>
                                  </m:sub>
                                </m:sSub>
                              </m:oMath>
                            </m:oMathPara>
                          </a14:m>
                          <a:endParaRPr lang="en-US" dirty="0">
                            <a:solidFill>
                              <a:schemeClr val="tx2">
                                <a:lumMod val="10000"/>
                              </a:schemeClr>
                            </a:solidFill>
                            <a:cs typeface="Aban" pitchFamily="2" charset="-78"/>
                          </a:endParaRPr>
                        </a:p>
                      </a:txBody>
                      <a:tcPr/>
                    </a:tc>
                    <a:extLst>
                      <a:ext uri="{0D108BD9-81ED-4DB2-BD59-A6C34878D82A}">
                        <a16:rowId xmlns:a16="http://schemas.microsoft.com/office/drawing/2014/main" val="4040711265"/>
                      </a:ext>
                    </a:extLst>
                  </a:tr>
                  <a:tr h="370840">
                    <a:tc vMerge="1">
                      <a:txBody>
                        <a:bodyPr/>
                        <a:lstStyle/>
                        <a:p>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2">
                                        <a:lumMod val="10000"/>
                                      </a:schemeClr>
                                    </a:solidFill>
                                    <a:latin typeface="Cambria Math" panose="02040503050406030204" pitchFamily="18" charset="0"/>
                                    <a:cs typeface="Aban" pitchFamily="2" charset="-78"/>
                                  </a:rPr>
                                  <m:t>𝑁𝐶</m:t>
                                </m:r>
                              </m:oMath>
                            </m:oMathPara>
                          </a14:m>
                          <a:endParaRPr lang="en-US" dirty="0">
                            <a:solidFill>
                              <a:schemeClr val="tx2">
                                <a:lumMod val="10000"/>
                              </a:schemeClr>
                            </a:solidFill>
                            <a:cs typeface="Aban" pitchFamily="2" charset="-78"/>
                          </a:endParaRP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𝑃</m:t>
                                    </m:r>
                                  </m:e>
                                  <m:sub>
                                    <m:r>
                                      <a:rPr lang="en-US" b="0" i="1" smtClean="0">
                                        <a:solidFill>
                                          <a:schemeClr val="tx2">
                                            <a:lumMod val="10000"/>
                                          </a:schemeClr>
                                        </a:solidFill>
                                        <a:latin typeface="Cambria Math" panose="02040503050406030204" pitchFamily="18" charset="0"/>
                                        <a:cs typeface="Aban" pitchFamily="2" charset="-78"/>
                                      </a:rPr>
                                      <m:t>12</m:t>
                                    </m:r>
                                  </m:sub>
                                </m:sSub>
                                <m:r>
                                  <a:rPr lang="en-US" b="0" i="1" smtClean="0">
                                    <a:solidFill>
                                      <a:schemeClr val="tx2">
                                        <a:lumMod val="10000"/>
                                      </a:schemeClr>
                                    </a:solidFill>
                                    <a:latin typeface="Cambria Math" panose="02040503050406030204" pitchFamily="18" charset="0"/>
                                    <a:cs typeface="Aban" pitchFamily="2" charset="-78"/>
                                  </a:rPr>
                                  <m:t>, </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𝐷</m:t>
                                    </m:r>
                                  </m:e>
                                  <m:sub>
                                    <m:r>
                                      <a:rPr lang="en-US" b="0" i="1" smtClean="0">
                                        <a:solidFill>
                                          <a:schemeClr val="tx2">
                                            <a:lumMod val="10000"/>
                                          </a:schemeClr>
                                        </a:solidFill>
                                        <a:latin typeface="Cambria Math" panose="02040503050406030204" pitchFamily="18" charset="0"/>
                                        <a:cs typeface="Aban" pitchFamily="2" charset="-78"/>
                                      </a:rPr>
                                      <m:t>12</m:t>
                                    </m:r>
                                  </m:sub>
                                </m:sSub>
                              </m:oMath>
                            </m:oMathPara>
                          </a14:m>
                          <a:endParaRPr lang="en-US" dirty="0">
                            <a:solidFill>
                              <a:schemeClr val="tx2">
                                <a:lumMod val="10000"/>
                              </a:schemeClr>
                            </a:solidFill>
                            <a:cs typeface="Aban" pitchFamily="2" charset="-78"/>
                          </a:endParaRP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𝑃</m:t>
                                    </m:r>
                                  </m:e>
                                  <m:sub>
                                    <m:r>
                                      <a:rPr lang="en-US" b="0" i="1" smtClean="0">
                                        <a:solidFill>
                                          <a:schemeClr val="tx2">
                                            <a:lumMod val="10000"/>
                                          </a:schemeClr>
                                        </a:solidFill>
                                        <a:latin typeface="Cambria Math" panose="02040503050406030204" pitchFamily="18" charset="0"/>
                                        <a:cs typeface="Aban" pitchFamily="2" charset="-78"/>
                                      </a:rPr>
                                      <m:t>22</m:t>
                                    </m:r>
                                  </m:sub>
                                </m:sSub>
                                <m:r>
                                  <a:rPr lang="en-US" b="0" i="1" smtClean="0">
                                    <a:solidFill>
                                      <a:schemeClr val="tx2">
                                        <a:lumMod val="10000"/>
                                      </a:schemeClr>
                                    </a:solidFill>
                                    <a:latin typeface="Cambria Math" panose="02040503050406030204" pitchFamily="18" charset="0"/>
                                    <a:cs typeface="Aban" pitchFamily="2" charset="-78"/>
                                  </a:rPr>
                                  <m:t>, </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𝐷</m:t>
                                    </m:r>
                                  </m:e>
                                  <m:sub>
                                    <m:r>
                                      <a:rPr lang="en-US" b="0" i="1" smtClean="0">
                                        <a:solidFill>
                                          <a:schemeClr val="tx2">
                                            <a:lumMod val="10000"/>
                                          </a:schemeClr>
                                        </a:solidFill>
                                        <a:latin typeface="Cambria Math" panose="02040503050406030204" pitchFamily="18" charset="0"/>
                                        <a:cs typeface="Aban" pitchFamily="2" charset="-78"/>
                                      </a:rPr>
                                      <m:t>22</m:t>
                                    </m:r>
                                  </m:sub>
                                </m:sSub>
                              </m:oMath>
                            </m:oMathPara>
                          </a14:m>
                          <a:endParaRPr lang="en-US" dirty="0">
                            <a:solidFill>
                              <a:schemeClr val="tx2">
                                <a:lumMod val="10000"/>
                              </a:schemeClr>
                            </a:solidFill>
                            <a:cs typeface="Aban" pitchFamily="2" charset="-78"/>
                          </a:endParaRP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𝑃</m:t>
                                    </m:r>
                                  </m:e>
                                  <m:sub>
                                    <m:r>
                                      <a:rPr lang="en-US" b="0" i="1" smtClean="0">
                                        <a:solidFill>
                                          <a:schemeClr val="tx2">
                                            <a:lumMod val="10000"/>
                                          </a:schemeClr>
                                        </a:solidFill>
                                        <a:latin typeface="Cambria Math" panose="02040503050406030204" pitchFamily="18" charset="0"/>
                                        <a:cs typeface="Aban" pitchFamily="2" charset="-78"/>
                                      </a:rPr>
                                      <m:t>32</m:t>
                                    </m:r>
                                  </m:sub>
                                </m:sSub>
                                <m:r>
                                  <a:rPr lang="en-US" b="0" i="1" smtClean="0">
                                    <a:solidFill>
                                      <a:schemeClr val="tx2">
                                        <a:lumMod val="10000"/>
                                      </a:schemeClr>
                                    </a:solidFill>
                                    <a:latin typeface="Cambria Math" panose="02040503050406030204" pitchFamily="18" charset="0"/>
                                    <a:cs typeface="Aban" pitchFamily="2" charset="-78"/>
                                  </a:rPr>
                                  <m:t>, </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𝐷</m:t>
                                    </m:r>
                                  </m:e>
                                  <m:sub>
                                    <m:r>
                                      <a:rPr lang="en-US" b="0" i="1" smtClean="0">
                                        <a:solidFill>
                                          <a:schemeClr val="tx2">
                                            <a:lumMod val="10000"/>
                                          </a:schemeClr>
                                        </a:solidFill>
                                        <a:latin typeface="Cambria Math" panose="02040503050406030204" pitchFamily="18" charset="0"/>
                                        <a:cs typeface="Aban" pitchFamily="2" charset="-78"/>
                                      </a:rPr>
                                      <m:t>32</m:t>
                                    </m:r>
                                  </m:sub>
                                </m:sSub>
                              </m:oMath>
                            </m:oMathPara>
                          </a14:m>
                          <a:endParaRPr lang="en-US" dirty="0">
                            <a:solidFill>
                              <a:schemeClr val="tx2">
                                <a:lumMod val="10000"/>
                              </a:schemeClr>
                            </a:solidFill>
                            <a:cs typeface="Aban" pitchFamily="2" charset="-78"/>
                          </a:endParaRPr>
                        </a:p>
                      </a:txBody>
                      <a:tcPr/>
                    </a:tc>
                    <a:extLst>
                      <a:ext uri="{0D108BD9-81ED-4DB2-BD59-A6C34878D82A}">
                        <a16:rowId xmlns:a16="http://schemas.microsoft.com/office/drawing/2014/main" val="324855210"/>
                      </a:ext>
                    </a:extLst>
                  </a:tr>
                </a:tbl>
              </a:graphicData>
            </a:graphic>
          </p:graphicFrame>
        </mc:Choice>
        <mc:Fallback xmlns="">
          <p:graphicFrame>
            <p:nvGraphicFramePr>
              <p:cNvPr id="4" name="Table 4">
                <a:extLst>
                  <a:ext uri="{FF2B5EF4-FFF2-40B4-BE49-F238E27FC236}">
                    <a16:creationId xmlns:a16="http://schemas.microsoft.com/office/drawing/2014/main" id="{57DB602B-FABE-49B9-BCC2-07A5A0688297}"/>
                  </a:ext>
                </a:extLst>
              </p:cNvPr>
              <p:cNvGraphicFramePr>
                <a:graphicFrameLocks noGrp="1"/>
              </p:cNvGraphicFramePr>
              <p:nvPr>
                <p:extLst>
                  <p:ext uri="{D42A27DB-BD31-4B8C-83A1-F6EECF244321}">
                    <p14:modId xmlns:p14="http://schemas.microsoft.com/office/powerpoint/2010/main" val="205593455"/>
                  </p:ext>
                </p:extLst>
              </p:nvPr>
            </p:nvGraphicFramePr>
            <p:xfrm>
              <a:off x="1524000" y="3025042"/>
              <a:ext cx="6096000" cy="1483360"/>
            </p:xfrm>
            <a:graphic>
              <a:graphicData uri="http://schemas.openxmlformats.org/drawingml/2006/table">
                <a:tbl>
                  <a:tblPr bandRow="1">
                    <a:tableStyleId>{284E427A-3D55-4303-BF80-6455036E1DE7}</a:tableStyleId>
                  </a:tblPr>
                  <a:tblGrid>
                    <a:gridCol w="1219200">
                      <a:extLst>
                        <a:ext uri="{9D8B030D-6E8A-4147-A177-3AD203B41FA5}">
                          <a16:colId xmlns:a16="http://schemas.microsoft.com/office/drawing/2014/main" val="392190183"/>
                        </a:ext>
                      </a:extLst>
                    </a:gridCol>
                    <a:gridCol w="367323">
                      <a:extLst>
                        <a:ext uri="{9D8B030D-6E8A-4147-A177-3AD203B41FA5}">
                          <a16:colId xmlns:a16="http://schemas.microsoft.com/office/drawing/2014/main" val="2125012082"/>
                        </a:ext>
                      </a:extLst>
                    </a:gridCol>
                    <a:gridCol w="1703754">
                      <a:extLst>
                        <a:ext uri="{9D8B030D-6E8A-4147-A177-3AD203B41FA5}">
                          <a16:colId xmlns:a16="http://schemas.microsoft.com/office/drawing/2014/main" val="2812821767"/>
                        </a:ext>
                      </a:extLst>
                    </a:gridCol>
                    <a:gridCol w="1430215">
                      <a:extLst>
                        <a:ext uri="{9D8B030D-6E8A-4147-A177-3AD203B41FA5}">
                          <a16:colId xmlns:a16="http://schemas.microsoft.com/office/drawing/2014/main" val="1092053292"/>
                        </a:ext>
                      </a:extLst>
                    </a:gridCol>
                    <a:gridCol w="1375508">
                      <a:extLst>
                        <a:ext uri="{9D8B030D-6E8A-4147-A177-3AD203B41FA5}">
                          <a16:colId xmlns:a16="http://schemas.microsoft.com/office/drawing/2014/main" val="3508401934"/>
                        </a:ext>
                      </a:extLst>
                    </a:gridCol>
                  </a:tblGrid>
                  <a:tr h="370840">
                    <a:tc>
                      <a:txBody>
                        <a:bodyPr/>
                        <a:lstStyle/>
                        <a:p>
                          <a:pPr algn="ctr"/>
                          <a:endParaRPr lang="en-US" dirty="0">
                            <a:solidFill>
                              <a:schemeClr val="tx2">
                                <a:lumMod val="10000"/>
                              </a:schemeClr>
                            </a:solidFill>
                            <a:cs typeface="Aban" pitchFamily="2" charset="-78"/>
                          </a:endParaRPr>
                        </a:p>
                      </a:txBody>
                      <a:tcPr>
                        <a:noFill/>
                      </a:tcPr>
                    </a:tc>
                    <a:tc gridSpan="4">
                      <a:txBody>
                        <a:bodyPr/>
                        <a:lstStyle/>
                        <a:p>
                          <a:pPr algn="ctr"/>
                          <a:r>
                            <a:rPr lang="fa-IR" dirty="0">
                              <a:solidFill>
                                <a:schemeClr val="tx2">
                                  <a:lumMod val="10000"/>
                                </a:schemeClr>
                              </a:solidFill>
                              <a:cs typeface="Aban" pitchFamily="2" charset="-78"/>
                            </a:rPr>
                            <a:t>دکتر</a:t>
                          </a:r>
                          <a:endParaRPr lang="en-US" dirty="0"/>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344501892"/>
                      </a:ext>
                    </a:extLst>
                  </a:tr>
                  <a:tr h="370840">
                    <a:tc rowSpan="3">
                      <a:txBody>
                        <a:bodyPr/>
                        <a:lstStyle/>
                        <a:p>
                          <a:pPr algn="ctr"/>
                          <a:r>
                            <a:rPr lang="fa-IR" dirty="0">
                              <a:solidFill>
                                <a:schemeClr val="tx2">
                                  <a:lumMod val="10000"/>
                                </a:schemeClr>
                              </a:solidFill>
                              <a:cs typeface="Aban" pitchFamily="2" charset="-78"/>
                            </a:rPr>
                            <a:t>بیمار</a:t>
                          </a:r>
                          <a:endParaRPr lang="en-US" dirty="0">
                            <a:solidFill>
                              <a:schemeClr val="tx2">
                                <a:lumMod val="10000"/>
                              </a:schemeClr>
                            </a:solidFill>
                            <a:cs typeface="Aban" pitchFamily="2" charset="-78"/>
                          </a:endParaRPr>
                        </a:p>
                      </a:txBody>
                      <a:tcPr anchor="ctr"/>
                    </a:tc>
                    <a:tc>
                      <a:txBody>
                        <a:bodyPr/>
                        <a:lstStyle/>
                        <a:p>
                          <a:pPr algn="ctr"/>
                          <a:endParaRPr lang="en-US">
                            <a:solidFill>
                              <a:schemeClr val="tx2">
                                <a:lumMod val="10000"/>
                              </a:schemeClr>
                            </a:solidFill>
                            <a:cs typeface="Aban" pitchFamily="2" charset="-78"/>
                          </a:endParaRPr>
                        </a:p>
                      </a:txBody>
                      <a:tcPr/>
                    </a:tc>
                    <a:tc>
                      <a:txBody>
                        <a:bodyPr/>
                        <a:lstStyle/>
                        <a:p>
                          <a:endParaRPr lang="en-US"/>
                        </a:p>
                      </a:txBody>
                      <a:tcPr>
                        <a:blipFill>
                          <a:blip r:embed="rId5"/>
                          <a:stretch>
                            <a:fillRect l="-95714" t="-106557" r="-167500" b="-218033"/>
                          </a:stretch>
                        </a:blipFill>
                      </a:tcPr>
                    </a:tc>
                    <a:tc>
                      <a:txBody>
                        <a:bodyPr/>
                        <a:lstStyle/>
                        <a:p>
                          <a:endParaRPr lang="en-US"/>
                        </a:p>
                      </a:txBody>
                      <a:tcPr>
                        <a:blipFill>
                          <a:blip r:embed="rId5"/>
                          <a:stretch>
                            <a:fillRect l="-234188" t="-106557" r="-100427" b="-218033"/>
                          </a:stretch>
                        </a:blipFill>
                      </a:tcPr>
                    </a:tc>
                    <a:tc>
                      <a:txBody>
                        <a:bodyPr/>
                        <a:lstStyle/>
                        <a:p>
                          <a:endParaRPr lang="en-US"/>
                        </a:p>
                      </a:txBody>
                      <a:tcPr>
                        <a:blipFill>
                          <a:blip r:embed="rId5"/>
                          <a:stretch>
                            <a:fillRect l="-346018" t="-106557" r="-3982" b="-218033"/>
                          </a:stretch>
                        </a:blipFill>
                      </a:tcPr>
                    </a:tc>
                    <a:extLst>
                      <a:ext uri="{0D108BD9-81ED-4DB2-BD59-A6C34878D82A}">
                        <a16:rowId xmlns:a16="http://schemas.microsoft.com/office/drawing/2014/main" val="2580170745"/>
                      </a:ext>
                    </a:extLst>
                  </a:tr>
                  <a:tr h="370840">
                    <a:tc vMerge="1">
                      <a:txBody>
                        <a:bodyPr/>
                        <a:lstStyle/>
                        <a:p>
                          <a:endParaRPr lang="en-US" dirty="0"/>
                        </a:p>
                      </a:txBody>
                      <a:tcPr/>
                    </a:tc>
                    <a:tc>
                      <a:txBody>
                        <a:bodyPr/>
                        <a:lstStyle/>
                        <a:p>
                          <a:endParaRPr lang="en-US"/>
                        </a:p>
                      </a:txBody>
                      <a:tcPr>
                        <a:blipFill>
                          <a:blip r:embed="rId5"/>
                          <a:stretch>
                            <a:fillRect l="-346667" t="-206557" r="-1248333" b="-118033"/>
                          </a:stretch>
                        </a:blipFill>
                      </a:tcPr>
                    </a:tc>
                    <a:tc>
                      <a:txBody>
                        <a:bodyPr/>
                        <a:lstStyle/>
                        <a:p>
                          <a:endParaRPr lang="en-US"/>
                        </a:p>
                      </a:txBody>
                      <a:tcPr>
                        <a:blipFill>
                          <a:blip r:embed="rId5"/>
                          <a:stretch>
                            <a:fillRect l="-95714" t="-206557" r="-167500" b="-118033"/>
                          </a:stretch>
                        </a:blipFill>
                      </a:tcPr>
                    </a:tc>
                    <a:tc>
                      <a:txBody>
                        <a:bodyPr/>
                        <a:lstStyle/>
                        <a:p>
                          <a:endParaRPr lang="en-US"/>
                        </a:p>
                      </a:txBody>
                      <a:tcPr>
                        <a:blipFill>
                          <a:blip r:embed="rId5"/>
                          <a:stretch>
                            <a:fillRect l="-234188" t="-206557" r="-100427" b="-118033"/>
                          </a:stretch>
                        </a:blipFill>
                      </a:tcPr>
                    </a:tc>
                    <a:tc>
                      <a:txBody>
                        <a:bodyPr/>
                        <a:lstStyle/>
                        <a:p>
                          <a:endParaRPr lang="en-US"/>
                        </a:p>
                      </a:txBody>
                      <a:tcPr>
                        <a:blipFill>
                          <a:blip r:embed="rId5"/>
                          <a:stretch>
                            <a:fillRect l="-346018" t="-206557" r="-3982" b="-118033"/>
                          </a:stretch>
                        </a:blipFill>
                      </a:tcPr>
                    </a:tc>
                    <a:extLst>
                      <a:ext uri="{0D108BD9-81ED-4DB2-BD59-A6C34878D82A}">
                        <a16:rowId xmlns:a16="http://schemas.microsoft.com/office/drawing/2014/main" val="4040711265"/>
                      </a:ext>
                    </a:extLst>
                  </a:tr>
                  <a:tr h="370840">
                    <a:tc vMerge="1">
                      <a:txBody>
                        <a:bodyPr/>
                        <a:lstStyle/>
                        <a:p>
                          <a:endParaRPr lang="en-US" dirty="0"/>
                        </a:p>
                      </a:txBody>
                      <a:tcPr/>
                    </a:tc>
                    <a:tc>
                      <a:txBody>
                        <a:bodyPr/>
                        <a:lstStyle/>
                        <a:p>
                          <a:endParaRPr lang="en-US"/>
                        </a:p>
                      </a:txBody>
                      <a:tcPr>
                        <a:blipFill>
                          <a:blip r:embed="rId5"/>
                          <a:stretch>
                            <a:fillRect l="-346667" t="-306557" r="-1248333" b="-18033"/>
                          </a:stretch>
                        </a:blipFill>
                      </a:tcPr>
                    </a:tc>
                    <a:tc>
                      <a:txBody>
                        <a:bodyPr/>
                        <a:lstStyle/>
                        <a:p>
                          <a:endParaRPr lang="en-US"/>
                        </a:p>
                      </a:txBody>
                      <a:tcPr>
                        <a:blipFill>
                          <a:blip r:embed="rId5"/>
                          <a:stretch>
                            <a:fillRect l="-95714" t="-306557" r="-167500" b="-18033"/>
                          </a:stretch>
                        </a:blipFill>
                      </a:tcPr>
                    </a:tc>
                    <a:tc>
                      <a:txBody>
                        <a:bodyPr/>
                        <a:lstStyle/>
                        <a:p>
                          <a:endParaRPr lang="en-US"/>
                        </a:p>
                      </a:txBody>
                      <a:tcPr>
                        <a:blipFill>
                          <a:blip r:embed="rId5"/>
                          <a:stretch>
                            <a:fillRect l="-234188" t="-306557" r="-100427" b="-18033"/>
                          </a:stretch>
                        </a:blipFill>
                      </a:tcPr>
                    </a:tc>
                    <a:tc>
                      <a:txBody>
                        <a:bodyPr/>
                        <a:lstStyle/>
                        <a:p>
                          <a:endParaRPr lang="en-US"/>
                        </a:p>
                      </a:txBody>
                      <a:tcPr>
                        <a:blipFill>
                          <a:blip r:embed="rId5"/>
                          <a:stretch>
                            <a:fillRect l="-346018" t="-306557" r="-3982" b="-18033"/>
                          </a:stretch>
                        </a:blipFill>
                      </a:tcPr>
                    </a:tc>
                    <a:extLst>
                      <a:ext uri="{0D108BD9-81ED-4DB2-BD59-A6C34878D82A}">
                        <a16:rowId xmlns:a16="http://schemas.microsoft.com/office/drawing/2014/main" val="324855210"/>
                      </a:ext>
                    </a:extLst>
                  </a:tr>
                </a:tbl>
              </a:graphicData>
            </a:graphic>
          </p:graphicFrame>
        </mc:Fallback>
      </mc:AlternateContent>
    </p:spTree>
    <p:extLst>
      <p:ext uri="{BB962C8B-B14F-4D97-AF65-F5344CB8AC3E}">
        <p14:creationId xmlns:p14="http://schemas.microsoft.com/office/powerpoint/2010/main" val="598947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51"/>
        <p:cNvGrpSpPr/>
        <p:nvPr/>
      </p:nvGrpSpPr>
      <p:grpSpPr>
        <a:xfrm>
          <a:off x="0" y="0"/>
          <a:ext cx="0" cy="0"/>
          <a:chOff x="0" y="0"/>
          <a:chExt cx="0" cy="0"/>
        </a:xfrm>
      </p:grpSpPr>
      <p:grpSp>
        <p:nvGrpSpPr>
          <p:cNvPr id="2353" name="Google Shape;2353;p95"/>
          <p:cNvGrpSpPr/>
          <p:nvPr/>
        </p:nvGrpSpPr>
        <p:grpSpPr>
          <a:xfrm>
            <a:off x="417435" y="237007"/>
            <a:ext cx="591604" cy="615737"/>
            <a:chOff x="5593285" y="1262634"/>
            <a:chExt cx="1852814" cy="1928398"/>
          </a:xfrm>
        </p:grpSpPr>
        <p:sp>
          <p:nvSpPr>
            <p:cNvPr id="2354" name="Google Shape;2354;p95"/>
            <p:cNvSpPr/>
            <p:nvPr/>
          </p:nvSpPr>
          <p:spPr>
            <a:xfrm rot="1799956">
              <a:off x="6377770" y="2014775"/>
              <a:ext cx="639880" cy="1089253"/>
            </a:xfrm>
            <a:custGeom>
              <a:avLst/>
              <a:gdLst/>
              <a:ahLst/>
              <a:cxnLst/>
              <a:rect l="l" t="t" r="r" b="b"/>
              <a:pathLst>
                <a:path w="18178" h="30944" extrusionOk="0">
                  <a:moveTo>
                    <a:pt x="18177" y="0"/>
                  </a:moveTo>
                  <a:lnTo>
                    <a:pt x="1" y="9818"/>
                  </a:lnTo>
                  <a:lnTo>
                    <a:pt x="1" y="30943"/>
                  </a:lnTo>
                  <a:lnTo>
                    <a:pt x="18177" y="20153"/>
                  </a:lnTo>
                  <a:lnTo>
                    <a:pt x="181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95"/>
            <p:cNvSpPr/>
            <p:nvPr/>
          </p:nvSpPr>
          <p:spPr>
            <a:xfrm rot="1799956">
              <a:off x="6065202" y="1533009"/>
              <a:ext cx="1280781" cy="743652"/>
            </a:xfrm>
            <a:custGeom>
              <a:avLst/>
              <a:gdLst/>
              <a:ahLst/>
              <a:cxnLst/>
              <a:rect l="l" t="t" r="r" b="b"/>
              <a:pathLst>
                <a:path w="36385" h="21126" extrusionOk="0">
                  <a:moveTo>
                    <a:pt x="18694" y="0"/>
                  </a:moveTo>
                  <a:lnTo>
                    <a:pt x="1" y="10821"/>
                  </a:lnTo>
                  <a:lnTo>
                    <a:pt x="18208" y="21125"/>
                  </a:lnTo>
                  <a:lnTo>
                    <a:pt x="36384" y="11307"/>
                  </a:lnTo>
                  <a:lnTo>
                    <a:pt x="18694" y="0"/>
                  </a:lnTo>
                  <a:close/>
                </a:path>
              </a:pathLst>
            </a:custGeom>
            <a:solidFill>
              <a:srgbClr val="84AF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95"/>
            <p:cNvSpPr/>
            <p:nvPr/>
          </p:nvSpPr>
          <p:spPr>
            <a:xfrm rot="1799956">
              <a:off x="5826936" y="1678634"/>
              <a:ext cx="640936" cy="1106361"/>
            </a:xfrm>
            <a:custGeom>
              <a:avLst/>
              <a:gdLst/>
              <a:ahLst/>
              <a:cxnLst/>
              <a:rect l="l" t="t" r="r" b="b"/>
              <a:pathLst>
                <a:path w="18208" h="31430" extrusionOk="0">
                  <a:moveTo>
                    <a:pt x="1" y="0"/>
                  </a:moveTo>
                  <a:lnTo>
                    <a:pt x="1" y="20639"/>
                  </a:lnTo>
                  <a:lnTo>
                    <a:pt x="18208" y="31429"/>
                  </a:lnTo>
                  <a:lnTo>
                    <a:pt x="18208" y="10304"/>
                  </a:lnTo>
                  <a:lnTo>
                    <a:pt x="1" y="0"/>
                  </a:lnTo>
                  <a:close/>
                </a:path>
              </a:pathLst>
            </a:custGeom>
            <a:solidFill>
              <a:srgbClr val="618C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95"/>
            <p:cNvSpPr/>
            <p:nvPr/>
          </p:nvSpPr>
          <p:spPr>
            <a:xfrm rot="1799956">
              <a:off x="6605689" y="2310697"/>
              <a:ext cx="77090" cy="139149"/>
            </a:xfrm>
            <a:custGeom>
              <a:avLst/>
              <a:gdLst/>
              <a:ahLst/>
              <a:cxnLst/>
              <a:rect l="l" t="t" r="r" b="b"/>
              <a:pathLst>
                <a:path w="2190" h="3953" extrusionOk="0">
                  <a:moveTo>
                    <a:pt x="244" y="1"/>
                  </a:moveTo>
                  <a:cubicBezTo>
                    <a:pt x="153" y="1"/>
                    <a:pt x="61" y="31"/>
                    <a:pt x="1" y="31"/>
                  </a:cubicBezTo>
                  <a:cubicBezTo>
                    <a:pt x="943" y="153"/>
                    <a:pt x="1703" y="973"/>
                    <a:pt x="1703" y="1976"/>
                  </a:cubicBezTo>
                  <a:cubicBezTo>
                    <a:pt x="1703" y="2979"/>
                    <a:pt x="943" y="3800"/>
                    <a:pt x="1" y="3922"/>
                  </a:cubicBezTo>
                  <a:cubicBezTo>
                    <a:pt x="61" y="3922"/>
                    <a:pt x="153" y="3952"/>
                    <a:pt x="244" y="3952"/>
                  </a:cubicBezTo>
                  <a:cubicBezTo>
                    <a:pt x="1308" y="3952"/>
                    <a:pt x="2189" y="3071"/>
                    <a:pt x="2189" y="1976"/>
                  </a:cubicBezTo>
                  <a:cubicBezTo>
                    <a:pt x="2189" y="882"/>
                    <a:pt x="130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95"/>
            <p:cNvSpPr/>
            <p:nvPr/>
          </p:nvSpPr>
          <p:spPr>
            <a:xfrm rot="1799956">
              <a:off x="6549921" y="2292252"/>
              <a:ext cx="120950" cy="136966"/>
            </a:xfrm>
            <a:custGeom>
              <a:avLst/>
              <a:gdLst/>
              <a:ahLst/>
              <a:cxnLst/>
              <a:rect l="l" t="t" r="r" b="b"/>
              <a:pathLst>
                <a:path w="3436" h="3891" extrusionOk="0">
                  <a:moveTo>
                    <a:pt x="1703" y="0"/>
                  </a:moveTo>
                  <a:cubicBezTo>
                    <a:pt x="761" y="0"/>
                    <a:pt x="1" y="882"/>
                    <a:pt x="1" y="1945"/>
                  </a:cubicBezTo>
                  <a:cubicBezTo>
                    <a:pt x="1" y="3009"/>
                    <a:pt x="761" y="3891"/>
                    <a:pt x="1703" y="3891"/>
                  </a:cubicBezTo>
                  <a:cubicBezTo>
                    <a:pt x="2676" y="3891"/>
                    <a:pt x="3436" y="3009"/>
                    <a:pt x="3436" y="1945"/>
                  </a:cubicBezTo>
                  <a:cubicBezTo>
                    <a:pt x="3436" y="882"/>
                    <a:pt x="2676" y="0"/>
                    <a:pt x="170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95"/>
            <p:cNvSpPr/>
            <p:nvPr/>
          </p:nvSpPr>
          <p:spPr>
            <a:xfrm rot="1799956">
              <a:off x="6442560" y="2687541"/>
              <a:ext cx="78146" cy="139114"/>
            </a:xfrm>
            <a:custGeom>
              <a:avLst/>
              <a:gdLst/>
              <a:ahLst/>
              <a:cxnLst/>
              <a:rect l="l" t="t" r="r" b="b"/>
              <a:pathLst>
                <a:path w="2220" h="3952" extrusionOk="0">
                  <a:moveTo>
                    <a:pt x="244" y="0"/>
                  </a:moveTo>
                  <a:cubicBezTo>
                    <a:pt x="183" y="0"/>
                    <a:pt x="92" y="31"/>
                    <a:pt x="1" y="31"/>
                  </a:cubicBezTo>
                  <a:cubicBezTo>
                    <a:pt x="974" y="152"/>
                    <a:pt x="1734" y="973"/>
                    <a:pt x="1734" y="1976"/>
                  </a:cubicBezTo>
                  <a:cubicBezTo>
                    <a:pt x="1734" y="2979"/>
                    <a:pt x="974" y="3800"/>
                    <a:pt x="1" y="3921"/>
                  </a:cubicBezTo>
                  <a:cubicBezTo>
                    <a:pt x="92" y="3921"/>
                    <a:pt x="183" y="3952"/>
                    <a:pt x="244" y="3952"/>
                  </a:cubicBezTo>
                  <a:cubicBezTo>
                    <a:pt x="1338" y="3952"/>
                    <a:pt x="2220" y="3070"/>
                    <a:pt x="2220" y="1976"/>
                  </a:cubicBezTo>
                  <a:cubicBezTo>
                    <a:pt x="2220" y="882"/>
                    <a:pt x="1338" y="0"/>
                    <a:pt x="24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95"/>
            <p:cNvSpPr/>
            <p:nvPr/>
          </p:nvSpPr>
          <p:spPr>
            <a:xfrm rot="1799956">
              <a:off x="6387808" y="2669343"/>
              <a:ext cx="120950" cy="137001"/>
            </a:xfrm>
            <a:custGeom>
              <a:avLst/>
              <a:gdLst/>
              <a:ahLst/>
              <a:cxnLst/>
              <a:rect l="l" t="t" r="r" b="b"/>
              <a:pathLst>
                <a:path w="3436" h="3892" extrusionOk="0">
                  <a:moveTo>
                    <a:pt x="1703" y="1"/>
                  </a:moveTo>
                  <a:cubicBezTo>
                    <a:pt x="761" y="1"/>
                    <a:pt x="1" y="882"/>
                    <a:pt x="1" y="1946"/>
                  </a:cubicBezTo>
                  <a:cubicBezTo>
                    <a:pt x="1" y="3010"/>
                    <a:pt x="761" y="3891"/>
                    <a:pt x="1703" y="3891"/>
                  </a:cubicBezTo>
                  <a:cubicBezTo>
                    <a:pt x="2676" y="3891"/>
                    <a:pt x="3436" y="3010"/>
                    <a:pt x="3436" y="1946"/>
                  </a:cubicBezTo>
                  <a:cubicBezTo>
                    <a:pt x="3436" y="882"/>
                    <a:pt x="2676" y="1"/>
                    <a:pt x="170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95"/>
            <p:cNvSpPr/>
            <p:nvPr/>
          </p:nvSpPr>
          <p:spPr>
            <a:xfrm rot="1799956">
              <a:off x="6923881" y="2314455"/>
              <a:ext cx="122006" cy="137001"/>
            </a:xfrm>
            <a:custGeom>
              <a:avLst/>
              <a:gdLst/>
              <a:ahLst/>
              <a:cxnLst/>
              <a:rect l="l" t="t" r="r" b="b"/>
              <a:pathLst>
                <a:path w="3466" h="3892" extrusionOk="0">
                  <a:moveTo>
                    <a:pt x="1733" y="1"/>
                  </a:moveTo>
                  <a:cubicBezTo>
                    <a:pt x="791" y="1"/>
                    <a:pt x="1" y="882"/>
                    <a:pt x="1" y="1946"/>
                  </a:cubicBezTo>
                  <a:cubicBezTo>
                    <a:pt x="1" y="3040"/>
                    <a:pt x="791" y="3892"/>
                    <a:pt x="1733" y="3892"/>
                  </a:cubicBezTo>
                  <a:cubicBezTo>
                    <a:pt x="2676" y="3892"/>
                    <a:pt x="3466" y="3040"/>
                    <a:pt x="3466" y="1946"/>
                  </a:cubicBezTo>
                  <a:cubicBezTo>
                    <a:pt x="3466" y="882"/>
                    <a:pt x="2676"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95"/>
            <p:cNvSpPr/>
            <p:nvPr/>
          </p:nvSpPr>
          <p:spPr>
            <a:xfrm rot="1799956">
              <a:off x="5913516" y="2179727"/>
              <a:ext cx="83496" cy="138550"/>
            </a:xfrm>
            <a:custGeom>
              <a:avLst/>
              <a:gdLst/>
              <a:ahLst/>
              <a:cxnLst/>
              <a:rect l="l" t="t" r="r" b="b"/>
              <a:pathLst>
                <a:path w="2372" h="3936" extrusionOk="0">
                  <a:moveTo>
                    <a:pt x="301" y="0"/>
                  </a:moveTo>
                  <a:cubicBezTo>
                    <a:pt x="282" y="0"/>
                    <a:pt x="263" y="1"/>
                    <a:pt x="244" y="1"/>
                  </a:cubicBezTo>
                  <a:cubicBezTo>
                    <a:pt x="152" y="31"/>
                    <a:pt x="61" y="31"/>
                    <a:pt x="0" y="62"/>
                  </a:cubicBezTo>
                  <a:cubicBezTo>
                    <a:pt x="973" y="123"/>
                    <a:pt x="1763" y="883"/>
                    <a:pt x="1824" y="1886"/>
                  </a:cubicBezTo>
                  <a:cubicBezTo>
                    <a:pt x="1855" y="2889"/>
                    <a:pt x="1155" y="3740"/>
                    <a:pt x="213" y="3922"/>
                  </a:cubicBezTo>
                  <a:cubicBezTo>
                    <a:pt x="254" y="3922"/>
                    <a:pt x="308" y="3936"/>
                    <a:pt x="366" y="3936"/>
                  </a:cubicBezTo>
                  <a:cubicBezTo>
                    <a:pt x="396" y="3936"/>
                    <a:pt x="426" y="3932"/>
                    <a:pt x="456" y="3922"/>
                  </a:cubicBezTo>
                  <a:cubicBezTo>
                    <a:pt x="1520" y="3892"/>
                    <a:pt x="2371" y="2949"/>
                    <a:pt x="2310" y="1855"/>
                  </a:cubicBezTo>
                  <a:cubicBezTo>
                    <a:pt x="2251" y="810"/>
                    <a:pt x="1341"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95"/>
            <p:cNvSpPr/>
            <p:nvPr/>
          </p:nvSpPr>
          <p:spPr>
            <a:xfrm rot="1799956">
              <a:off x="5858415" y="2162128"/>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7" y="3867"/>
                  </a:cubicBezTo>
                  <a:cubicBezTo>
                    <a:pt x="1819" y="3867"/>
                    <a:pt x="1852" y="3866"/>
                    <a:pt x="1885" y="3864"/>
                  </a:cubicBezTo>
                  <a:cubicBezTo>
                    <a:pt x="2827" y="3834"/>
                    <a:pt x="3557"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95"/>
            <p:cNvSpPr/>
            <p:nvPr/>
          </p:nvSpPr>
          <p:spPr>
            <a:xfrm rot="1799956">
              <a:off x="6026175" y="2006187"/>
              <a:ext cx="83496" cy="138163"/>
            </a:xfrm>
            <a:custGeom>
              <a:avLst/>
              <a:gdLst/>
              <a:ahLst/>
              <a:cxnLst/>
              <a:rect l="l" t="t" r="r" b="b"/>
              <a:pathLst>
                <a:path w="2372" h="3925" extrusionOk="0">
                  <a:moveTo>
                    <a:pt x="357" y="1"/>
                  </a:moveTo>
                  <a:cubicBezTo>
                    <a:pt x="320" y="1"/>
                    <a:pt x="282" y="2"/>
                    <a:pt x="244" y="4"/>
                  </a:cubicBezTo>
                  <a:cubicBezTo>
                    <a:pt x="152" y="4"/>
                    <a:pt x="92" y="34"/>
                    <a:pt x="0" y="34"/>
                  </a:cubicBezTo>
                  <a:cubicBezTo>
                    <a:pt x="973" y="95"/>
                    <a:pt x="1763" y="885"/>
                    <a:pt x="1824" y="1888"/>
                  </a:cubicBezTo>
                  <a:cubicBezTo>
                    <a:pt x="1885" y="2861"/>
                    <a:pt x="1186" y="3742"/>
                    <a:pt x="213" y="3894"/>
                  </a:cubicBezTo>
                  <a:cubicBezTo>
                    <a:pt x="304" y="3925"/>
                    <a:pt x="365" y="3925"/>
                    <a:pt x="456" y="3925"/>
                  </a:cubicBezTo>
                  <a:cubicBezTo>
                    <a:pt x="1551" y="3864"/>
                    <a:pt x="2371" y="2922"/>
                    <a:pt x="2310" y="1858"/>
                  </a:cubicBezTo>
                  <a:cubicBezTo>
                    <a:pt x="2252" y="802"/>
                    <a:pt x="1400" y="1"/>
                    <a:pt x="357"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95"/>
            <p:cNvSpPr/>
            <p:nvPr/>
          </p:nvSpPr>
          <p:spPr>
            <a:xfrm rot="1799956">
              <a:off x="5972129" y="1988203"/>
              <a:ext cx="125209" cy="137107"/>
            </a:xfrm>
            <a:custGeom>
              <a:avLst/>
              <a:gdLst/>
              <a:ahLst/>
              <a:cxnLst/>
              <a:rect l="l" t="t" r="r" b="b"/>
              <a:pathLst>
                <a:path w="3557" h="3895" extrusionOk="0">
                  <a:moveTo>
                    <a:pt x="1767" y="0"/>
                  </a:moveTo>
                  <a:cubicBezTo>
                    <a:pt x="1736" y="0"/>
                    <a:pt x="1704" y="1"/>
                    <a:pt x="1672" y="3"/>
                  </a:cubicBezTo>
                  <a:cubicBezTo>
                    <a:pt x="700" y="64"/>
                    <a:pt x="1" y="976"/>
                    <a:pt x="61" y="2040"/>
                  </a:cubicBezTo>
                  <a:cubicBezTo>
                    <a:pt x="121" y="3084"/>
                    <a:pt x="884" y="3895"/>
                    <a:pt x="1833" y="3895"/>
                  </a:cubicBezTo>
                  <a:cubicBezTo>
                    <a:pt x="1850" y="3895"/>
                    <a:pt x="1868" y="3894"/>
                    <a:pt x="1885" y="3894"/>
                  </a:cubicBezTo>
                  <a:cubicBezTo>
                    <a:pt x="2827" y="3833"/>
                    <a:pt x="3557" y="2921"/>
                    <a:pt x="3496" y="1857"/>
                  </a:cubicBezTo>
                  <a:cubicBezTo>
                    <a:pt x="3437" y="829"/>
                    <a:pt x="2669" y="0"/>
                    <a:pt x="1767"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95"/>
            <p:cNvSpPr/>
            <p:nvPr/>
          </p:nvSpPr>
          <p:spPr>
            <a:xfrm rot="1799956">
              <a:off x="6133528" y="1828513"/>
              <a:ext cx="83496" cy="138656"/>
            </a:xfrm>
            <a:custGeom>
              <a:avLst/>
              <a:gdLst/>
              <a:ahLst/>
              <a:cxnLst/>
              <a:rect l="l" t="t" r="r" b="b"/>
              <a:pathLst>
                <a:path w="2372" h="3939" extrusionOk="0">
                  <a:moveTo>
                    <a:pt x="354" y="1"/>
                  </a:moveTo>
                  <a:cubicBezTo>
                    <a:pt x="318" y="1"/>
                    <a:pt x="281" y="2"/>
                    <a:pt x="244" y="4"/>
                  </a:cubicBezTo>
                  <a:cubicBezTo>
                    <a:pt x="153" y="4"/>
                    <a:pt x="92" y="34"/>
                    <a:pt x="1" y="65"/>
                  </a:cubicBezTo>
                  <a:cubicBezTo>
                    <a:pt x="974" y="126"/>
                    <a:pt x="1764" y="885"/>
                    <a:pt x="1825" y="1889"/>
                  </a:cubicBezTo>
                  <a:cubicBezTo>
                    <a:pt x="1885" y="2892"/>
                    <a:pt x="1186" y="3743"/>
                    <a:pt x="214" y="3925"/>
                  </a:cubicBezTo>
                  <a:cubicBezTo>
                    <a:pt x="275" y="3925"/>
                    <a:pt x="335" y="3939"/>
                    <a:pt x="387" y="3939"/>
                  </a:cubicBezTo>
                  <a:cubicBezTo>
                    <a:pt x="413" y="3939"/>
                    <a:pt x="437" y="3935"/>
                    <a:pt x="457" y="3925"/>
                  </a:cubicBezTo>
                  <a:cubicBezTo>
                    <a:pt x="1551" y="3864"/>
                    <a:pt x="2372" y="2952"/>
                    <a:pt x="2311" y="1858"/>
                  </a:cubicBezTo>
                  <a:cubicBezTo>
                    <a:pt x="2252" y="830"/>
                    <a:pt x="1399" y="1"/>
                    <a:pt x="3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95"/>
            <p:cNvSpPr/>
            <p:nvPr/>
          </p:nvSpPr>
          <p:spPr>
            <a:xfrm rot="1799956">
              <a:off x="6079344" y="1811559"/>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6" y="3867"/>
                  </a:cubicBezTo>
                  <a:cubicBezTo>
                    <a:pt x="1819" y="3867"/>
                    <a:pt x="1852" y="3866"/>
                    <a:pt x="1885" y="3864"/>
                  </a:cubicBezTo>
                  <a:cubicBezTo>
                    <a:pt x="2827" y="3834"/>
                    <a:pt x="3556"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95"/>
            <p:cNvSpPr/>
            <p:nvPr/>
          </p:nvSpPr>
          <p:spPr>
            <a:xfrm rot="1799956">
              <a:off x="6105082" y="2510591"/>
              <a:ext cx="80258" cy="139149"/>
            </a:xfrm>
            <a:custGeom>
              <a:avLst/>
              <a:gdLst/>
              <a:ahLst/>
              <a:cxnLst/>
              <a:rect l="l" t="t" r="r" b="b"/>
              <a:pathLst>
                <a:path w="2280" h="3953" extrusionOk="0">
                  <a:moveTo>
                    <a:pt x="300" y="0"/>
                  </a:moveTo>
                  <a:cubicBezTo>
                    <a:pt x="281" y="0"/>
                    <a:pt x="262" y="0"/>
                    <a:pt x="243" y="1"/>
                  </a:cubicBezTo>
                  <a:cubicBezTo>
                    <a:pt x="152" y="1"/>
                    <a:pt x="91" y="31"/>
                    <a:pt x="0" y="31"/>
                  </a:cubicBezTo>
                  <a:cubicBezTo>
                    <a:pt x="973" y="122"/>
                    <a:pt x="1733" y="943"/>
                    <a:pt x="1763" y="1916"/>
                  </a:cubicBezTo>
                  <a:cubicBezTo>
                    <a:pt x="1793" y="2919"/>
                    <a:pt x="1064" y="3770"/>
                    <a:pt x="91" y="3922"/>
                  </a:cubicBezTo>
                  <a:cubicBezTo>
                    <a:pt x="182" y="3922"/>
                    <a:pt x="274" y="3952"/>
                    <a:pt x="365" y="3952"/>
                  </a:cubicBezTo>
                  <a:cubicBezTo>
                    <a:pt x="1429" y="3922"/>
                    <a:pt x="2280" y="3010"/>
                    <a:pt x="2249" y="1916"/>
                  </a:cubicBezTo>
                  <a:cubicBezTo>
                    <a:pt x="2220" y="841"/>
                    <a:pt x="1368" y="0"/>
                    <a:pt x="300"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95"/>
            <p:cNvSpPr/>
            <p:nvPr/>
          </p:nvSpPr>
          <p:spPr>
            <a:xfrm rot="1799956">
              <a:off x="6050226" y="2492648"/>
              <a:ext cx="124153" cy="137037"/>
            </a:xfrm>
            <a:custGeom>
              <a:avLst/>
              <a:gdLst/>
              <a:ahLst/>
              <a:cxnLst/>
              <a:rect l="l" t="t" r="r" b="b"/>
              <a:pathLst>
                <a:path w="3527" h="3893" extrusionOk="0">
                  <a:moveTo>
                    <a:pt x="1752" y="0"/>
                  </a:moveTo>
                  <a:cubicBezTo>
                    <a:pt x="1736" y="0"/>
                    <a:pt x="1719" y="1"/>
                    <a:pt x="1703" y="1"/>
                  </a:cubicBezTo>
                  <a:cubicBezTo>
                    <a:pt x="761" y="32"/>
                    <a:pt x="1" y="913"/>
                    <a:pt x="31" y="2007"/>
                  </a:cubicBezTo>
                  <a:cubicBezTo>
                    <a:pt x="61" y="3053"/>
                    <a:pt x="854" y="3893"/>
                    <a:pt x="1776" y="3893"/>
                  </a:cubicBezTo>
                  <a:cubicBezTo>
                    <a:pt x="1792" y="3893"/>
                    <a:pt x="1808" y="3892"/>
                    <a:pt x="1825" y="3892"/>
                  </a:cubicBezTo>
                  <a:cubicBezTo>
                    <a:pt x="2767" y="3862"/>
                    <a:pt x="3527" y="2980"/>
                    <a:pt x="3496" y="1886"/>
                  </a:cubicBezTo>
                  <a:cubicBezTo>
                    <a:pt x="3467" y="840"/>
                    <a:pt x="2674" y="0"/>
                    <a:pt x="1752"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95"/>
            <p:cNvSpPr/>
            <p:nvPr/>
          </p:nvSpPr>
          <p:spPr>
            <a:xfrm rot="1799956">
              <a:off x="6222434" y="2340105"/>
              <a:ext cx="81349" cy="138093"/>
            </a:xfrm>
            <a:custGeom>
              <a:avLst/>
              <a:gdLst/>
              <a:ahLst/>
              <a:cxnLst/>
              <a:rect l="l" t="t" r="r" b="b"/>
              <a:pathLst>
                <a:path w="2311" h="3923" extrusionOk="0">
                  <a:moveTo>
                    <a:pt x="300" y="1"/>
                  </a:moveTo>
                  <a:cubicBezTo>
                    <a:pt x="281" y="1"/>
                    <a:pt x="262" y="1"/>
                    <a:pt x="243" y="2"/>
                  </a:cubicBezTo>
                  <a:cubicBezTo>
                    <a:pt x="152" y="2"/>
                    <a:pt x="91" y="32"/>
                    <a:pt x="0" y="32"/>
                  </a:cubicBezTo>
                  <a:cubicBezTo>
                    <a:pt x="973" y="123"/>
                    <a:pt x="1763" y="913"/>
                    <a:pt x="1793" y="1916"/>
                  </a:cubicBezTo>
                  <a:cubicBezTo>
                    <a:pt x="1824" y="2920"/>
                    <a:pt x="1094" y="3771"/>
                    <a:pt x="122" y="3923"/>
                  </a:cubicBezTo>
                  <a:lnTo>
                    <a:pt x="365" y="3923"/>
                  </a:lnTo>
                  <a:cubicBezTo>
                    <a:pt x="1459" y="3892"/>
                    <a:pt x="2310" y="2980"/>
                    <a:pt x="2280" y="1916"/>
                  </a:cubicBezTo>
                  <a:cubicBezTo>
                    <a:pt x="2250" y="841"/>
                    <a:pt x="1369" y="1"/>
                    <a:pt x="30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95"/>
            <p:cNvSpPr/>
            <p:nvPr/>
          </p:nvSpPr>
          <p:spPr>
            <a:xfrm rot="1799956">
              <a:off x="6168660" y="2322194"/>
              <a:ext cx="123062" cy="135945"/>
            </a:xfrm>
            <a:custGeom>
              <a:avLst/>
              <a:gdLst/>
              <a:ahLst/>
              <a:cxnLst/>
              <a:rect l="l" t="t" r="r" b="b"/>
              <a:pathLst>
                <a:path w="3496" h="3862" extrusionOk="0">
                  <a:moveTo>
                    <a:pt x="1723" y="0"/>
                  </a:moveTo>
                  <a:cubicBezTo>
                    <a:pt x="1706" y="0"/>
                    <a:pt x="1689" y="0"/>
                    <a:pt x="1672" y="1"/>
                  </a:cubicBezTo>
                  <a:cubicBezTo>
                    <a:pt x="730" y="31"/>
                    <a:pt x="0" y="913"/>
                    <a:pt x="31" y="1977"/>
                  </a:cubicBezTo>
                  <a:cubicBezTo>
                    <a:pt x="61" y="3022"/>
                    <a:pt x="824" y="3862"/>
                    <a:pt x="1745" y="3862"/>
                  </a:cubicBezTo>
                  <a:cubicBezTo>
                    <a:pt x="1761" y="3862"/>
                    <a:pt x="1777" y="3862"/>
                    <a:pt x="1794" y="3861"/>
                  </a:cubicBezTo>
                  <a:cubicBezTo>
                    <a:pt x="2736" y="3831"/>
                    <a:pt x="3496" y="2949"/>
                    <a:pt x="3465" y="1885"/>
                  </a:cubicBezTo>
                  <a:cubicBezTo>
                    <a:pt x="3436" y="840"/>
                    <a:pt x="2672" y="0"/>
                    <a:pt x="172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95"/>
            <p:cNvSpPr/>
            <p:nvPr/>
          </p:nvSpPr>
          <p:spPr>
            <a:xfrm rot="1799956">
              <a:off x="6333998" y="2166084"/>
              <a:ext cx="81349" cy="138093"/>
            </a:xfrm>
            <a:custGeom>
              <a:avLst/>
              <a:gdLst/>
              <a:ahLst/>
              <a:cxnLst/>
              <a:rect l="l" t="t" r="r" b="b"/>
              <a:pathLst>
                <a:path w="2311" h="3923" extrusionOk="0">
                  <a:moveTo>
                    <a:pt x="301" y="0"/>
                  </a:moveTo>
                  <a:cubicBezTo>
                    <a:pt x="282" y="0"/>
                    <a:pt x="263" y="1"/>
                    <a:pt x="244" y="1"/>
                  </a:cubicBezTo>
                  <a:cubicBezTo>
                    <a:pt x="183" y="1"/>
                    <a:pt x="92" y="1"/>
                    <a:pt x="1" y="32"/>
                  </a:cubicBezTo>
                  <a:cubicBezTo>
                    <a:pt x="973" y="123"/>
                    <a:pt x="1764" y="913"/>
                    <a:pt x="1794" y="1916"/>
                  </a:cubicBezTo>
                  <a:cubicBezTo>
                    <a:pt x="1824" y="2919"/>
                    <a:pt x="1095" y="3740"/>
                    <a:pt x="122" y="3892"/>
                  </a:cubicBezTo>
                  <a:cubicBezTo>
                    <a:pt x="213" y="3922"/>
                    <a:pt x="274" y="3922"/>
                    <a:pt x="365" y="3922"/>
                  </a:cubicBezTo>
                  <a:cubicBezTo>
                    <a:pt x="1460" y="3892"/>
                    <a:pt x="2311" y="2980"/>
                    <a:pt x="2280" y="1916"/>
                  </a:cubicBezTo>
                  <a:cubicBezTo>
                    <a:pt x="2250" y="841"/>
                    <a:pt x="1369"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95"/>
            <p:cNvSpPr/>
            <p:nvPr/>
          </p:nvSpPr>
          <p:spPr>
            <a:xfrm rot="1799956">
              <a:off x="6280230" y="2148150"/>
              <a:ext cx="123097" cy="135981"/>
            </a:xfrm>
            <a:custGeom>
              <a:avLst/>
              <a:gdLst/>
              <a:ahLst/>
              <a:cxnLst/>
              <a:rect l="l" t="t" r="r" b="b"/>
              <a:pathLst>
                <a:path w="3497" h="3863" extrusionOk="0">
                  <a:moveTo>
                    <a:pt x="1754" y="1"/>
                  </a:moveTo>
                  <a:cubicBezTo>
                    <a:pt x="1737" y="1"/>
                    <a:pt x="1720" y="1"/>
                    <a:pt x="1703" y="2"/>
                  </a:cubicBezTo>
                  <a:cubicBezTo>
                    <a:pt x="730" y="2"/>
                    <a:pt x="1" y="913"/>
                    <a:pt x="31" y="1977"/>
                  </a:cubicBezTo>
                  <a:cubicBezTo>
                    <a:pt x="61" y="3023"/>
                    <a:pt x="825" y="3863"/>
                    <a:pt x="1745" y="3863"/>
                  </a:cubicBezTo>
                  <a:cubicBezTo>
                    <a:pt x="1762" y="3863"/>
                    <a:pt x="1778" y="3862"/>
                    <a:pt x="1794" y="3862"/>
                  </a:cubicBezTo>
                  <a:cubicBezTo>
                    <a:pt x="2767" y="3831"/>
                    <a:pt x="3496" y="2950"/>
                    <a:pt x="3466" y="1886"/>
                  </a:cubicBezTo>
                  <a:cubicBezTo>
                    <a:pt x="3436" y="812"/>
                    <a:pt x="2673" y="1"/>
                    <a:pt x="17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95"/>
            <p:cNvSpPr/>
            <p:nvPr/>
          </p:nvSpPr>
          <p:spPr>
            <a:xfrm rot="1799956">
              <a:off x="7043305" y="2079862"/>
              <a:ext cx="93106" cy="137705"/>
            </a:xfrm>
            <a:custGeom>
              <a:avLst/>
              <a:gdLst/>
              <a:ahLst/>
              <a:cxnLst/>
              <a:rect l="l" t="t" r="r" b="b"/>
              <a:pathLst>
                <a:path w="2645" h="3912" extrusionOk="0">
                  <a:moveTo>
                    <a:pt x="578" y="0"/>
                  </a:moveTo>
                  <a:cubicBezTo>
                    <a:pt x="1520" y="244"/>
                    <a:pt x="2128" y="1186"/>
                    <a:pt x="2007" y="2158"/>
                  </a:cubicBezTo>
                  <a:cubicBezTo>
                    <a:pt x="1858" y="3140"/>
                    <a:pt x="1010" y="3831"/>
                    <a:pt x="62" y="3831"/>
                  </a:cubicBezTo>
                  <a:cubicBezTo>
                    <a:pt x="41" y="3831"/>
                    <a:pt x="21" y="3831"/>
                    <a:pt x="0" y="3830"/>
                  </a:cubicBezTo>
                  <a:lnTo>
                    <a:pt x="0" y="3830"/>
                  </a:lnTo>
                  <a:cubicBezTo>
                    <a:pt x="92" y="3861"/>
                    <a:pt x="152" y="3891"/>
                    <a:pt x="244" y="3891"/>
                  </a:cubicBezTo>
                  <a:cubicBezTo>
                    <a:pt x="341" y="3904"/>
                    <a:pt x="437" y="3911"/>
                    <a:pt x="531" y="3911"/>
                  </a:cubicBezTo>
                  <a:cubicBezTo>
                    <a:pt x="1504" y="3911"/>
                    <a:pt x="2327" y="3219"/>
                    <a:pt x="2493" y="2250"/>
                  </a:cubicBezTo>
                  <a:cubicBezTo>
                    <a:pt x="2645" y="1155"/>
                    <a:pt x="1885" y="152"/>
                    <a:pt x="82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95"/>
            <p:cNvSpPr/>
            <p:nvPr/>
          </p:nvSpPr>
          <p:spPr>
            <a:xfrm rot="1799956">
              <a:off x="6993310" y="2060930"/>
              <a:ext cx="130595" cy="136192"/>
            </a:xfrm>
            <a:custGeom>
              <a:avLst/>
              <a:gdLst/>
              <a:ahLst/>
              <a:cxnLst/>
              <a:rect l="l" t="t" r="r" b="b"/>
              <a:pathLst>
                <a:path w="3710" h="3869" extrusionOk="0">
                  <a:moveTo>
                    <a:pt x="1918" y="0"/>
                  </a:moveTo>
                  <a:cubicBezTo>
                    <a:pt x="1066" y="0"/>
                    <a:pt x="292" y="719"/>
                    <a:pt x="153" y="1691"/>
                  </a:cubicBezTo>
                  <a:cubicBezTo>
                    <a:pt x="1" y="2755"/>
                    <a:pt x="639" y="3728"/>
                    <a:pt x="1581" y="3849"/>
                  </a:cubicBezTo>
                  <a:cubicBezTo>
                    <a:pt x="1662" y="3862"/>
                    <a:pt x="1743" y="3869"/>
                    <a:pt x="1822" y="3869"/>
                  </a:cubicBezTo>
                  <a:cubicBezTo>
                    <a:pt x="2670" y="3869"/>
                    <a:pt x="3418" y="3150"/>
                    <a:pt x="3557" y="2177"/>
                  </a:cubicBezTo>
                  <a:cubicBezTo>
                    <a:pt x="3709" y="1114"/>
                    <a:pt x="3101" y="141"/>
                    <a:pt x="2159" y="19"/>
                  </a:cubicBezTo>
                  <a:cubicBezTo>
                    <a:pt x="2078" y="6"/>
                    <a:pt x="1998" y="0"/>
                    <a:pt x="191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95"/>
            <p:cNvSpPr/>
            <p:nvPr/>
          </p:nvSpPr>
          <p:spPr>
            <a:xfrm rot="1799956">
              <a:off x="6578787" y="2060069"/>
              <a:ext cx="93106" cy="138761"/>
            </a:xfrm>
            <a:custGeom>
              <a:avLst/>
              <a:gdLst/>
              <a:ahLst/>
              <a:cxnLst/>
              <a:rect l="l" t="t" r="r" b="b"/>
              <a:pathLst>
                <a:path w="2645" h="3942" extrusionOk="0">
                  <a:moveTo>
                    <a:pt x="578" y="1"/>
                  </a:moveTo>
                  <a:cubicBezTo>
                    <a:pt x="1520" y="274"/>
                    <a:pt x="2128" y="1186"/>
                    <a:pt x="2006" y="2189"/>
                  </a:cubicBezTo>
                  <a:cubicBezTo>
                    <a:pt x="1854" y="3162"/>
                    <a:pt x="973" y="3861"/>
                    <a:pt x="0" y="3861"/>
                  </a:cubicBezTo>
                  <a:cubicBezTo>
                    <a:pt x="91" y="3861"/>
                    <a:pt x="152" y="3892"/>
                    <a:pt x="243" y="3922"/>
                  </a:cubicBezTo>
                  <a:cubicBezTo>
                    <a:pt x="337" y="3935"/>
                    <a:pt x="430" y="3941"/>
                    <a:pt x="522" y="3941"/>
                  </a:cubicBezTo>
                  <a:cubicBezTo>
                    <a:pt x="1499" y="3941"/>
                    <a:pt x="2326" y="3223"/>
                    <a:pt x="2493" y="2250"/>
                  </a:cubicBezTo>
                  <a:cubicBezTo>
                    <a:pt x="2645" y="1186"/>
                    <a:pt x="1885" y="183"/>
                    <a:pt x="821" y="31"/>
                  </a:cubicBezTo>
                  <a:cubicBezTo>
                    <a:pt x="730" y="1"/>
                    <a:pt x="669" y="1"/>
                    <a:pt x="578"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95"/>
            <p:cNvSpPr/>
            <p:nvPr/>
          </p:nvSpPr>
          <p:spPr>
            <a:xfrm rot="1799956">
              <a:off x="6528794" y="2041340"/>
              <a:ext cx="130560" cy="136825"/>
            </a:xfrm>
            <a:custGeom>
              <a:avLst/>
              <a:gdLst/>
              <a:ahLst/>
              <a:cxnLst/>
              <a:rect l="l" t="t" r="r" b="b"/>
              <a:pathLst>
                <a:path w="3709" h="3887" extrusionOk="0">
                  <a:moveTo>
                    <a:pt x="1953" y="1"/>
                  </a:moveTo>
                  <a:cubicBezTo>
                    <a:pt x="1087" y="1"/>
                    <a:pt x="293" y="700"/>
                    <a:pt x="153" y="1686"/>
                  </a:cubicBezTo>
                  <a:cubicBezTo>
                    <a:pt x="1" y="2749"/>
                    <a:pt x="639" y="3722"/>
                    <a:pt x="1581" y="3874"/>
                  </a:cubicBezTo>
                  <a:cubicBezTo>
                    <a:pt x="1648" y="3883"/>
                    <a:pt x="1714" y="3887"/>
                    <a:pt x="1780" y="3887"/>
                  </a:cubicBezTo>
                  <a:cubicBezTo>
                    <a:pt x="2644" y="3887"/>
                    <a:pt x="3416" y="3163"/>
                    <a:pt x="3557" y="2202"/>
                  </a:cubicBezTo>
                  <a:cubicBezTo>
                    <a:pt x="3709" y="1139"/>
                    <a:pt x="3101" y="166"/>
                    <a:pt x="2159" y="14"/>
                  </a:cubicBezTo>
                  <a:cubicBezTo>
                    <a:pt x="2090" y="5"/>
                    <a:pt x="2021" y="1"/>
                    <a:pt x="195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95"/>
            <p:cNvSpPr/>
            <p:nvPr/>
          </p:nvSpPr>
          <p:spPr>
            <a:xfrm rot="1799956">
              <a:off x="6345570" y="16487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95"/>
            <p:cNvSpPr/>
            <p:nvPr/>
          </p:nvSpPr>
          <p:spPr>
            <a:xfrm rot="1799956">
              <a:off x="6295495" y="16302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95"/>
            <p:cNvSpPr/>
            <p:nvPr/>
          </p:nvSpPr>
          <p:spPr>
            <a:xfrm rot="1799956">
              <a:off x="6698617" y="1852529"/>
              <a:ext cx="93106" cy="138726"/>
            </a:xfrm>
            <a:custGeom>
              <a:avLst/>
              <a:gdLst/>
              <a:ahLst/>
              <a:cxnLst/>
              <a:rect l="l" t="t" r="r" b="b"/>
              <a:pathLst>
                <a:path w="2645" h="3941" extrusionOk="0">
                  <a:moveTo>
                    <a:pt x="578" y="0"/>
                  </a:moveTo>
                  <a:cubicBezTo>
                    <a:pt x="1520" y="274"/>
                    <a:pt x="2128" y="1186"/>
                    <a:pt x="2006" y="2189"/>
                  </a:cubicBezTo>
                  <a:cubicBezTo>
                    <a:pt x="1854" y="3161"/>
                    <a:pt x="973" y="3861"/>
                    <a:pt x="0" y="3861"/>
                  </a:cubicBezTo>
                  <a:cubicBezTo>
                    <a:pt x="91" y="3861"/>
                    <a:pt x="152" y="3891"/>
                    <a:pt x="243"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95"/>
            <p:cNvSpPr/>
            <p:nvPr/>
          </p:nvSpPr>
          <p:spPr>
            <a:xfrm rot="1799956">
              <a:off x="6648542" y="1834071"/>
              <a:ext cx="131651" cy="136825"/>
            </a:xfrm>
            <a:custGeom>
              <a:avLst/>
              <a:gdLst/>
              <a:ahLst/>
              <a:cxnLst/>
              <a:rect l="l" t="t" r="r" b="b"/>
              <a:pathLst>
                <a:path w="3740" h="3887" extrusionOk="0">
                  <a:moveTo>
                    <a:pt x="1953" y="0"/>
                  </a:moveTo>
                  <a:cubicBezTo>
                    <a:pt x="1087" y="0"/>
                    <a:pt x="293" y="699"/>
                    <a:pt x="153" y="1685"/>
                  </a:cubicBezTo>
                  <a:cubicBezTo>
                    <a:pt x="1" y="2749"/>
                    <a:pt x="639" y="3722"/>
                    <a:pt x="1581" y="3874"/>
                  </a:cubicBezTo>
                  <a:cubicBezTo>
                    <a:pt x="1648" y="3882"/>
                    <a:pt x="1714" y="3886"/>
                    <a:pt x="1780" y="3886"/>
                  </a:cubicBezTo>
                  <a:cubicBezTo>
                    <a:pt x="2644" y="3886"/>
                    <a:pt x="3416" y="3162"/>
                    <a:pt x="3557" y="2202"/>
                  </a:cubicBezTo>
                  <a:cubicBezTo>
                    <a:pt x="3739" y="1138"/>
                    <a:pt x="3101" y="165"/>
                    <a:pt x="2159" y="13"/>
                  </a:cubicBezTo>
                  <a:cubicBezTo>
                    <a:pt x="2090" y="4"/>
                    <a:pt x="2021" y="0"/>
                    <a:pt x="195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95"/>
            <p:cNvSpPr/>
            <p:nvPr/>
          </p:nvSpPr>
          <p:spPr>
            <a:xfrm rot="1799956">
              <a:off x="6773797" y="2671255"/>
              <a:ext cx="122006" cy="135945"/>
            </a:xfrm>
            <a:custGeom>
              <a:avLst/>
              <a:gdLst/>
              <a:ahLst/>
              <a:cxnLst/>
              <a:rect l="l" t="t" r="r" b="b"/>
              <a:pathLst>
                <a:path w="3466" h="3862" extrusionOk="0">
                  <a:moveTo>
                    <a:pt x="1733" y="1"/>
                  </a:moveTo>
                  <a:cubicBezTo>
                    <a:pt x="791" y="1"/>
                    <a:pt x="1" y="852"/>
                    <a:pt x="1" y="1946"/>
                  </a:cubicBezTo>
                  <a:cubicBezTo>
                    <a:pt x="1" y="3010"/>
                    <a:pt x="791" y="3861"/>
                    <a:pt x="1733" y="3861"/>
                  </a:cubicBezTo>
                  <a:cubicBezTo>
                    <a:pt x="2675" y="3861"/>
                    <a:pt x="3466" y="3010"/>
                    <a:pt x="3466" y="1946"/>
                  </a:cubicBezTo>
                  <a:cubicBezTo>
                    <a:pt x="3466" y="852"/>
                    <a:pt x="2675"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95"/>
            <p:cNvSpPr/>
            <p:nvPr/>
          </p:nvSpPr>
          <p:spPr>
            <a:xfrm rot="1799956">
              <a:off x="6979385" y="2333920"/>
              <a:ext cx="78146" cy="138057"/>
            </a:xfrm>
            <a:custGeom>
              <a:avLst/>
              <a:gdLst/>
              <a:ahLst/>
              <a:cxnLst/>
              <a:rect l="l" t="t" r="r" b="b"/>
              <a:pathLst>
                <a:path w="2220" h="3922" extrusionOk="0">
                  <a:moveTo>
                    <a:pt x="0" y="1"/>
                  </a:moveTo>
                  <a:cubicBezTo>
                    <a:pt x="973" y="123"/>
                    <a:pt x="1733" y="943"/>
                    <a:pt x="1733" y="1946"/>
                  </a:cubicBezTo>
                  <a:cubicBezTo>
                    <a:pt x="1733" y="2949"/>
                    <a:pt x="973" y="3770"/>
                    <a:pt x="0" y="3892"/>
                  </a:cubicBezTo>
                  <a:cubicBezTo>
                    <a:pt x="92" y="3922"/>
                    <a:pt x="183" y="3922"/>
                    <a:pt x="244" y="3922"/>
                  </a:cubicBezTo>
                  <a:cubicBezTo>
                    <a:pt x="1338" y="3922"/>
                    <a:pt x="2219" y="3040"/>
                    <a:pt x="2219" y="1946"/>
                  </a:cubicBezTo>
                  <a:cubicBezTo>
                    <a:pt x="2219" y="882"/>
                    <a:pt x="133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95"/>
            <p:cNvSpPr/>
            <p:nvPr/>
          </p:nvSpPr>
          <p:spPr>
            <a:xfrm rot="1799956">
              <a:off x="6829301" y="2689664"/>
              <a:ext cx="78146" cy="139114"/>
            </a:xfrm>
            <a:custGeom>
              <a:avLst/>
              <a:gdLst/>
              <a:ahLst/>
              <a:cxnLst/>
              <a:rect l="l" t="t" r="r" b="b"/>
              <a:pathLst>
                <a:path w="2220" h="3952" extrusionOk="0">
                  <a:moveTo>
                    <a:pt x="243" y="1"/>
                  </a:moveTo>
                  <a:cubicBezTo>
                    <a:pt x="152" y="1"/>
                    <a:pt x="91" y="31"/>
                    <a:pt x="0" y="31"/>
                  </a:cubicBezTo>
                  <a:cubicBezTo>
                    <a:pt x="973" y="153"/>
                    <a:pt x="1733" y="973"/>
                    <a:pt x="1733" y="1976"/>
                  </a:cubicBezTo>
                  <a:cubicBezTo>
                    <a:pt x="1733" y="2979"/>
                    <a:pt x="973" y="3800"/>
                    <a:pt x="0" y="3922"/>
                  </a:cubicBezTo>
                  <a:cubicBezTo>
                    <a:pt x="91" y="3922"/>
                    <a:pt x="152" y="3952"/>
                    <a:pt x="243" y="3952"/>
                  </a:cubicBezTo>
                  <a:cubicBezTo>
                    <a:pt x="1338" y="3952"/>
                    <a:pt x="2219" y="3070"/>
                    <a:pt x="2219" y="1976"/>
                  </a:cubicBezTo>
                  <a:cubicBezTo>
                    <a:pt x="2219" y="882"/>
                    <a:pt x="1338" y="1"/>
                    <a:pt x="24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95"/>
            <p:cNvSpPr/>
            <p:nvPr/>
          </p:nvSpPr>
          <p:spPr>
            <a:xfrm rot="1799956">
              <a:off x="6823445" y="16434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95"/>
            <p:cNvSpPr/>
            <p:nvPr/>
          </p:nvSpPr>
          <p:spPr>
            <a:xfrm rot="1799956">
              <a:off x="6773370" y="16249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87" name="Google Shape;2387;p95"/>
          <p:cNvSpPr txBox="1"/>
          <p:nvPr/>
        </p:nvSpPr>
        <p:spPr>
          <a:xfrm>
            <a:off x="241628" y="690571"/>
            <a:ext cx="943200" cy="38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accent4"/>
                </a:solidFill>
                <a:latin typeface="Lilita One"/>
                <a:ea typeface="Lilita One"/>
                <a:cs typeface="Lilita One"/>
                <a:sym typeface="Lilita One"/>
              </a:rPr>
              <a:t>Roll the Dice</a:t>
            </a:r>
            <a:endParaRPr sz="1000">
              <a:solidFill>
                <a:schemeClr val="accent4"/>
              </a:solidFill>
              <a:latin typeface="Lilita One"/>
              <a:ea typeface="Lilita One"/>
              <a:cs typeface="Lilita One"/>
              <a:sym typeface="Lilita One"/>
            </a:endParaRPr>
          </a:p>
        </p:txBody>
      </p:sp>
      <p:sp>
        <p:nvSpPr>
          <p:cNvPr id="2388" name="Google Shape;2388;p95">
            <a:hlinkClick r:id="rId3" action="ppaction://hlinksldjump"/>
          </p:cNvPr>
          <p:cNvSpPr/>
          <p:nvPr/>
        </p:nvSpPr>
        <p:spPr>
          <a:xfrm>
            <a:off x="312438" y="237000"/>
            <a:ext cx="801600" cy="8016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08AE80E-5ADD-4BAE-ADFD-8159D5B92569}"/>
                  </a:ext>
                </a:extLst>
              </p:cNvPr>
              <p:cNvSpPr txBox="1"/>
              <p:nvPr/>
            </p:nvSpPr>
            <p:spPr>
              <a:xfrm>
                <a:off x="1467049" y="342338"/>
                <a:ext cx="7130537" cy="3970318"/>
              </a:xfrm>
              <a:prstGeom prst="rect">
                <a:avLst/>
              </a:prstGeom>
              <a:noFill/>
            </p:spPr>
            <p:txBody>
              <a:bodyPr wrap="square" rtlCol="0">
                <a:spAutoFit/>
              </a:bodyPr>
              <a:lstStyle/>
              <a:p>
                <a:pPr algn="just" rtl="1"/>
                <a:r>
                  <a:rPr lang="fa-IR" dirty="0">
                    <a:cs typeface="Aban" pitchFamily="2" charset="-78"/>
                  </a:rPr>
                  <a:t>ارجحیت های بازیکن ها</a:t>
                </a:r>
              </a:p>
              <a:p>
                <a:pPr algn="just" rtl="1"/>
                <a:endParaRPr lang="fa-IR" dirty="0">
                  <a:cs typeface="Aban" pitchFamily="2" charset="-78"/>
                </a:endParaRPr>
              </a:p>
              <a:p>
                <a:pPr algn="just" rtl="1"/>
                <a:r>
                  <a:rPr lang="fa-IR" dirty="0">
                    <a:cs typeface="Aban" pitchFamily="2" charset="-78"/>
                  </a:rPr>
                  <a:t>دکتر:</a:t>
                </a:r>
              </a:p>
              <a:p>
                <a:pPr marL="342900" indent="-342900" algn="just" rtl="1">
                  <a:buFont typeface="Arial" panose="020B0604020202020204" pitchFamily="34" charset="0"/>
                  <a:buChar char="•"/>
                </a:pPr>
                <a:r>
                  <a:rPr lang="fa-IR" dirty="0">
                    <a:cs typeface="Aban" pitchFamily="2" charset="-78"/>
                  </a:rPr>
                  <a:t>به وضوح میتوان دید که انتظار داریم نامساوی زیر برقرار باشد.</a:t>
                </a:r>
                <a:endParaRPr lang="en-US" dirty="0">
                  <a:cs typeface="Aban" pitchFamily="2" charset="-78"/>
                </a:endParaRPr>
              </a:p>
              <a:p>
                <a:pPr marL="342900" indent="-342900" algn="just" rtl="1">
                  <a:buFont typeface="Arial" panose="020B0604020202020204" pitchFamily="34" charset="0"/>
                  <a:buChar char="•"/>
                </a:pPr>
                <a:endParaRPr lang="en-US" dirty="0">
                  <a:cs typeface="Aban" pitchFamily="2" charset="-78"/>
                </a:endParaRPr>
              </a:p>
              <a:p>
                <a:pPr algn="just" rtl="1"/>
                <a:endParaRPr lang="fa-IR" dirty="0">
                  <a:cs typeface="Aban" pitchFamily="2" charset="-78"/>
                </a:endParaRPr>
              </a:p>
              <a:p>
                <a:pPr algn="just" rt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𝐷</m:t>
                          </m:r>
                        </m:e>
                        <m:sub>
                          <m:r>
                            <a:rPr lang="en-US" b="0" i="1" smtClean="0">
                              <a:latin typeface="Cambria Math" panose="02040503050406030204" pitchFamily="18" charset="0"/>
                              <a:cs typeface="Aban" pitchFamily="2" charset="-78"/>
                            </a:rPr>
                            <m:t>11</m:t>
                          </m:r>
                        </m:sub>
                      </m:sSub>
                      <m:r>
                        <a:rPr lang="en-US" b="0" i="1" smtClean="0">
                          <a:latin typeface="Cambria Math" panose="02040503050406030204" pitchFamily="18" charset="0"/>
                          <a:cs typeface="Aban" pitchFamily="2" charset="-78"/>
                        </a:rPr>
                        <m:t>&gt;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𝐷</m:t>
                          </m:r>
                        </m:e>
                        <m:sub>
                          <m:r>
                            <a:rPr lang="en-US" b="0" i="1" smtClean="0">
                              <a:latin typeface="Cambria Math" panose="02040503050406030204" pitchFamily="18" charset="0"/>
                              <a:cs typeface="Aban" pitchFamily="2" charset="-78"/>
                            </a:rPr>
                            <m:t>22</m:t>
                          </m:r>
                        </m:sub>
                      </m:sSub>
                      <m:r>
                        <a:rPr lang="en-US" b="0" i="1" smtClean="0">
                          <a:latin typeface="Cambria Math" panose="02040503050406030204" pitchFamily="18" charset="0"/>
                          <a:cs typeface="Aban" pitchFamily="2" charset="-78"/>
                        </a:rPr>
                        <m:t>&gt;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𝐷</m:t>
                          </m:r>
                        </m:e>
                        <m:sub>
                          <m:r>
                            <a:rPr lang="en-US" b="0" i="1" smtClean="0">
                              <a:latin typeface="Cambria Math" panose="02040503050406030204" pitchFamily="18" charset="0"/>
                              <a:cs typeface="Aban" pitchFamily="2" charset="-78"/>
                            </a:rPr>
                            <m:t>32</m:t>
                          </m:r>
                        </m:sub>
                      </m:sSub>
                      <m:r>
                        <a:rPr lang="en-US" b="0" i="1" smtClean="0">
                          <a:latin typeface="Cambria Math" panose="02040503050406030204" pitchFamily="18" charset="0"/>
                          <a:cs typeface="Aban" pitchFamily="2" charset="-78"/>
                        </a:rPr>
                        <m:t>&gt;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𝐷</m:t>
                          </m:r>
                        </m:e>
                        <m:sub>
                          <m:r>
                            <a:rPr lang="en-US" b="0" i="1" smtClean="0">
                              <a:latin typeface="Cambria Math" panose="02040503050406030204" pitchFamily="18" charset="0"/>
                              <a:cs typeface="Aban" pitchFamily="2" charset="-78"/>
                            </a:rPr>
                            <m:t>21</m:t>
                          </m:r>
                        </m:sub>
                      </m:sSub>
                      <m:r>
                        <a:rPr lang="en-US" b="0" i="1" smtClean="0">
                          <a:latin typeface="Cambria Math" panose="02040503050406030204" pitchFamily="18" charset="0"/>
                          <a:cs typeface="Aban" pitchFamily="2" charset="-78"/>
                        </a:rPr>
                        <m:t>&gt;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𝐷</m:t>
                          </m:r>
                        </m:e>
                        <m:sub>
                          <m:r>
                            <a:rPr lang="en-US" b="0" i="1" smtClean="0">
                              <a:latin typeface="Cambria Math" panose="02040503050406030204" pitchFamily="18" charset="0"/>
                              <a:cs typeface="Aban" pitchFamily="2" charset="-78"/>
                            </a:rPr>
                            <m:t>31</m:t>
                          </m:r>
                        </m:sub>
                      </m:sSub>
                      <m:r>
                        <a:rPr lang="en-US" b="0" i="1" smtClean="0">
                          <a:latin typeface="Cambria Math" panose="02040503050406030204" pitchFamily="18" charset="0"/>
                          <a:cs typeface="Aban" pitchFamily="2" charset="-78"/>
                        </a:rPr>
                        <m:t>&gt;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𝐷</m:t>
                          </m:r>
                        </m:e>
                        <m:sub>
                          <m:r>
                            <a:rPr lang="en-US" b="0" i="1" smtClean="0">
                              <a:latin typeface="Cambria Math" panose="02040503050406030204" pitchFamily="18" charset="0"/>
                              <a:cs typeface="Aban" pitchFamily="2" charset="-78"/>
                            </a:rPr>
                            <m:t>12</m:t>
                          </m:r>
                        </m:sub>
                      </m:sSub>
                    </m:oMath>
                  </m:oMathPara>
                </a14:m>
                <a:endParaRPr lang="en-US" b="0" dirty="0">
                  <a:cs typeface="Aban" pitchFamily="2" charset="-78"/>
                </a:endParaRPr>
              </a:p>
              <a:p>
                <a:pPr algn="just" rtl="1"/>
                <a:endParaRPr lang="en-US" dirty="0">
                  <a:cs typeface="Aban" pitchFamily="2" charset="-78"/>
                </a:endParaRPr>
              </a:p>
              <a:p>
                <a:pPr algn="just" rtl="1"/>
                <a:endParaRPr lang="en-US" dirty="0">
                  <a:cs typeface="Aban" pitchFamily="2" charset="-78"/>
                </a:endParaRPr>
              </a:p>
              <a:p>
                <a:pPr algn="just" rtl="1"/>
                <a:endParaRPr lang="fa-IR" dirty="0">
                  <a:cs typeface="Aban" pitchFamily="2" charset="-78"/>
                </a:endParaRPr>
              </a:p>
              <a:p>
                <a:pPr algn="just" rtl="1"/>
                <a:r>
                  <a:rPr lang="fa-IR" dirty="0">
                    <a:cs typeface="Aban" pitchFamily="2" charset="-78"/>
                  </a:rPr>
                  <a:t>بیمار</a:t>
                </a:r>
              </a:p>
              <a:p>
                <a:pPr marL="285750" indent="-285750" algn="just" rtl="1">
                  <a:buFont typeface="Arial" panose="020B0604020202020204" pitchFamily="34" charset="0"/>
                  <a:buChar char="•"/>
                </a:pPr>
                <a:r>
                  <a:rPr lang="fa-IR" dirty="0">
                    <a:cs typeface="Aban" pitchFamily="2" charset="-78"/>
                  </a:rPr>
                  <a:t>برای بیمار هم انتظار داریم نامساوی زیر برقرار باشد.</a:t>
                </a:r>
                <a:endParaRPr lang="en-US" dirty="0">
                  <a:cs typeface="Aban" pitchFamily="2" charset="-78"/>
                </a:endParaRPr>
              </a:p>
              <a:p>
                <a:pPr marL="285750" indent="-285750" algn="just" rtl="1">
                  <a:buFont typeface="Arial" panose="020B0604020202020204" pitchFamily="34" charset="0"/>
                  <a:buChar char="•"/>
                </a:pPr>
                <a:endParaRPr lang="en-US" dirty="0">
                  <a:cs typeface="Aban" pitchFamily="2" charset="-78"/>
                </a:endParaRPr>
              </a:p>
              <a:p>
                <a:pPr algn="just" rtl="1"/>
                <a:endParaRPr lang="fa-IR" dirty="0">
                  <a:cs typeface="Aban" pitchFamily="2" charset="-78"/>
                </a:endParaRPr>
              </a:p>
              <a:p>
                <a:pPr marL="285750" indent="-285750" algn="just" rtl="1">
                  <a:buFont typeface="Arial" panose="020B0604020202020204" pitchFamily="34" charset="0"/>
                  <a:buChar char="•"/>
                </a:pPr>
                <a:endParaRPr lang="fa-IR" dirty="0">
                  <a:cs typeface="Aban" pitchFamily="2" charset="-78"/>
                </a:endParaRPr>
              </a:p>
              <a:p>
                <a:pPr algn="just" rt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𝑃</m:t>
                          </m:r>
                        </m:e>
                        <m:sub>
                          <m:r>
                            <a:rPr lang="en-US" b="0" i="1" smtClean="0">
                              <a:latin typeface="Cambria Math" panose="02040503050406030204" pitchFamily="18" charset="0"/>
                              <a:cs typeface="Aban" pitchFamily="2" charset="-78"/>
                            </a:rPr>
                            <m:t>11</m:t>
                          </m:r>
                        </m:sub>
                      </m:sSub>
                      <m:r>
                        <a:rPr lang="en-US" b="0" i="1" smtClean="0">
                          <a:latin typeface="Cambria Math" panose="02040503050406030204" pitchFamily="18" charset="0"/>
                          <a:cs typeface="Aban" pitchFamily="2" charset="-78"/>
                        </a:rPr>
                        <m:t>&gt;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𝑃</m:t>
                          </m:r>
                        </m:e>
                        <m:sub>
                          <m:r>
                            <a:rPr lang="en-US" b="0" i="1" smtClean="0">
                              <a:latin typeface="Cambria Math" panose="02040503050406030204" pitchFamily="18" charset="0"/>
                              <a:cs typeface="Aban" pitchFamily="2" charset="-78"/>
                            </a:rPr>
                            <m:t>12</m:t>
                          </m:r>
                        </m:sub>
                      </m:sSub>
                      <m:r>
                        <a:rPr lang="en-US" b="0" i="1" smtClean="0">
                          <a:latin typeface="Cambria Math" panose="02040503050406030204" pitchFamily="18" charset="0"/>
                          <a:cs typeface="Aban" pitchFamily="2" charset="-78"/>
                        </a:rPr>
                        <m:t>&gt;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𝑃</m:t>
                          </m:r>
                        </m:e>
                        <m:sub>
                          <m:r>
                            <a:rPr lang="en-US" b="0" i="1" smtClean="0">
                              <a:latin typeface="Cambria Math" panose="02040503050406030204" pitchFamily="18" charset="0"/>
                              <a:cs typeface="Aban" pitchFamily="2" charset="-78"/>
                            </a:rPr>
                            <m:t>21</m:t>
                          </m:r>
                        </m:sub>
                      </m:sSub>
                      <m:r>
                        <a:rPr lang="en-US" b="0" i="1" smtClean="0">
                          <a:latin typeface="Cambria Math" panose="02040503050406030204" pitchFamily="18" charset="0"/>
                          <a:cs typeface="Aban" pitchFamily="2" charset="-78"/>
                        </a:rPr>
                        <m:t>&gt;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𝑃</m:t>
                          </m:r>
                        </m:e>
                        <m:sub>
                          <m:r>
                            <a:rPr lang="en-US" b="0" i="1" smtClean="0">
                              <a:latin typeface="Cambria Math" panose="02040503050406030204" pitchFamily="18" charset="0"/>
                              <a:cs typeface="Aban" pitchFamily="2" charset="-78"/>
                            </a:rPr>
                            <m:t>22</m:t>
                          </m:r>
                        </m:sub>
                      </m:sSub>
                      <m:r>
                        <a:rPr lang="en-US" b="0" i="1" smtClean="0">
                          <a:latin typeface="Cambria Math" panose="02040503050406030204" pitchFamily="18" charset="0"/>
                          <a:cs typeface="Aban" pitchFamily="2" charset="-78"/>
                        </a:rPr>
                        <m:t>&gt;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𝑃</m:t>
                          </m:r>
                        </m:e>
                        <m:sub>
                          <m:r>
                            <a:rPr lang="en-US" b="0" i="1" smtClean="0">
                              <a:latin typeface="Cambria Math" panose="02040503050406030204" pitchFamily="18" charset="0"/>
                              <a:cs typeface="Aban" pitchFamily="2" charset="-78"/>
                            </a:rPr>
                            <m:t>31</m:t>
                          </m:r>
                        </m:sub>
                      </m:sSub>
                      <m:r>
                        <a:rPr lang="en-US" b="0" i="1" smtClean="0">
                          <a:latin typeface="Cambria Math" panose="02040503050406030204" pitchFamily="18" charset="0"/>
                          <a:cs typeface="Aban" pitchFamily="2" charset="-78"/>
                        </a:rPr>
                        <m:t>&gt;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𝑃</m:t>
                          </m:r>
                        </m:e>
                        <m:sub>
                          <m:r>
                            <a:rPr lang="en-US" b="0" i="1" smtClean="0">
                              <a:latin typeface="Cambria Math" panose="02040503050406030204" pitchFamily="18" charset="0"/>
                              <a:cs typeface="Aban" pitchFamily="2" charset="-78"/>
                            </a:rPr>
                            <m:t>32</m:t>
                          </m:r>
                        </m:sub>
                      </m:sSub>
                    </m:oMath>
                  </m:oMathPara>
                </a14:m>
                <a:endParaRPr lang="fa-IR" dirty="0">
                  <a:cs typeface="Aban" pitchFamily="2" charset="-78"/>
                </a:endParaRPr>
              </a:p>
              <a:p>
                <a:pPr marL="342900" indent="-342900" algn="just" rtl="1">
                  <a:buFont typeface="+mj-lt"/>
                  <a:buAutoNum type="arabicPeriod"/>
                </a:pPr>
                <a:endParaRPr lang="fa-IR" dirty="0">
                  <a:cs typeface="Aban" pitchFamily="2" charset="-78"/>
                </a:endParaRPr>
              </a:p>
              <a:p>
                <a:pPr algn="just" rtl="1"/>
                <a:endParaRPr lang="en-US" dirty="0">
                  <a:cs typeface="Aban" pitchFamily="2" charset="-78"/>
                </a:endParaRPr>
              </a:p>
            </p:txBody>
          </p:sp>
        </mc:Choice>
        <mc:Fallback xmlns="">
          <p:sp>
            <p:nvSpPr>
              <p:cNvPr id="3" name="TextBox 2">
                <a:extLst>
                  <a:ext uri="{FF2B5EF4-FFF2-40B4-BE49-F238E27FC236}">
                    <a16:creationId xmlns:a16="http://schemas.microsoft.com/office/drawing/2014/main" id="{008AE80E-5ADD-4BAE-ADFD-8159D5B92569}"/>
                  </a:ext>
                </a:extLst>
              </p:cNvPr>
              <p:cNvSpPr txBox="1">
                <a:spLocks noRot="1" noChangeAspect="1" noMove="1" noResize="1" noEditPoints="1" noAdjustHandles="1" noChangeArrowheads="1" noChangeShapeType="1" noTextEdit="1"/>
              </p:cNvSpPr>
              <p:nvPr/>
            </p:nvSpPr>
            <p:spPr>
              <a:xfrm>
                <a:off x="1467049" y="342338"/>
                <a:ext cx="7130537" cy="3970318"/>
              </a:xfrm>
              <a:prstGeom prst="rect">
                <a:avLst/>
              </a:prstGeom>
              <a:blipFill>
                <a:blip r:embed="rId4"/>
                <a:stretch>
                  <a:fillRect t="-307" r="-342"/>
                </a:stretch>
              </a:blipFill>
            </p:spPr>
            <p:txBody>
              <a:bodyPr/>
              <a:lstStyle/>
              <a:p>
                <a:r>
                  <a:rPr lang="en-US">
                    <a:noFill/>
                  </a:rPr>
                  <a:t> </a:t>
                </a:r>
              </a:p>
            </p:txBody>
          </p:sp>
        </mc:Fallback>
      </mc:AlternateContent>
      <p:sp>
        <p:nvSpPr>
          <p:cNvPr id="2" name="Left Brace 1">
            <a:extLst>
              <a:ext uri="{FF2B5EF4-FFF2-40B4-BE49-F238E27FC236}">
                <a16:creationId xmlns:a16="http://schemas.microsoft.com/office/drawing/2014/main" id="{60EFDBD4-D5FE-4614-A267-443F07BF704F}"/>
              </a:ext>
            </a:extLst>
          </p:cNvPr>
          <p:cNvSpPr/>
          <p:nvPr/>
        </p:nvSpPr>
        <p:spPr>
          <a:xfrm rot="5400000">
            <a:off x="3643639" y="1486775"/>
            <a:ext cx="230345" cy="342029"/>
          </a:xfrm>
          <a:prstGeom prst="leftBrace">
            <a:avLst>
              <a:gd name="adj1" fmla="val 15379"/>
              <a:gd name="adj2" fmla="val 46632"/>
            </a:avLst>
          </a:prstGeom>
        </p:spPr>
        <p:style>
          <a:lnRef idx="1">
            <a:schemeClr val="accent5"/>
          </a:lnRef>
          <a:fillRef idx="0">
            <a:schemeClr val="accent5"/>
          </a:fillRef>
          <a:effectRef idx="0">
            <a:schemeClr val="accent5"/>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78534466-7220-4F7C-ACDE-8628872C2BF8}"/>
              </a:ext>
            </a:extLst>
          </p:cNvPr>
          <p:cNvSpPr txBox="1"/>
          <p:nvPr/>
        </p:nvSpPr>
        <p:spPr>
          <a:xfrm>
            <a:off x="3471713" y="1312915"/>
            <a:ext cx="574196" cy="230832"/>
          </a:xfrm>
          <a:prstGeom prst="rect">
            <a:avLst/>
          </a:prstGeom>
          <a:noFill/>
        </p:spPr>
        <p:txBody>
          <a:bodyPr wrap="none" rtlCol="0">
            <a:spAutoFit/>
          </a:bodyPr>
          <a:lstStyle/>
          <a:p>
            <a:r>
              <a:rPr lang="fa-IR" sz="900" dirty="0">
                <a:cs typeface="Aban" pitchFamily="2" charset="-78"/>
              </a:rPr>
              <a:t>سود مثبت</a:t>
            </a:r>
            <a:endParaRPr lang="en-US" sz="900" dirty="0">
              <a:cs typeface="Aban" pitchFamily="2" charset="-78"/>
            </a:endParaRPr>
          </a:p>
        </p:txBody>
      </p:sp>
      <p:sp>
        <p:nvSpPr>
          <p:cNvPr id="42" name="Left Brace 41">
            <a:extLst>
              <a:ext uri="{FF2B5EF4-FFF2-40B4-BE49-F238E27FC236}">
                <a16:creationId xmlns:a16="http://schemas.microsoft.com/office/drawing/2014/main" id="{4C783237-F410-4BB1-8F09-EE9450FEC8AC}"/>
              </a:ext>
            </a:extLst>
          </p:cNvPr>
          <p:cNvSpPr/>
          <p:nvPr/>
        </p:nvSpPr>
        <p:spPr>
          <a:xfrm rot="5400000">
            <a:off x="5618439" y="972909"/>
            <a:ext cx="230345" cy="1138930"/>
          </a:xfrm>
          <a:prstGeom prst="leftBrace">
            <a:avLst>
              <a:gd name="adj1" fmla="val 15379"/>
              <a:gd name="adj2" fmla="val 46632"/>
            </a:avLst>
          </a:prstGeom>
        </p:spPr>
        <p:style>
          <a:lnRef idx="1">
            <a:schemeClr val="accent5"/>
          </a:lnRef>
          <a:fillRef idx="0">
            <a:schemeClr val="accent5"/>
          </a:fillRef>
          <a:effectRef idx="0">
            <a:schemeClr val="accent5"/>
          </a:effectRef>
          <a:fontRef idx="minor">
            <a:schemeClr val="tx1"/>
          </a:fontRef>
        </p:style>
        <p:txBody>
          <a:bodyPr rtlCol="0" anchor="ctr"/>
          <a:lstStyle/>
          <a:p>
            <a:pPr algn="ctr"/>
            <a:endParaRPr lang="en-US"/>
          </a:p>
        </p:txBody>
      </p:sp>
      <p:sp>
        <p:nvSpPr>
          <p:cNvPr id="43" name="TextBox 42">
            <a:extLst>
              <a:ext uri="{FF2B5EF4-FFF2-40B4-BE49-F238E27FC236}">
                <a16:creationId xmlns:a16="http://schemas.microsoft.com/office/drawing/2014/main" id="{6FA693B9-6512-4368-BE76-2D3935995091}"/>
              </a:ext>
            </a:extLst>
          </p:cNvPr>
          <p:cNvSpPr txBox="1"/>
          <p:nvPr/>
        </p:nvSpPr>
        <p:spPr>
          <a:xfrm>
            <a:off x="5536675" y="1197499"/>
            <a:ext cx="559769" cy="230832"/>
          </a:xfrm>
          <a:prstGeom prst="rect">
            <a:avLst/>
          </a:prstGeom>
          <a:noFill/>
        </p:spPr>
        <p:txBody>
          <a:bodyPr wrap="none" rtlCol="0">
            <a:spAutoFit/>
          </a:bodyPr>
          <a:lstStyle/>
          <a:p>
            <a:r>
              <a:rPr lang="fa-IR" sz="900" dirty="0">
                <a:cs typeface="Aban" pitchFamily="2" charset="-78"/>
              </a:rPr>
              <a:t>سود منفی</a:t>
            </a:r>
            <a:endParaRPr lang="en-US" sz="900" dirty="0">
              <a:cs typeface="Aban" pitchFamily="2" charset="-78"/>
            </a:endParaRPr>
          </a:p>
        </p:txBody>
      </p:sp>
      <p:sp>
        <p:nvSpPr>
          <p:cNvPr id="44" name="Left Brace 43">
            <a:extLst>
              <a:ext uri="{FF2B5EF4-FFF2-40B4-BE49-F238E27FC236}">
                <a16:creationId xmlns:a16="http://schemas.microsoft.com/office/drawing/2014/main" id="{293CDACB-6ECF-4346-9F6E-C462E43486CC}"/>
              </a:ext>
            </a:extLst>
          </p:cNvPr>
          <p:cNvSpPr/>
          <p:nvPr/>
        </p:nvSpPr>
        <p:spPr>
          <a:xfrm rot="16200000">
            <a:off x="4402559" y="1604029"/>
            <a:ext cx="230345" cy="796902"/>
          </a:xfrm>
          <a:prstGeom prst="leftBrace">
            <a:avLst>
              <a:gd name="adj1" fmla="val 15379"/>
              <a:gd name="adj2" fmla="val 46632"/>
            </a:avLst>
          </a:prstGeom>
        </p:spPr>
        <p:style>
          <a:lnRef idx="1">
            <a:schemeClr val="accent5"/>
          </a:lnRef>
          <a:fillRef idx="0">
            <a:schemeClr val="accent5"/>
          </a:fillRef>
          <a:effectRef idx="0">
            <a:schemeClr val="accent5"/>
          </a:effectRef>
          <a:fontRef idx="minor">
            <a:schemeClr val="tx1"/>
          </a:fontRef>
        </p:style>
        <p:txBody>
          <a:bodyPr rtlCol="0" anchor="ctr"/>
          <a:lstStyle/>
          <a:p>
            <a:pPr algn="ctr"/>
            <a:endParaRPr lang="en-US"/>
          </a:p>
        </p:txBody>
      </p:sp>
      <p:sp>
        <p:nvSpPr>
          <p:cNvPr id="45" name="TextBox 44">
            <a:extLst>
              <a:ext uri="{FF2B5EF4-FFF2-40B4-BE49-F238E27FC236}">
                <a16:creationId xmlns:a16="http://schemas.microsoft.com/office/drawing/2014/main" id="{0FB9B5E5-D5A5-4641-8D28-9980C46D0B9E}"/>
              </a:ext>
            </a:extLst>
          </p:cNvPr>
          <p:cNvSpPr txBox="1"/>
          <p:nvPr/>
        </p:nvSpPr>
        <p:spPr>
          <a:xfrm>
            <a:off x="4230633" y="2104265"/>
            <a:ext cx="840295" cy="230832"/>
          </a:xfrm>
          <a:prstGeom prst="rect">
            <a:avLst/>
          </a:prstGeom>
          <a:noFill/>
        </p:spPr>
        <p:txBody>
          <a:bodyPr wrap="none" rtlCol="0">
            <a:spAutoFit/>
          </a:bodyPr>
          <a:lstStyle/>
          <a:p>
            <a:r>
              <a:rPr lang="fa-IR" sz="900" dirty="0">
                <a:cs typeface="Aban" pitchFamily="2" charset="-78"/>
              </a:rPr>
              <a:t>احتمال سود منفی</a:t>
            </a:r>
            <a:endParaRPr lang="en-US" sz="900" dirty="0">
              <a:cs typeface="Aban" pitchFamily="2" charset="-78"/>
            </a:endParaRPr>
          </a:p>
        </p:txBody>
      </p:sp>
      <p:sp>
        <p:nvSpPr>
          <p:cNvPr id="46" name="Left Brace 45">
            <a:extLst>
              <a:ext uri="{FF2B5EF4-FFF2-40B4-BE49-F238E27FC236}">
                <a16:creationId xmlns:a16="http://schemas.microsoft.com/office/drawing/2014/main" id="{D76DF537-C6D6-44DA-BA8D-A309506953A2}"/>
              </a:ext>
            </a:extLst>
          </p:cNvPr>
          <p:cNvSpPr/>
          <p:nvPr/>
        </p:nvSpPr>
        <p:spPr>
          <a:xfrm rot="5400000">
            <a:off x="3717010" y="3313567"/>
            <a:ext cx="230345" cy="342029"/>
          </a:xfrm>
          <a:prstGeom prst="leftBrace">
            <a:avLst>
              <a:gd name="adj1" fmla="val 15379"/>
              <a:gd name="adj2" fmla="val 46632"/>
            </a:avLst>
          </a:prstGeom>
        </p:spPr>
        <p:style>
          <a:lnRef idx="1">
            <a:schemeClr val="accent5"/>
          </a:lnRef>
          <a:fillRef idx="0">
            <a:schemeClr val="accent5"/>
          </a:fillRef>
          <a:effectRef idx="0">
            <a:schemeClr val="accent5"/>
          </a:effectRef>
          <a:fontRef idx="minor">
            <a:schemeClr val="tx1"/>
          </a:fontRef>
        </p:style>
        <p:txBody>
          <a:bodyPr rtlCol="0" anchor="ctr"/>
          <a:lstStyle/>
          <a:p>
            <a:pPr algn="ctr"/>
            <a:endParaRPr lang="en-US"/>
          </a:p>
        </p:txBody>
      </p:sp>
      <p:sp>
        <p:nvSpPr>
          <p:cNvPr id="47" name="TextBox 46">
            <a:extLst>
              <a:ext uri="{FF2B5EF4-FFF2-40B4-BE49-F238E27FC236}">
                <a16:creationId xmlns:a16="http://schemas.microsoft.com/office/drawing/2014/main" id="{D0D46448-5D3A-493E-AAA4-424CD1A2D91F}"/>
              </a:ext>
            </a:extLst>
          </p:cNvPr>
          <p:cNvSpPr txBox="1"/>
          <p:nvPr/>
        </p:nvSpPr>
        <p:spPr>
          <a:xfrm>
            <a:off x="3545084" y="3139707"/>
            <a:ext cx="574196" cy="230832"/>
          </a:xfrm>
          <a:prstGeom prst="rect">
            <a:avLst/>
          </a:prstGeom>
          <a:noFill/>
        </p:spPr>
        <p:txBody>
          <a:bodyPr wrap="none" rtlCol="0">
            <a:spAutoFit/>
          </a:bodyPr>
          <a:lstStyle/>
          <a:p>
            <a:r>
              <a:rPr lang="fa-IR" sz="900" dirty="0">
                <a:cs typeface="Aban" pitchFamily="2" charset="-78"/>
              </a:rPr>
              <a:t>سود مثبت</a:t>
            </a:r>
            <a:endParaRPr lang="en-US" sz="900" dirty="0">
              <a:cs typeface="Aban" pitchFamily="2" charset="-78"/>
            </a:endParaRPr>
          </a:p>
        </p:txBody>
      </p:sp>
      <p:sp>
        <p:nvSpPr>
          <p:cNvPr id="48" name="Left Brace 47">
            <a:extLst>
              <a:ext uri="{FF2B5EF4-FFF2-40B4-BE49-F238E27FC236}">
                <a16:creationId xmlns:a16="http://schemas.microsoft.com/office/drawing/2014/main" id="{B175BDB2-942C-4D6C-8914-25CB01FB7714}"/>
              </a:ext>
            </a:extLst>
          </p:cNvPr>
          <p:cNvSpPr/>
          <p:nvPr/>
        </p:nvSpPr>
        <p:spPr>
          <a:xfrm rot="16200000">
            <a:off x="4245668" y="3831697"/>
            <a:ext cx="230345" cy="296683"/>
          </a:xfrm>
          <a:prstGeom prst="leftBrace">
            <a:avLst>
              <a:gd name="adj1" fmla="val 15379"/>
              <a:gd name="adj2" fmla="val 46632"/>
            </a:avLst>
          </a:prstGeom>
        </p:spPr>
        <p:style>
          <a:lnRef idx="1">
            <a:schemeClr val="accent5"/>
          </a:lnRef>
          <a:fillRef idx="0">
            <a:schemeClr val="accent5"/>
          </a:fillRef>
          <a:effectRef idx="0">
            <a:schemeClr val="accent5"/>
          </a:effectRef>
          <a:fontRef idx="minor">
            <a:schemeClr val="tx1"/>
          </a:fontRef>
        </p:style>
        <p:txBody>
          <a:bodyPr rtlCol="0" anchor="ctr"/>
          <a:lstStyle/>
          <a:p>
            <a:pPr algn="ctr"/>
            <a:endParaRPr lang="en-US"/>
          </a:p>
        </p:txBody>
      </p:sp>
      <p:sp>
        <p:nvSpPr>
          <p:cNvPr id="49" name="TextBox 48">
            <a:extLst>
              <a:ext uri="{FF2B5EF4-FFF2-40B4-BE49-F238E27FC236}">
                <a16:creationId xmlns:a16="http://schemas.microsoft.com/office/drawing/2014/main" id="{86384FC2-739F-475D-B7D6-CCFF705FA2F9}"/>
              </a:ext>
            </a:extLst>
          </p:cNvPr>
          <p:cNvSpPr txBox="1"/>
          <p:nvPr/>
        </p:nvSpPr>
        <p:spPr>
          <a:xfrm>
            <a:off x="3967023" y="4100626"/>
            <a:ext cx="840295" cy="230832"/>
          </a:xfrm>
          <a:prstGeom prst="rect">
            <a:avLst/>
          </a:prstGeom>
          <a:noFill/>
        </p:spPr>
        <p:txBody>
          <a:bodyPr wrap="none" rtlCol="0">
            <a:spAutoFit/>
          </a:bodyPr>
          <a:lstStyle/>
          <a:p>
            <a:r>
              <a:rPr lang="fa-IR" sz="900" dirty="0">
                <a:cs typeface="Aban" pitchFamily="2" charset="-78"/>
              </a:rPr>
              <a:t>احتمال سود منفی</a:t>
            </a:r>
            <a:endParaRPr lang="en-US" sz="900" dirty="0">
              <a:cs typeface="Aban" pitchFamily="2" charset="-78"/>
            </a:endParaRPr>
          </a:p>
        </p:txBody>
      </p:sp>
      <p:sp>
        <p:nvSpPr>
          <p:cNvPr id="52" name="Left Brace 51">
            <a:extLst>
              <a:ext uri="{FF2B5EF4-FFF2-40B4-BE49-F238E27FC236}">
                <a16:creationId xmlns:a16="http://schemas.microsoft.com/office/drawing/2014/main" id="{1A189587-A545-4E74-BF98-20BC5AE5E3CD}"/>
              </a:ext>
            </a:extLst>
          </p:cNvPr>
          <p:cNvSpPr/>
          <p:nvPr/>
        </p:nvSpPr>
        <p:spPr>
          <a:xfrm rot="5400000">
            <a:off x="5362770" y="2658319"/>
            <a:ext cx="230345" cy="1650268"/>
          </a:xfrm>
          <a:prstGeom prst="leftBrace">
            <a:avLst>
              <a:gd name="adj1" fmla="val 15379"/>
              <a:gd name="adj2" fmla="val 46632"/>
            </a:avLst>
          </a:prstGeom>
        </p:spPr>
        <p:style>
          <a:lnRef idx="1">
            <a:schemeClr val="accent5"/>
          </a:lnRef>
          <a:fillRef idx="0">
            <a:schemeClr val="accent5"/>
          </a:fillRef>
          <a:effectRef idx="0">
            <a:schemeClr val="accent5"/>
          </a:effectRef>
          <a:fontRef idx="minor">
            <a:schemeClr val="tx1"/>
          </a:fontRef>
        </p:style>
        <p:txBody>
          <a:bodyPr rtlCol="0" anchor="ctr"/>
          <a:lstStyle/>
          <a:p>
            <a:pPr algn="ctr"/>
            <a:endParaRPr lang="en-US"/>
          </a:p>
        </p:txBody>
      </p:sp>
      <p:sp>
        <p:nvSpPr>
          <p:cNvPr id="53" name="TextBox 52">
            <a:extLst>
              <a:ext uri="{FF2B5EF4-FFF2-40B4-BE49-F238E27FC236}">
                <a16:creationId xmlns:a16="http://schemas.microsoft.com/office/drawing/2014/main" id="{2171EE0B-A005-44C1-B9BA-DEFEC5BACFB0}"/>
              </a:ext>
            </a:extLst>
          </p:cNvPr>
          <p:cNvSpPr txBox="1"/>
          <p:nvPr/>
        </p:nvSpPr>
        <p:spPr>
          <a:xfrm>
            <a:off x="5285359" y="3148917"/>
            <a:ext cx="811085" cy="230832"/>
          </a:xfrm>
          <a:prstGeom prst="rect">
            <a:avLst/>
          </a:prstGeom>
          <a:noFill/>
        </p:spPr>
        <p:txBody>
          <a:bodyPr wrap="square" rtlCol="0">
            <a:spAutoFit/>
          </a:bodyPr>
          <a:lstStyle/>
          <a:p>
            <a:r>
              <a:rPr lang="fa-IR" sz="900" dirty="0">
                <a:cs typeface="Aban" pitchFamily="2" charset="-78"/>
              </a:rPr>
              <a:t>سود منفی</a:t>
            </a:r>
            <a:endParaRPr lang="en-US" sz="900" dirty="0">
              <a:cs typeface="Aban" pitchFamily="2" charset="-78"/>
            </a:endParaRPr>
          </a:p>
        </p:txBody>
      </p:sp>
    </p:spTree>
    <p:extLst>
      <p:ext uri="{BB962C8B-B14F-4D97-AF65-F5344CB8AC3E}">
        <p14:creationId xmlns:p14="http://schemas.microsoft.com/office/powerpoint/2010/main" val="1358203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51"/>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008AE80E-5ADD-4BAE-ADFD-8159D5B92569}"/>
                  </a:ext>
                </a:extLst>
              </p:cNvPr>
              <p:cNvSpPr txBox="1"/>
              <p:nvPr/>
            </p:nvSpPr>
            <p:spPr>
              <a:xfrm>
                <a:off x="509551" y="342338"/>
                <a:ext cx="8088035" cy="4858574"/>
              </a:xfrm>
              <a:prstGeom prst="rect">
                <a:avLst/>
              </a:prstGeom>
              <a:noFill/>
            </p:spPr>
            <p:txBody>
              <a:bodyPr wrap="square" rtlCol="0">
                <a:spAutoFit/>
              </a:bodyPr>
              <a:lstStyle/>
              <a:p>
                <a:pPr algn="just" rtl="1"/>
                <a:r>
                  <a:rPr lang="fa-IR" dirty="0">
                    <a:cs typeface="Aban" pitchFamily="2" charset="-78"/>
                  </a:rPr>
                  <a:t>ارجحیت پارامتری بازیکن ها</a:t>
                </a:r>
              </a:p>
              <a:p>
                <a:pPr algn="just" rtl="1"/>
                <a:r>
                  <a:rPr lang="fa-IR" dirty="0">
                    <a:cs typeface="Aban" pitchFamily="2" charset="-78"/>
                  </a:rPr>
                  <a:t>به وضوح دادن ارجحیت به این شکل برای تحلیل مسئله به ما کمکی نمی‌کند برای همین باید پارامتر هر تصمیم را مشخص کنیم</a:t>
                </a:r>
              </a:p>
              <a:p>
                <a:pPr algn="just" rtl="1"/>
                <a:endParaRPr lang="fa-IR" dirty="0">
                  <a:cs typeface="Aban" pitchFamily="2" charset="-78"/>
                </a:endParaRPr>
              </a:p>
              <a:p>
                <a:pPr algn="just" rtl="1"/>
                <a:r>
                  <a:rPr lang="fa-IR" dirty="0">
                    <a:cs typeface="Aban" pitchFamily="2" charset="-78"/>
                  </a:rPr>
                  <a:t>سود خالص</a:t>
                </a:r>
              </a:p>
              <a:p>
                <a:pPr algn="just" rtl="1"/>
                <a:r>
                  <a:rPr lang="fa-IR" dirty="0">
                    <a:cs typeface="Aban" pitchFamily="2" charset="-78"/>
                  </a:rPr>
                  <a:t>سود خالص هر بازیکن سود اولیه او از وضعیت بیمار در لیست است سود خالص دکتر را با </a:t>
                </a:r>
                <a14:m>
                  <m:oMath xmlns:m="http://schemas.openxmlformats.org/officeDocument/2006/math">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𝑈</m:t>
                        </m:r>
                      </m:e>
                      <m:sub>
                        <m:r>
                          <a:rPr lang="en-US" b="0" i="1" smtClean="0">
                            <a:latin typeface="Cambria Math" panose="02040503050406030204" pitchFamily="18" charset="0"/>
                            <a:cs typeface="Aban" pitchFamily="2" charset="-78"/>
                          </a:rPr>
                          <m:t>𝑖</m:t>
                        </m:r>
                      </m:sub>
                    </m:sSub>
                  </m:oMath>
                </a14:m>
                <a:r>
                  <a:rPr lang="fa-IR" dirty="0">
                    <a:cs typeface="Aban" pitchFamily="2" charset="-78"/>
                  </a:rPr>
                  <a:t> و سود خالص بیمار را با </a:t>
                </a:r>
                <a14:m>
                  <m:oMath xmlns:m="http://schemas.openxmlformats.org/officeDocument/2006/math">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𝑉</m:t>
                        </m:r>
                      </m:e>
                      <m:sub>
                        <m:r>
                          <a:rPr lang="en-US" b="0" i="1" smtClean="0">
                            <a:latin typeface="Cambria Math" panose="02040503050406030204" pitchFamily="18" charset="0"/>
                            <a:cs typeface="Aban" pitchFamily="2" charset="-78"/>
                          </a:rPr>
                          <m:t>𝑖</m:t>
                        </m:r>
                      </m:sub>
                    </m:sSub>
                  </m:oMath>
                </a14:m>
                <a:r>
                  <a:rPr lang="fa-IR" dirty="0">
                    <a:cs typeface="Aban" pitchFamily="2" charset="-78"/>
                  </a:rPr>
                  <a:t> نمایش می‌دهیم که </a:t>
                </a:r>
                <a14:m>
                  <m:oMath xmlns:m="http://schemas.openxmlformats.org/officeDocument/2006/math">
                    <m:r>
                      <a:rPr lang="en-US" b="0" i="1" smtClean="0">
                        <a:latin typeface="Cambria Math" panose="02040503050406030204" pitchFamily="18" charset="0"/>
                        <a:cs typeface="Aban" pitchFamily="2" charset="-78"/>
                      </a:rPr>
                      <m:t>𝑖</m:t>
                    </m:r>
                  </m:oMath>
                </a14:m>
                <a:r>
                  <a:rPr lang="fa-IR" dirty="0">
                    <a:cs typeface="Aban" pitchFamily="2" charset="-78"/>
                  </a:rPr>
                  <a:t> نماد تصمیم پزشک است. برای مثال سود خالص بیمار اگر موقتا از لیست حذف شود برابر با </a:t>
                </a:r>
                <a14:m>
                  <m:oMath xmlns:m="http://schemas.openxmlformats.org/officeDocument/2006/math">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𝑉</m:t>
                        </m:r>
                      </m:e>
                      <m:sub>
                        <m:r>
                          <a:rPr lang="en-US" b="0" i="1" smtClean="0">
                            <a:latin typeface="Cambria Math" panose="02040503050406030204" pitchFamily="18" charset="0"/>
                            <a:cs typeface="Aban" pitchFamily="2" charset="-78"/>
                          </a:rPr>
                          <m:t>2</m:t>
                        </m:r>
                      </m:sub>
                    </m:sSub>
                  </m:oMath>
                </a14:m>
                <a:r>
                  <a:rPr lang="fa-IR" dirty="0">
                    <a:cs typeface="Aban" pitchFamily="2" charset="-78"/>
                  </a:rPr>
                  <a:t> است.</a:t>
                </a:r>
                <a:endParaRPr lang="en-US" dirty="0">
                  <a:cs typeface="Aban" pitchFamily="2" charset="-78"/>
                </a:endParaRPr>
              </a:p>
              <a:p>
                <a:pPr algn="just" rtl="1"/>
                <a:r>
                  <a:rPr lang="fa-IR" dirty="0">
                    <a:cs typeface="Aban" pitchFamily="2" charset="-78"/>
                  </a:rPr>
                  <a:t>به وضوح داریم که</a:t>
                </a:r>
              </a:p>
              <a:p>
                <a:pPr algn="just" rt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𝑈</m:t>
                          </m:r>
                        </m:e>
                        <m:sub>
                          <m:r>
                            <a:rPr lang="en-US" b="0" i="1" smtClean="0">
                              <a:latin typeface="Cambria Math" panose="02040503050406030204" pitchFamily="18" charset="0"/>
                              <a:cs typeface="Aban" pitchFamily="2" charset="-78"/>
                            </a:rPr>
                            <m:t>1</m:t>
                          </m:r>
                        </m:sub>
                      </m:sSub>
                      <m:r>
                        <a:rPr lang="en-US" b="0" i="1" smtClean="0">
                          <a:latin typeface="Cambria Math" panose="02040503050406030204" pitchFamily="18" charset="0"/>
                          <a:cs typeface="Aban" pitchFamily="2" charset="-78"/>
                        </a:rPr>
                        <m:t>&gt;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𝑈</m:t>
                          </m:r>
                        </m:e>
                        <m:sub>
                          <m:r>
                            <a:rPr lang="en-US" b="0" i="1" smtClean="0">
                              <a:latin typeface="Cambria Math" panose="02040503050406030204" pitchFamily="18" charset="0"/>
                              <a:cs typeface="Aban" pitchFamily="2" charset="-78"/>
                            </a:rPr>
                            <m:t>2</m:t>
                          </m:r>
                        </m:sub>
                      </m:sSub>
                      <m:r>
                        <a:rPr lang="en-US" b="0" i="1" smtClean="0">
                          <a:latin typeface="Cambria Math" panose="02040503050406030204" pitchFamily="18" charset="0"/>
                          <a:cs typeface="Aban" pitchFamily="2" charset="-78"/>
                        </a:rPr>
                        <m:t>&gt;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𝑈</m:t>
                          </m:r>
                        </m:e>
                        <m:sub>
                          <m:r>
                            <a:rPr lang="en-US" b="0" i="1" smtClean="0">
                              <a:latin typeface="Cambria Math" panose="02040503050406030204" pitchFamily="18" charset="0"/>
                              <a:cs typeface="Aban" pitchFamily="2" charset="-78"/>
                            </a:rPr>
                            <m:t>3</m:t>
                          </m:r>
                        </m:sub>
                      </m:sSub>
                    </m:oMath>
                  </m:oMathPara>
                </a14:m>
                <a:endParaRPr lang="en-US" b="0" dirty="0">
                  <a:cs typeface="Aban" pitchFamily="2" charset="-78"/>
                </a:endParaRPr>
              </a:p>
              <a:p>
                <a:pPr algn="just" rt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𝑉</m:t>
                          </m:r>
                        </m:e>
                        <m:sub>
                          <m:r>
                            <a:rPr lang="en-US" b="0" i="1" smtClean="0">
                              <a:latin typeface="Cambria Math" panose="02040503050406030204" pitchFamily="18" charset="0"/>
                              <a:cs typeface="Aban" pitchFamily="2" charset="-78"/>
                            </a:rPr>
                            <m:t>1</m:t>
                          </m:r>
                        </m:sub>
                      </m:sSub>
                      <m:r>
                        <a:rPr lang="en-US" b="0" i="1" smtClean="0">
                          <a:latin typeface="Cambria Math" panose="02040503050406030204" pitchFamily="18" charset="0"/>
                          <a:cs typeface="Aban" pitchFamily="2" charset="-78"/>
                        </a:rPr>
                        <m:t>&gt;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𝑉</m:t>
                          </m:r>
                        </m:e>
                        <m:sub>
                          <m:r>
                            <a:rPr lang="en-US" b="0" i="1" smtClean="0">
                              <a:latin typeface="Cambria Math" panose="02040503050406030204" pitchFamily="18" charset="0"/>
                              <a:cs typeface="Aban" pitchFamily="2" charset="-78"/>
                            </a:rPr>
                            <m:t>2</m:t>
                          </m:r>
                        </m:sub>
                      </m:sSub>
                      <m:r>
                        <a:rPr lang="en-US" b="0" i="1" smtClean="0">
                          <a:latin typeface="Cambria Math" panose="02040503050406030204" pitchFamily="18" charset="0"/>
                          <a:cs typeface="Aban" pitchFamily="2" charset="-78"/>
                        </a:rPr>
                        <m:t>&gt;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𝑉</m:t>
                          </m:r>
                        </m:e>
                        <m:sub>
                          <m:r>
                            <a:rPr lang="en-US" b="0" i="1" smtClean="0">
                              <a:latin typeface="Cambria Math" panose="02040503050406030204" pitchFamily="18" charset="0"/>
                              <a:cs typeface="Aban" pitchFamily="2" charset="-78"/>
                            </a:rPr>
                            <m:t>3</m:t>
                          </m:r>
                        </m:sub>
                      </m:sSub>
                    </m:oMath>
                  </m:oMathPara>
                </a14:m>
                <a:endParaRPr lang="fa-IR" dirty="0">
                  <a:cs typeface="Aban" pitchFamily="2" charset="-78"/>
                </a:endParaRPr>
              </a:p>
              <a:p>
                <a:pPr algn="just" rtl="1"/>
                <a:r>
                  <a:rPr lang="fa-IR" dirty="0">
                    <a:cs typeface="Aban" pitchFamily="2" charset="-78"/>
                  </a:rPr>
                  <a:t>احساسات</a:t>
                </a:r>
              </a:p>
              <a:p>
                <a:pPr algn="just" rtl="1"/>
                <a:r>
                  <a:rPr lang="fa-IR" dirty="0">
                    <a:cs typeface="Aban" pitchFamily="2" charset="-78"/>
                  </a:rPr>
                  <a:t>برای تحلیل بهتر احساسات هر بازیکن را به عنوان یک پارامتر مثبت ثابت در نظر می‌گیریم.</a:t>
                </a:r>
              </a:p>
              <a:p>
                <a:pPr marL="342900" indent="-342900" algn="just" rtl="1">
                  <a:buFont typeface="+mj-lt"/>
                  <a:buAutoNum type="arabicPeriod"/>
                </a:pPr>
                <a:endParaRPr lang="fa-IR" dirty="0">
                  <a:cs typeface="Aban" pitchFamily="2" charset="-78"/>
                </a:endParaRPr>
              </a:p>
              <a:p>
                <a:pPr marL="342900" indent="-342900" algn="just" rtl="1">
                  <a:buFont typeface="+mj-lt"/>
                  <a:buAutoNum type="arabicPeriod"/>
                </a:pPr>
                <a:r>
                  <a:rPr lang="fa-IR" dirty="0">
                    <a:cs typeface="Aban" pitchFamily="2" charset="-78"/>
                  </a:rPr>
                  <a:t>گناه </a:t>
                </a:r>
                <a:r>
                  <a:rPr lang="en-US" dirty="0">
                    <a:cs typeface="Aban" pitchFamily="2" charset="-78"/>
                  </a:rPr>
                  <a:t>(Guilt)</a:t>
                </a:r>
                <a:r>
                  <a:rPr lang="fa-IR" dirty="0">
                    <a:cs typeface="Aban" pitchFamily="2" charset="-78"/>
                  </a:rPr>
                  <a:t> </a:t>
                </a:r>
                <a:r>
                  <a:rPr lang="en-US" dirty="0">
                    <a:cs typeface="Aban" pitchFamily="2" charset="-78"/>
                  </a:rPr>
                  <a:t>:</a:t>
                </a:r>
                <a:r>
                  <a:rPr lang="fa-IR" dirty="0">
                    <a:cs typeface="Aban" pitchFamily="2" charset="-78"/>
                  </a:rPr>
                  <a:t> </a:t>
                </a:r>
                <a:r>
                  <a:rPr lang="en-US" dirty="0">
                    <a:cs typeface="Aban" pitchFamily="2" charset="-78"/>
                  </a:rPr>
                  <a:t>G</a:t>
                </a:r>
                <a:r>
                  <a:rPr lang="fa-IR" dirty="0">
                    <a:cs typeface="Aban" pitchFamily="2" charset="-78"/>
                  </a:rPr>
                  <a:t> احساس گناه وقتی ناشی می‌شود که دکتر کبد سالم را به بیماری بدهد که به سلامتی‌اش توجهی نمی‌کند.</a:t>
                </a:r>
              </a:p>
              <a:p>
                <a:pPr marL="342900" indent="-342900" algn="just" rtl="1">
                  <a:buFont typeface="+mj-lt"/>
                  <a:buAutoNum type="arabicPeriod"/>
                </a:pPr>
                <a:r>
                  <a:rPr lang="fa-IR" dirty="0">
                    <a:cs typeface="Aban" pitchFamily="2" charset="-78"/>
                  </a:rPr>
                  <a:t>استیصال </a:t>
                </a:r>
                <a:r>
                  <a:rPr lang="en-US" dirty="0">
                    <a:cs typeface="Aban" pitchFamily="2" charset="-78"/>
                  </a:rPr>
                  <a:t>(Frustration)</a:t>
                </a:r>
                <a:r>
                  <a:rPr lang="fa-IR" dirty="0">
                    <a:cs typeface="Aban" pitchFamily="2" charset="-78"/>
                  </a:rPr>
                  <a:t> </a:t>
                </a:r>
                <a:r>
                  <a:rPr lang="en-US" dirty="0">
                    <a:cs typeface="Aban" pitchFamily="2" charset="-78"/>
                  </a:rPr>
                  <a:t>:</a:t>
                </a:r>
                <a:r>
                  <a:rPr lang="fa-IR" dirty="0">
                    <a:cs typeface="Aban" pitchFamily="2" charset="-78"/>
                  </a:rPr>
                  <a:t> </a:t>
                </a:r>
                <a:r>
                  <a:rPr lang="en-US" dirty="0">
                    <a:cs typeface="Aban" pitchFamily="2" charset="-78"/>
                  </a:rPr>
                  <a:t>F</a:t>
                </a:r>
                <a:r>
                  <a:rPr lang="fa-IR" dirty="0">
                    <a:cs typeface="Aban" pitchFamily="2" charset="-78"/>
                  </a:rPr>
                  <a:t> احساس استیصال وقتی ناشی می‌شود که بیمار به سلامتی خود اهمیت نمی‌دهد و کبد هم دریافت نمی‌کند به همین واسطه مرگ قریبالوقوعی دارد.</a:t>
                </a:r>
              </a:p>
              <a:p>
                <a:pPr marL="342900" indent="-342900" algn="just" rtl="1">
                  <a:buFont typeface="+mj-lt"/>
                  <a:buAutoNum type="arabicPeriod"/>
                </a:pPr>
                <a:r>
                  <a:rPr lang="fa-IR" dirty="0">
                    <a:cs typeface="Aban" pitchFamily="2" charset="-78"/>
                  </a:rPr>
                  <a:t>پشیمانی </a:t>
                </a:r>
                <a:r>
                  <a:rPr lang="en-US" dirty="0">
                    <a:cs typeface="Aban" pitchFamily="2" charset="-78"/>
                  </a:rPr>
                  <a:t>(Regret)</a:t>
                </a:r>
                <a:r>
                  <a:rPr lang="fa-IR" dirty="0">
                    <a:cs typeface="Aban" pitchFamily="2" charset="-78"/>
                  </a:rPr>
                  <a:t> </a:t>
                </a:r>
                <a:r>
                  <a:rPr lang="en-US" dirty="0">
                    <a:cs typeface="Aban" pitchFamily="2" charset="-78"/>
                  </a:rPr>
                  <a:t>:</a:t>
                </a:r>
                <a:r>
                  <a:rPr lang="fa-IR" dirty="0">
                    <a:cs typeface="Aban" pitchFamily="2" charset="-78"/>
                  </a:rPr>
                  <a:t> </a:t>
                </a:r>
                <a:r>
                  <a:rPr lang="en-US" dirty="0">
                    <a:cs typeface="Aban" pitchFamily="2" charset="-78"/>
                  </a:rPr>
                  <a:t>R</a:t>
                </a:r>
                <a:r>
                  <a:rPr lang="fa-IR" dirty="0">
                    <a:cs typeface="Aban" pitchFamily="2" charset="-78"/>
                  </a:rPr>
                  <a:t> احساس پشیمانی در صورتی حاصل می‌شود که دکتر کبد را به بیماری که به سلامتی خود اهمیت می‌دهد، ندهد.</a:t>
                </a:r>
              </a:p>
              <a:p>
                <a:pPr marL="342900" indent="-342900" algn="just" rtl="1">
                  <a:buFont typeface="+mj-lt"/>
                  <a:buAutoNum type="arabicPeriod"/>
                </a:pPr>
                <a:endParaRPr lang="fa-IR" dirty="0">
                  <a:cs typeface="Aban" pitchFamily="2" charset="-78"/>
                </a:endParaRPr>
              </a:p>
              <a:p>
                <a:pPr algn="just" rtl="1"/>
                <a:r>
                  <a:rPr lang="fa-IR" dirty="0">
                    <a:cs typeface="Aban" pitchFamily="2" charset="-78"/>
                  </a:rPr>
                  <a:t>*. برای حالات مختلف پشیمانی و استیصال از </a:t>
                </a:r>
                <a14:m>
                  <m:oMath xmlns:m="http://schemas.openxmlformats.org/officeDocument/2006/math">
                    <m:sSubSup>
                      <m:sSubSupPr>
                        <m:ctrlPr>
                          <a:rPr lang="en-US" b="0" i="1" smtClean="0">
                            <a:latin typeface="Cambria Math" panose="02040503050406030204" pitchFamily="18" charset="0"/>
                            <a:cs typeface="Aban" pitchFamily="2" charset="-78"/>
                          </a:rPr>
                        </m:ctrlPr>
                      </m:sSubSupPr>
                      <m:e>
                        <m:r>
                          <a:rPr lang="en-US" b="0" i="1" smtClean="0">
                            <a:latin typeface="Cambria Math" panose="02040503050406030204" pitchFamily="18" charset="0"/>
                            <a:cs typeface="Aban" pitchFamily="2" charset="-78"/>
                          </a:rPr>
                          <m:t>𝐹</m:t>
                        </m:r>
                      </m:e>
                      <m:sub>
                        <m:r>
                          <a:rPr lang="en-US" b="0" i="1" smtClean="0">
                            <a:latin typeface="Cambria Math" panose="02040503050406030204" pitchFamily="18" charset="0"/>
                            <a:cs typeface="Aban" pitchFamily="2" charset="-78"/>
                          </a:rPr>
                          <m:t>𝑘</m:t>
                        </m:r>
                      </m:sub>
                      <m:sup>
                        <m:r>
                          <a:rPr lang="en-US" b="0" i="1" smtClean="0">
                            <a:latin typeface="Cambria Math" panose="02040503050406030204" pitchFamily="18" charset="0"/>
                            <a:cs typeface="Aban" pitchFamily="2" charset="-78"/>
                          </a:rPr>
                          <m:t>𝑙</m:t>
                        </m:r>
                      </m:sup>
                    </m:sSubSup>
                  </m:oMath>
                </a14:m>
                <a:r>
                  <a:rPr lang="fa-IR" dirty="0">
                    <a:cs typeface="Aban" pitchFamily="2" charset="-78"/>
                  </a:rPr>
                  <a:t> استفاده می‌کنیم که </a:t>
                </a:r>
                <a14:m>
                  <m:oMath xmlns:m="http://schemas.openxmlformats.org/officeDocument/2006/math">
                    <m:r>
                      <a:rPr lang="en-US" b="0" i="1" smtClean="0">
                        <a:latin typeface="Cambria Math" panose="02040503050406030204" pitchFamily="18" charset="0"/>
                        <a:cs typeface="Aban" pitchFamily="2" charset="-78"/>
                      </a:rPr>
                      <m:t>𝐹</m:t>
                    </m:r>
                  </m:oMath>
                </a14:m>
                <a:r>
                  <a:rPr lang="fa-IR" dirty="0">
                    <a:cs typeface="Aban" pitchFamily="2" charset="-78"/>
                  </a:rPr>
                  <a:t> نماد احساس، </a:t>
                </a:r>
                <a14:m>
                  <m:oMath xmlns:m="http://schemas.openxmlformats.org/officeDocument/2006/math">
                    <m:r>
                      <a:rPr lang="en-US" b="0" i="1" smtClean="0">
                        <a:latin typeface="Cambria Math" panose="02040503050406030204" pitchFamily="18" charset="0"/>
                        <a:cs typeface="Aban" pitchFamily="2" charset="-78"/>
                      </a:rPr>
                      <m:t>𝑙</m:t>
                    </m:r>
                  </m:oMath>
                </a14:m>
                <a:r>
                  <a:rPr lang="fa-IR" dirty="0">
                    <a:cs typeface="Aban" pitchFamily="2" charset="-78"/>
                  </a:rPr>
                  <a:t> نماد قطعیت تصمیم دکتر و </a:t>
                </a:r>
                <a14:m>
                  <m:oMath xmlns:m="http://schemas.openxmlformats.org/officeDocument/2006/math">
                    <m:r>
                      <a:rPr lang="en-US" b="0" i="1" smtClean="0">
                        <a:latin typeface="Cambria Math" panose="02040503050406030204" pitchFamily="18" charset="0"/>
                        <a:cs typeface="Aban" pitchFamily="2" charset="-78"/>
                      </a:rPr>
                      <m:t>𝑘</m:t>
                    </m:r>
                  </m:oMath>
                </a14:m>
                <a:r>
                  <a:rPr lang="fa-IR" dirty="0">
                    <a:cs typeface="Aban" pitchFamily="2" charset="-78"/>
                  </a:rPr>
                  <a:t> نماد بازیکن است برای مثال </a:t>
                </a:r>
                <a14:m>
                  <m:oMath xmlns:m="http://schemas.openxmlformats.org/officeDocument/2006/math">
                    <m:sSubSup>
                      <m:sSubSupPr>
                        <m:ctrlPr>
                          <a:rPr lang="en-US" b="0" i="1" smtClean="0">
                            <a:latin typeface="Cambria Math" panose="02040503050406030204" pitchFamily="18" charset="0"/>
                            <a:cs typeface="Aban" pitchFamily="2" charset="-78"/>
                          </a:rPr>
                        </m:ctrlPr>
                      </m:sSubSupPr>
                      <m:e>
                        <m:r>
                          <a:rPr lang="en-US" b="0" i="1" smtClean="0">
                            <a:latin typeface="Cambria Math" panose="02040503050406030204" pitchFamily="18" charset="0"/>
                            <a:cs typeface="Aban" pitchFamily="2" charset="-78"/>
                          </a:rPr>
                          <m:t>𝐹</m:t>
                        </m:r>
                      </m:e>
                      <m:sub>
                        <m:r>
                          <a:rPr lang="en-US" b="0" i="1" smtClean="0">
                            <a:latin typeface="Cambria Math" panose="02040503050406030204" pitchFamily="18" charset="0"/>
                            <a:cs typeface="Aban" pitchFamily="2" charset="-78"/>
                          </a:rPr>
                          <m:t>𝐷</m:t>
                        </m:r>
                      </m:sub>
                      <m:sup>
                        <m:r>
                          <a:rPr lang="en-US" b="0" i="1" smtClean="0">
                            <a:latin typeface="Cambria Math" panose="02040503050406030204" pitchFamily="18" charset="0"/>
                            <a:cs typeface="Aban" pitchFamily="2" charset="-78"/>
                          </a:rPr>
                          <m:t>𝑑</m:t>
                        </m:r>
                      </m:sup>
                    </m:sSubSup>
                  </m:oMath>
                </a14:m>
                <a:r>
                  <a:rPr lang="fa-IR" dirty="0">
                    <a:cs typeface="Aban" pitchFamily="2" charset="-78"/>
                  </a:rPr>
                  <a:t> احساس استیصال دکتر </a:t>
                </a:r>
                <a:r>
                  <a:rPr lang="en-US" dirty="0">
                    <a:cs typeface="Aban" pitchFamily="2" charset="-78"/>
                  </a:rPr>
                  <a:t>D</a:t>
                </a:r>
                <a:r>
                  <a:rPr lang="fa-IR" dirty="0">
                    <a:cs typeface="Aban" pitchFamily="2" charset="-78"/>
                  </a:rPr>
                  <a:t> است وقتی که به طور قطعی</a:t>
                </a:r>
                <a:r>
                  <a:rPr lang="en-US" dirty="0">
                    <a:cs typeface="Aban" pitchFamily="2" charset="-78"/>
                  </a:rPr>
                  <a:t> d</a:t>
                </a:r>
                <a:r>
                  <a:rPr lang="fa-IR" dirty="0">
                    <a:cs typeface="Aban" pitchFamily="2" charset="-78"/>
                  </a:rPr>
                  <a:t> بیمار را از لیست حذف کند.</a:t>
                </a:r>
              </a:p>
              <a:p>
                <a:pPr algn="just" rtl="1"/>
                <a:r>
                  <a:rPr lang="fa-IR" dirty="0">
                    <a:cs typeface="Aban" pitchFamily="2" charset="-78"/>
                  </a:rPr>
                  <a:t>*. به طور فرض داریم که </a:t>
                </a:r>
                <a14:m>
                  <m:oMath xmlns:m="http://schemas.openxmlformats.org/officeDocument/2006/math">
                    <m:r>
                      <a:rPr lang="en-US" b="0" i="1" smtClean="0">
                        <a:latin typeface="Cambria Math" panose="02040503050406030204" pitchFamily="18" charset="0"/>
                        <a:cs typeface="Aban" pitchFamily="2" charset="-78"/>
                      </a:rPr>
                      <m:t>𝐺</m:t>
                    </m:r>
                    <m:r>
                      <a:rPr lang="en-US" b="0" i="1" smtClean="0">
                        <a:latin typeface="Cambria Math" panose="02040503050406030204" pitchFamily="18" charset="0"/>
                        <a:cs typeface="Aban" pitchFamily="2" charset="-78"/>
                      </a:rPr>
                      <m:t>&gt;</m:t>
                    </m:r>
                    <m:sSup>
                      <m:sSupPr>
                        <m:ctrlPr>
                          <a:rPr lang="en-US" b="0" i="1" smtClean="0">
                            <a:latin typeface="Cambria Math" panose="02040503050406030204" pitchFamily="18" charset="0"/>
                            <a:cs typeface="Aban" pitchFamily="2" charset="-78"/>
                          </a:rPr>
                        </m:ctrlPr>
                      </m:sSupPr>
                      <m:e>
                        <m:r>
                          <a:rPr lang="en-US" b="0" i="1" smtClean="0">
                            <a:latin typeface="Cambria Math" panose="02040503050406030204" pitchFamily="18" charset="0"/>
                            <a:cs typeface="Aban" pitchFamily="2" charset="-78"/>
                          </a:rPr>
                          <m:t>𝑅</m:t>
                        </m:r>
                      </m:e>
                      <m:sup>
                        <m:r>
                          <a:rPr lang="en-US" b="0" i="1" smtClean="0">
                            <a:latin typeface="Cambria Math" panose="02040503050406030204" pitchFamily="18" charset="0"/>
                            <a:cs typeface="Aban" pitchFamily="2" charset="-78"/>
                          </a:rPr>
                          <m:t>𝑑</m:t>
                        </m:r>
                      </m:sup>
                    </m:sSup>
                    <m:r>
                      <a:rPr lang="en-US" b="0" i="1" smtClean="0">
                        <a:latin typeface="Cambria Math" panose="02040503050406030204" pitchFamily="18" charset="0"/>
                        <a:cs typeface="Aban" pitchFamily="2" charset="-78"/>
                      </a:rPr>
                      <m:t>&gt;</m:t>
                    </m:r>
                    <m:sSup>
                      <m:sSupPr>
                        <m:ctrlPr>
                          <a:rPr lang="en-US" b="0" i="1" smtClean="0">
                            <a:latin typeface="Cambria Math" panose="02040503050406030204" pitchFamily="18" charset="0"/>
                            <a:cs typeface="Aban" pitchFamily="2" charset="-78"/>
                          </a:rPr>
                        </m:ctrlPr>
                      </m:sSupPr>
                      <m:e>
                        <m:r>
                          <a:rPr lang="en-US" b="0" i="1" smtClean="0">
                            <a:latin typeface="Cambria Math" panose="02040503050406030204" pitchFamily="18" charset="0"/>
                            <a:cs typeface="Aban" pitchFamily="2" charset="-78"/>
                          </a:rPr>
                          <m:t>𝑅</m:t>
                        </m:r>
                      </m:e>
                      <m:sup>
                        <m:r>
                          <a:rPr lang="en-US" b="0" i="1" smtClean="0">
                            <a:latin typeface="Cambria Math" panose="02040503050406030204" pitchFamily="18" charset="0"/>
                            <a:cs typeface="Aban" pitchFamily="2" charset="-78"/>
                          </a:rPr>
                          <m:t>𝑡</m:t>
                        </m:r>
                      </m:sup>
                    </m:sSup>
                    <m:r>
                      <a:rPr lang="en-US" b="0" i="1" smtClean="0">
                        <a:latin typeface="Cambria Math" panose="02040503050406030204" pitchFamily="18" charset="0"/>
                        <a:cs typeface="Aban" pitchFamily="2" charset="-78"/>
                      </a:rPr>
                      <m:t>&gt;</m:t>
                    </m:r>
                    <m:sSup>
                      <m:sSupPr>
                        <m:ctrlPr>
                          <a:rPr lang="en-US" b="0" i="1" smtClean="0">
                            <a:latin typeface="Cambria Math" panose="02040503050406030204" pitchFamily="18" charset="0"/>
                            <a:cs typeface="Aban" pitchFamily="2" charset="-78"/>
                          </a:rPr>
                        </m:ctrlPr>
                      </m:sSupPr>
                      <m:e>
                        <m:r>
                          <a:rPr lang="en-US" b="0" i="1" smtClean="0">
                            <a:latin typeface="Cambria Math" panose="02040503050406030204" pitchFamily="18" charset="0"/>
                            <a:cs typeface="Aban" pitchFamily="2" charset="-78"/>
                          </a:rPr>
                          <m:t>𝐹</m:t>
                        </m:r>
                      </m:e>
                      <m:sup>
                        <m:r>
                          <a:rPr lang="en-US" b="0" i="1" smtClean="0">
                            <a:latin typeface="Cambria Math" panose="02040503050406030204" pitchFamily="18" charset="0"/>
                            <a:cs typeface="Aban" pitchFamily="2" charset="-78"/>
                          </a:rPr>
                          <m:t>𝑑</m:t>
                        </m:r>
                      </m:sup>
                    </m:sSup>
                    <m:r>
                      <a:rPr lang="en-US" b="0" i="1" smtClean="0">
                        <a:latin typeface="Cambria Math" panose="02040503050406030204" pitchFamily="18" charset="0"/>
                        <a:cs typeface="Aban" pitchFamily="2" charset="-78"/>
                      </a:rPr>
                      <m:t>&gt;</m:t>
                    </m:r>
                    <m:sSup>
                      <m:sSupPr>
                        <m:ctrlPr>
                          <a:rPr lang="en-US" b="0" i="1" smtClean="0">
                            <a:latin typeface="Cambria Math" panose="02040503050406030204" pitchFamily="18" charset="0"/>
                            <a:cs typeface="Aban" pitchFamily="2" charset="-78"/>
                          </a:rPr>
                        </m:ctrlPr>
                      </m:sSupPr>
                      <m:e>
                        <m:r>
                          <a:rPr lang="en-US" b="0" i="1" smtClean="0">
                            <a:latin typeface="Cambria Math" panose="02040503050406030204" pitchFamily="18" charset="0"/>
                            <a:cs typeface="Aban" pitchFamily="2" charset="-78"/>
                          </a:rPr>
                          <m:t>𝐹</m:t>
                        </m:r>
                      </m:e>
                      <m:sup>
                        <m:r>
                          <a:rPr lang="en-US" b="0" i="1" smtClean="0">
                            <a:latin typeface="Cambria Math" panose="02040503050406030204" pitchFamily="18" charset="0"/>
                            <a:cs typeface="Aban" pitchFamily="2" charset="-78"/>
                          </a:rPr>
                          <m:t>𝑡</m:t>
                        </m:r>
                      </m:sup>
                    </m:sSup>
                    <m:r>
                      <a:rPr lang="fa-IR" b="0" i="1" smtClean="0">
                        <a:latin typeface="Cambria Math" panose="02040503050406030204" pitchFamily="18" charset="0"/>
                        <a:cs typeface="Aban" pitchFamily="2" charset="-78"/>
                      </a:rPr>
                      <m:t> </m:t>
                    </m:r>
                  </m:oMath>
                </a14:m>
                <a:r>
                  <a:rPr lang="fa-IR" dirty="0">
                    <a:cs typeface="Aban" pitchFamily="2" charset="-78"/>
                  </a:rPr>
                  <a:t>و همینطور </a:t>
                </a:r>
                <a14:m>
                  <m:oMath xmlns:m="http://schemas.openxmlformats.org/officeDocument/2006/math">
                    <m:sSup>
                      <m:sSupPr>
                        <m:ctrlPr>
                          <a:rPr lang="en-US" b="0" i="1" smtClean="0">
                            <a:latin typeface="Cambria Math" panose="02040503050406030204" pitchFamily="18" charset="0"/>
                            <a:cs typeface="Aban" pitchFamily="2" charset="-78"/>
                          </a:rPr>
                        </m:ctrlPr>
                      </m:sSupPr>
                      <m:e>
                        <m:r>
                          <a:rPr lang="en-US" b="0" i="1" smtClean="0">
                            <a:latin typeface="Cambria Math" panose="02040503050406030204" pitchFamily="18" charset="0"/>
                            <a:cs typeface="Aban" pitchFamily="2" charset="-78"/>
                          </a:rPr>
                          <m:t>𝑅</m:t>
                        </m:r>
                      </m:e>
                      <m:sup>
                        <m:r>
                          <a:rPr lang="en-US" b="0" i="1" smtClean="0">
                            <a:latin typeface="Cambria Math" panose="02040503050406030204" pitchFamily="18" charset="0"/>
                            <a:cs typeface="Aban" pitchFamily="2" charset="-78"/>
                          </a:rPr>
                          <m:t>𝑑</m:t>
                        </m:r>
                      </m:sup>
                    </m:sSup>
                    <m:r>
                      <a:rPr lang="en-US" b="0" i="1" smtClean="0">
                        <a:latin typeface="Cambria Math" panose="02040503050406030204" pitchFamily="18" charset="0"/>
                        <a:cs typeface="Aban" pitchFamily="2" charset="-78"/>
                      </a:rPr>
                      <m:t>−</m:t>
                    </m:r>
                    <m:sSup>
                      <m:sSupPr>
                        <m:ctrlPr>
                          <a:rPr lang="en-US" b="0" i="1" smtClean="0">
                            <a:latin typeface="Cambria Math" panose="02040503050406030204" pitchFamily="18" charset="0"/>
                            <a:cs typeface="Aban" pitchFamily="2" charset="-78"/>
                          </a:rPr>
                        </m:ctrlPr>
                      </m:sSupPr>
                      <m:e>
                        <m:r>
                          <a:rPr lang="en-US" b="0" i="1" smtClean="0">
                            <a:latin typeface="Cambria Math" panose="02040503050406030204" pitchFamily="18" charset="0"/>
                            <a:cs typeface="Aban" pitchFamily="2" charset="-78"/>
                          </a:rPr>
                          <m:t>𝐹</m:t>
                        </m:r>
                      </m:e>
                      <m:sup>
                        <m:r>
                          <a:rPr lang="en-US" b="0" i="1" smtClean="0">
                            <a:latin typeface="Cambria Math" panose="02040503050406030204" pitchFamily="18" charset="0"/>
                            <a:cs typeface="Aban" pitchFamily="2" charset="-78"/>
                          </a:rPr>
                          <m:t>𝑑</m:t>
                        </m:r>
                      </m:sup>
                    </m:sSup>
                    <m:r>
                      <a:rPr lang="en-US" b="0" i="1" smtClean="0">
                        <a:latin typeface="Cambria Math" panose="02040503050406030204" pitchFamily="18" charset="0"/>
                        <a:cs typeface="Aban" pitchFamily="2" charset="-78"/>
                      </a:rPr>
                      <m:t>&gt;</m:t>
                    </m:r>
                    <m:sSup>
                      <m:sSupPr>
                        <m:ctrlPr>
                          <a:rPr lang="en-US" b="0" i="1" smtClean="0">
                            <a:latin typeface="Cambria Math" panose="02040503050406030204" pitchFamily="18" charset="0"/>
                            <a:cs typeface="Aban" pitchFamily="2" charset="-78"/>
                          </a:rPr>
                        </m:ctrlPr>
                      </m:sSupPr>
                      <m:e>
                        <m:r>
                          <a:rPr lang="en-US" b="0" i="1" smtClean="0">
                            <a:latin typeface="Cambria Math" panose="02040503050406030204" pitchFamily="18" charset="0"/>
                            <a:cs typeface="Aban" pitchFamily="2" charset="-78"/>
                          </a:rPr>
                          <m:t>𝑅</m:t>
                        </m:r>
                      </m:e>
                      <m:sup>
                        <m:r>
                          <a:rPr lang="en-US" b="0" i="1" smtClean="0">
                            <a:latin typeface="Cambria Math" panose="02040503050406030204" pitchFamily="18" charset="0"/>
                            <a:cs typeface="Aban" pitchFamily="2" charset="-78"/>
                          </a:rPr>
                          <m:t>𝑡</m:t>
                        </m:r>
                      </m:sup>
                    </m:sSup>
                    <m:r>
                      <a:rPr lang="en-US" b="0" i="1" smtClean="0">
                        <a:latin typeface="Cambria Math" panose="02040503050406030204" pitchFamily="18" charset="0"/>
                        <a:cs typeface="Aban" pitchFamily="2" charset="-78"/>
                      </a:rPr>
                      <m:t>−</m:t>
                    </m:r>
                    <m:sSup>
                      <m:sSupPr>
                        <m:ctrlPr>
                          <a:rPr lang="en-US" b="0" i="1" smtClean="0">
                            <a:latin typeface="Cambria Math" panose="02040503050406030204" pitchFamily="18" charset="0"/>
                            <a:cs typeface="Aban" pitchFamily="2" charset="-78"/>
                          </a:rPr>
                        </m:ctrlPr>
                      </m:sSupPr>
                      <m:e>
                        <m:r>
                          <a:rPr lang="en-US" b="0" i="1" smtClean="0">
                            <a:latin typeface="Cambria Math" panose="02040503050406030204" pitchFamily="18" charset="0"/>
                            <a:cs typeface="Aban" pitchFamily="2" charset="-78"/>
                          </a:rPr>
                          <m:t>𝐹</m:t>
                        </m:r>
                      </m:e>
                      <m:sup>
                        <m:r>
                          <a:rPr lang="en-US" b="0" i="1" smtClean="0">
                            <a:latin typeface="Cambria Math" panose="02040503050406030204" pitchFamily="18" charset="0"/>
                            <a:cs typeface="Aban" pitchFamily="2" charset="-78"/>
                          </a:rPr>
                          <m:t>𝑡</m:t>
                        </m:r>
                      </m:sup>
                    </m:sSup>
                  </m:oMath>
                </a14:m>
                <a:endParaRPr lang="fa-IR" dirty="0">
                  <a:cs typeface="Aban" pitchFamily="2" charset="-78"/>
                </a:endParaRPr>
              </a:p>
              <a:p>
                <a:pPr algn="just" rtl="1"/>
                <a:endParaRPr lang="en-US" dirty="0">
                  <a:cs typeface="Aban" pitchFamily="2" charset="-78"/>
                </a:endParaRPr>
              </a:p>
            </p:txBody>
          </p:sp>
        </mc:Choice>
        <mc:Fallback>
          <p:sp>
            <p:nvSpPr>
              <p:cNvPr id="3" name="TextBox 2">
                <a:extLst>
                  <a:ext uri="{FF2B5EF4-FFF2-40B4-BE49-F238E27FC236}">
                    <a16:creationId xmlns:a16="http://schemas.microsoft.com/office/drawing/2014/main" id="{008AE80E-5ADD-4BAE-ADFD-8159D5B92569}"/>
                  </a:ext>
                </a:extLst>
              </p:cNvPr>
              <p:cNvSpPr txBox="1">
                <a:spLocks noRot="1" noChangeAspect="1" noMove="1" noResize="1" noEditPoints="1" noAdjustHandles="1" noChangeArrowheads="1" noChangeShapeType="1" noTextEdit="1"/>
              </p:cNvSpPr>
              <p:nvPr/>
            </p:nvSpPr>
            <p:spPr>
              <a:xfrm>
                <a:off x="509551" y="342338"/>
                <a:ext cx="8088035" cy="4858574"/>
              </a:xfrm>
              <a:prstGeom prst="rect">
                <a:avLst/>
              </a:prstGeom>
              <a:blipFill>
                <a:blip r:embed="rId3"/>
                <a:stretch>
                  <a:fillRect l="-830" t="-251" r="-302"/>
                </a:stretch>
              </a:blipFill>
            </p:spPr>
            <p:txBody>
              <a:bodyPr/>
              <a:lstStyle/>
              <a:p>
                <a:r>
                  <a:rPr lang="en-US">
                    <a:noFill/>
                  </a:rPr>
                  <a:t> </a:t>
                </a:r>
              </a:p>
            </p:txBody>
          </p:sp>
        </mc:Fallback>
      </mc:AlternateContent>
    </p:spTree>
    <p:extLst>
      <p:ext uri="{BB962C8B-B14F-4D97-AF65-F5344CB8AC3E}">
        <p14:creationId xmlns:p14="http://schemas.microsoft.com/office/powerpoint/2010/main" val="2763114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51"/>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08AE80E-5ADD-4BAE-ADFD-8159D5B92569}"/>
                  </a:ext>
                </a:extLst>
              </p:cNvPr>
              <p:cNvSpPr txBox="1"/>
              <p:nvPr/>
            </p:nvSpPr>
            <p:spPr>
              <a:xfrm>
                <a:off x="411829" y="342338"/>
                <a:ext cx="8185757" cy="3323987"/>
              </a:xfrm>
              <a:prstGeom prst="rect">
                <a:avLst/>
              </a:prstGeom>
              <a:noFill/>
            </p:spPr>
            <p:txBody>
              <a:bodyPr wrap="square" rtlCol="0">
                <a:spAutoFit/>
              </a:bodyPr>
              <a:lstStyle/>
              <a:p>
                <a:pPr algn="just" rtl="1"/>
                <a:r>
                  <a:rPr lang="fa-IR" dirty="0">
                    <a:cs typeface="Aban" pitchFamily="2" charset="-78"/>
                  </a:rPr>
                  <a:t>دو پارامتر دیگر هم در بازی برای بیمار در نظر میگیریم یکی آسیب</a:t>
                </a:r>
                <a:r>
                  <a:rPr lang="en-US" dirty="0">
                    <a:cs typeface="Aban" pitchFamily="2" charset="-78"/>
                  </a:rPr>
                  <a:t> (Harm)</a:t>
                </a:r>
                <a:r>
                  <a:rPr lang="fa-IR" dirty="0">
                    <a:cs typeface="Aban" pitchFamily="2" charset="-78"/>
                  </a:rPr>
                  <a:t> حاصل از نوشیدن الکل است که با </a:t>
                </a:r>
                <a:r>
                  <a:rPr lang="en-US" dirty="0">
                    <a:cs typeface="Aban" pitchFamily="2" charset="-78"/>
                  </a:rPr>
                  <a:t>H</a:t>
                </a:r>
                <a:r>
                  <a:rPr lang="fa-IR" dirty="0">
                    <a:cs typeface="Aban" pitchFamily="2" charset="-78"/>
                  </a:rPr>
                  <a:t> نشان می‌دهیم. و سود </a:t>
                </a:r>
                <a:r>
                  <a:rPr lang="en-US" dirty="0">
                    <a:cs typeface="Aban" pitchFamily="2" charset="-78"/>
                  </a:rPr>
                  <a:t>(Benefit)</a:t>
                </a:r>
                <a:r>
                  <a:rPr lang="fa-IR" dirty="0">
                    <a:cs typeface="Aban" pitchFamily="2" charset="-78"/>
                  </a:rPr>
                  <a:t> حاصل از ننوشیدن الکل بر سلامت بیمار است که آن را با </a:t>
                </a:r>
                <a:r>
                  <a:rPr lang="en-US" dirty="0">
                    <a:cs typeface="Aban" pitchFamily="2" charset="-78"/>
                  </a:rPr>
                  <a:t>B</a:t>
                </a:r>
                <a:r>
                  <a:rPr lang="fa-IR" dirty="0">
                    <a:cs typeface="Aban" pitchFamily="2" charset="-78"/>
                  </a:rPr>
                  <a:t> نمایش می‌دهیم.</a:t>
                </a:r>
              </a:p>
              <a:p>
                <a:pPr algn="just" rtl="1"/>
                <a:r>
                  <a:rPr lang="fa-IR" dirty="0">
                    <a:cs typeface="Aban" pitchFamily="2" charset="-78"/>
                  </a:rPr>
                  <a:t>به طور فرض داریم که آسیب نوشیدن الکل از سلامت ترک الکل اهمیتی بیشتری دارد چون ممکن است به مرگ بیمار منجر شود.</a:t>
                </a:r>
              </a:p>
              <a:p>
                <a:pPr algn="just" rtl="1"/>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cs typeface="Aban" pitchFamily="2" charset="-78"/>
                            </a:rPr>
                          </m:ctrlPr>
                        </m:dPr>
                        <m:e>
                          <m:r>
                            <a:rPr lang="en-US" b="0" i="1" smtClean="0">
                              <a:latin typeface="Cambria Math" panose="02040503050406030204" pitchFamily="18" charset="0"/>
                              <a:cs typeface="Aban" pitchFamily="2" charset="-78"/>
                            </a:rPr>
                            <m:t>𝐻</m:t>
                          </m:r>
                        </m:e>
                      </m:d>
                      <m:r>
                        <a:rPr lang="en-US" b="0" i="1" smtClean="0">
                          <a:latin typeface="Cambria Math" panose="02040503050406030204" pitchFamily="18" charset="0"/>
                          <a:cs typeface="Aban" pitchFamily="2" charset="-78"/>
                        </a:rPr>
                        <m:t>&gt;|</m:t>
                      </m:r>
                      <m:r>
                        <a:rPr lang="en-US" b="0" i="1" smtClean="0">
                          <a:latin typeface="Cambria Math" panose="02040503050406030204" pitchFamily="18" charset="0"/>
                          <a:cs typeface="Aban" pitchFamily="2" charset="-78"/>
                        </a:rPr>
                        <m:t>𝐵</m:t>
                      </m:r>
                      <m:r>
                        <a:rPr lang="en-US" b="0" i="1" smtClean="0">
                          <a:latin typeface="Cambria Math" panose="02040503050406030204" pitchFamily="18" charset="0"/>
                          <a:cs typeface="Aban" pitchFamily="2" charset="-78"/>
                        </a:rPr>
                        <m:t>|</m:t>
                      </m:r>
                    </m:oMath>
                  </m:oMathPara>
                </a14:m>
                <a:endParaRPr lang="fa-IR" dirty="0">
                  <a:cs typeface="Aban" pitchFamily="2" charset="-78"/>
                </a:endParaRPr>
              </a:p>
              <a:p>
                <a:pPr algn="just" rtl="1"/>
                <a:endParaRPr lang="fa-IR" dirty="0">
                  <a:cs typeface="Aban" pitchFamily="2" charset="-78"/>
                </a:endParaRPr>
              </a:p>
              <a:p>
                <a:pPr algn="just" rtl="1"/>
                <a:r>
                  <a:rPr lang="fa-IR" dirty="0">
                    <a:cs typeface="Aban" pitchFamily="2" charset="-78"/>
                  </a:rPr>
                  <a:t>تا به اینجای کار تمام پارامتر های ما ثابت های عددی تاثیر گذار بر روابط اجتماعی بودند دو متغیر زیر را برای تحلیل حساسیت سنجی موضوع در نظر میگیریم</a:t>
                </a:r>
              </a:p>
              <a:p>
                <a:pPr algn="just" rtl="1"/>
                <a:endParaRPr lang="fa-IR" dirty="0">
                  <a:cs typeface="Aban" pitchFamily="2" charset="-78"/>
                </a:endParaRPr>
              </a:p>
              <a:p>
                <a:pPr marL="342900" indent="-342900" algn="just" rtl="1">
                  <a:buFont typeface="+mj-lt"/>
                  <a:buAutoNum type="arabicPeriod"/>
                </a:pPr>
                <a:r>
                  <a:rPr lang="fa-IR" dirty="0">
                    <a:cs typeface="Aban" pitchFamily="2" charset="-78"/>
                  </a:rPr>
                  <a:t> </a:t>
                </a:r>
                <a14:m>
                  <m:oMath xmlns:m="http://schemas.openxmlformats.org/officeDocument/2006/math">
                    <m:r>
                      <a:rPr lang="en-US" b="0" i="1" smtClean="0">
                        <a:latin typeface="Cambria Math" panose="02040503050406030204" pitchFamily="18" charset="0"/>
                        <a:cs typeface="Aban" pitchFamily="2" charset="-78"/>
                      </a:rPr>
                      <m:t>𝛾</m:t>
                    </m:r>
                  </m:oMath>
                </a14:m>
                <a:r>
                  <a:rPr lang="fa-IR" dirty="0">
                    <a:cs typeface="Aban" pitchFamily="2" charset="-78"/>
                  </a:rPr>
                  <a:t> نماد لذت حاصل از نوشیدن الکل است این پارامتر متغیر است و در تحلیل های ما کم یا زیاد می‌شود</a:t>
                </a:r>
              </a:p>
              <a:p>
                <a:pPr marL="342900" indent="-342900" algn="just" rtl="1">
                  <a:buFont typeface="+mj-lt"/>
                  <a:buAutoNum type="arabicPeriod"/>
                </a:pPr>
                <a:r>
                  <a:rPr lang="en-US" dirty="0">
                    <a:cs typeface="Aban" pitchFamily="2" charset="-78"/>
                  </a:rPr>
                  <a:t> </a:t>
                </a:r>
                <a14:m>
                  <m:oMath xmlns:m="http://schemas.openxmlformats.org/officeDocument/2006/math">
                    <m:r>
                      <a:rPr lang="en-US" b="0" i="1" smtClean="0">
                        <a:latin typeface="Cambria Math" panose="02040503050406030204" pitchFamily="18" charset="0"/>
                        <a:cs typeface="Aban" pitchFamily="2" charset="-78"/>
                      </a:rPr>
                      <m:t>𝛽</m:t>
                    </m:r>
                    <m:r>
                      <a:rPr lang="fa-IR" b="0" i="1" smtClean="0">
                        <a:latin typeface="Cambria Math" panose="02040503050406030204" pitchFamily="18" charset="0"/>
                        <a:cs typeface="Aban" pitchFamily="2" charset="-78"/>
                      </a:rPr>
                      <m:t> </m:t>
                    </m:r>
                  </m:oMath>
                </a14:m>
                <a:r>
                  <a:rPr lang="fa-IR" dirty="0">
                    <a:cs typeface="Aban" pitchFamily="2" charset="-78"/>
                  </a:rPr>
                  <a:t>برای دکتر نماد این موضوع است که چقدر برایش اهمیت دارد که کبد را برای فردی که به سلامتی خود اهمیت می‌دهد حفظ کند. اینکه کبد چقدر مهم تر از بیمار است.</a:t>
                </a:r>
              </a:p>
              <a:p>
                <a:pPr marL="342900" indent="-342900" algn="just" rtl="1">
                  <a:buFont typeface="+mj-lt"/>
                  <a:buAutoNum type="arabicPeriod"/>
                </a:pPr>
                <a:endParaRPr lang="fa-IR" dirty="0">
                  <a:cs typeface="Aban" pitchFamily="2" charset="-78"/>
                </a:endParaRPr>
              </a:p>
              <a:p>
                <a:pPr marL="342900" indent="-342900" algn="just" rtl="1">
                  <a:buFont typeface="+mj-lt"/>
                  <a:buAutoNum type="arabicPeriod"/>
                </a:pPr>
                <a:endParaRPr lang="fa-IR" dirty="0">
                  <a:cs typeface="Aban" pitchFamily="2" charset="-78"/>
                </a:endParaRPr>
              </a:p>
              <a:p>
                <a:pPr algn="just" rtl="1"/>
                <a:r>
                  <a:rPr lang="fa-IR" dirty="0">
                    <a:cs typeface="Aban" pitchFamily="2" charset="-78"/>
                  </a:rPr>
                  <a:t>در اسلاید بعدی تابع سود بازیکن ها را بر اساس پارامتر های توصیف شده بازنویسی می‌کنیم</a:t>
                </a:r>
              </a:p>
              <a:p>
                <a:pPr algn="just" rtl="1"/>
                <a:endParaRPr lang="en-US" dirty="0">
                  <a:cs typeface="Aban" pitchFamily="2" charset="-78"/>
                </a:endParaRPr>
              </a:p>
            </p:txBody>
          </p:sp>
        </mc:Choice>
        <mc:Fallback xmlns="">
          <p:sp>
            <p:nvSpPr>
              <p:cNvPr id="3" name="TextBox 2">
                <a:extLst>
                  <a:ext uri="{FF2B5EF4-FFF2-40B4-BE49-F238E27FC236}">
                    <a16:creationId xmlns:a16="http://schemas.microsoft.com/office/drawing/2014/main" id="{008AE80E-5ADD-4BAE-ADFD-8159D5B92569}"/>
                  </a:ext>
                </a:extLst>
              </p:cNvPr>
              <p:cNvSpPr txBox="1">
                <a:spLocks noRot="1" noChangeAspect="1" noMove="1" noResize="1" noEditPoints="1" noAdjustHandles="1" noChangeArrowheads="1" noChangeShapeType="1" noTextEdit="1"/>
              </p:cNvSpPr>
              <p:nvPr/>
            </p:nvSpPr>
            <p:spPr>
              <a:xfrm>
                <a:off x="411829" y="342338"/>
                <a:ext cx="8185757" cy="3323987"/>
              </a:xfrm>
              <a:prstGeom prst="rect">
                <a:avLst/>
              </a:prstGeom>
              <a:blipFill>
                <a:blip r:embed="rId3"/>
                <a:stretch>
                  <a:fillRect l="-820" t="-734" r="-373"/>
                </a:stretch>
              </a:blipFill>
            </p:spPr>
            <p:txBody>
              <a:bodyPr/>
              <a:lstStyle/>
              <a:p>
                <a:r>
                  <a:rPr lang="en-US">
                    <a:noFill/>
                  </a:rPr>
                  <a:t> </a:t>
                </a:r>
              </a:p>
            </p:txBody>
          </p:sp>
        </mc:Fallback>
      </mc:AlternateContent>
    </p:spTree>
    <p:extLst>
      <p:ext uri="{BB962C8B-B14F-4D97-AF65-F5344CB8AC3E}">
        <p14:creationId xmlns:p14="http://schemas.microsoft.com/office/powerpoint/2010/main" val="1919159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51"/>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Table 3">
                <a:extLst>
                  <a:ext uri="{FF2B5EF4-FFF2-40B4-BE49-F238E27FC236}">
                    <a16:creationId xmlns:a16="http://schemas.microsoft.com/office/drawing/2014/main" id="{4F462D7A-644B-4994-B014-5404B53875F7}"/>
                  </a:ext>
                </a:extLst>
              </p:cNvPr>
              <p:cNvGraphicFramePr>
                <a:graphicFrameLocks noGrp="1"/>
              </p:cNvGraphicFramePr>
              <p:nvPr>
                <p:extLst>
                  <p:ext uri="{D42A27DB-BD31-4B8C-83A1-F6EECF244321}">
                    <p14:modId xmlns:p14="http://schemas.microsoft.com/office/powerpoint/2010/main" val="1043463268"/>
                  </p:ext>
                </p:extLst>
              </p:nvPr>
            </p:nvGraphicFramePr>
            <p:xfrm>
              <a:off x="1060983" y="539750"/>
              <a:ext cx="7203518" cy="4034142"/>
            </p:xfrm>
            <a:graphic>
              <a:graphicData uri="http://schemas.openxmlformats.org/drawingml/2006/table">
                <a:tbl>
                  <a:tblPr bandRow="1">
                    <a:noFill/>
                    <a:tableStyleId>{284E427A-3D55-4303-BF80-6455036E1DE7}</a:tableStyleId>
                  </a:tblPr>
                  <a:tblGrid>
                    <a:gridCol w="1226248">
                      <a:extLst>
                        <a:ext uri="{9D8B030D-6E8A-4147-A177-3AD203B41FA5}">
                          <a16:colId xmlns:a16="http://schemas.microsoft.com/office/drawing/2014/main" val="1295714371"/>
                        </a:ext>
                      </a:extLst>
                    </a:gridCol>
                    <a:gridCol w="5977270">
                      <a:extLst>
                        <a:ext uri="{9D8B030D-6E8A-4147-A177-3AD203B41FA5}">
                          <a16:colId xmlns:a16="http://schemas.microsoft.com/office/drawing/2014/main" val="2524005478"/>
                        </a:ext>
                      </a:extLst>
                    </a:gridCol>
                  </a:tblGrid>
                  <a:tr h="508762">
                    <a:tc>
                      <a:txBody>
                        <a:bodyPr/>
                        <a:lstStyle/>
                        <a:p>
                          <a:pPr algn="ctr"/>
                          <a:endParaRPr lang="en-US" dirty="0">
                            <a:solidFill>
                              <a:schemeClr val="tx2">
                                <a:lumMod val="10000"/>
                              </a:schemeClr>
                            </a:solidFill>
                            <a:cs typeface="Aban" pitchFamily="2" charset="-78"/>
                          </a:endParaRPr>
                        </a:p>
                      </a:txBody>
                      <a:tcPr anchor="ctr">
                        <a:lnL w="9525" cap="flat" cmpd="sng" algn="ctr">
                          <a:noFill/>
                          <a:prstDash val="solid"/>
                        </a:lnL>
                        <a:lnR w="12700" cap="flat" cmpd="sng" algn="ctr">
                          <a:solidFill>
                            <a:schemeClr val="tx1"/>
                          </a:solidFill>
                          <a:prstDash val="solid"/>
                          <a:round/>
                          <a:headEnd type="none" w="med" len="med"/>
                          <a:tailEnd type="none" w="med" len="med"/>
                        </a:lnR>
                        <a:lnT w="9525" cap="flat" cmpd="sng" algn="ctr">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75000"/>
                            <a:lumOff val="25000"/>
                            <a:alpha val="0"/>
                          </a:schemeClr>
                        </a:solidFill>
                      </a:tcPr>
                    </a:tc>
                    <a:tc>
                      <a:txBody>
                        <a:bodyPr/>
                        <a:lstStyle/>
                        <a:p>
                          <a:pPr algn="ctr"/>
                          <a:r>
                            <a:rPr lang="fa-IR" dirty="0">
                              <a:solidFill>
                                <a:schemeClr val="tx2">
                                  <a:lumMod val="10000"/>
                                </a:schemeClr>
                              </a:solidFill>
                              <a:cs typeface="Aban" pitchFamily="2" charset="-78"/>
                            </a:rPr>
                            <a:t>تابع سود</a:t>
                          </a:r>
                          <a:endParaRPr lang="en-US" dirty="0">
                            <a:solidFill>
                              <a:schemeClr val="tx2">
                                <a:lumMod val="10000"/>
                              </a:schemeClr>
                            </a:solidFill>
                            <a:cs typeface="Aban" pitchFamily="2" charset="-78"/>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300195985"/>
                      </a:ext>
                    </a:extLst>
                  </a:tr>
                  <a:tr h="1762690">
                    <a:tc>
                      <a:txBody>
                        <a:bodyPr/>
                        <a:lstStyle/>
                        <a:p>
                          <a:pPr algn="ctr"/>
                          <a:r>
                            <a:rPr lang="fa-IR" dirty="0">
                              <a:solidFill>
                                <a:schemeClr val="tx2">
                                  <a:lumMod val="10000"/>
                                </a:schemeClr>
                              </a:solidFill>
                              <a:cs typeface="Aban" pitchFamily="2" charset="-78"/>
                            </a:rPr>
                            <a:t>دکتر</a:t>
                          </a:r>
                          <a:endParaRPr lang="en-US" dirty="0">
                            <a:solidFill>
                              <a:schemeClr val="tx2">
                                <a:lumMod val="10000"/>
                              </a:schemeClr>
                            </a:solidFill>
                            <a:cs typeface="Aban" pitchFamily="2" charset="-78"/>
                          </a:endParaRPr>
                        </a:p>
                      </a:txBody>
                      <a:tcPr anchor="ctr">
                        <a:lnT w="12700" cap="flat" cmpd="sng" algn="ctr">
                          <a:solidFill>
                            <a:schemeClr val="tx1"/>
                          </a:solidFill>
                          <a:prstDash val="solid"/>
                          <a:round/>
                          <a:headEnd type="none" w="med" len="med"/>
                          <a:tailEnd type="none" w="med" len="med"/>
                        </a:lnT>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𝐷</m:t>
                                    </m:r>
                                  </m:e>
                                  <m:sub>
                                    <m:r>
                                      <a:rPr lang="en-US" b="0" i="1" smtClean="0">
                                        <a:solidFill>
                                          <a:schemeClr val="tx2">
                                            <a:lumMod val="10000"/>
                                          </a:schemeClr>
                                        </a:solidFill>
                                        <a:latin typeface="Cambria Math" panose="02040503050406030204" pitchFamily="18" charset="0"/>
                                        <a:cs typeface="Aban" pitchFamily="2" charset="-78"/>
                                      </a:rPr>
                                      <m:t>11</m:t>
                                    </m:r>
                                  </m:sub>
                                </m:sSub>
                                <m:r>
                                  <a:rPr lang="en-US" b="0" i="1" smtClean="0">
                                    <a:solidFill>
                                      <a:schemeClr val="tx2">
                                        <a:lumMod val="10000"/>
                                      </a:schemeClr>
                                    </a:solidFill>
                                    <a:latin typeface="Cambria Math" panose="02040503050406030204" pitchFamily="18" charset="0"/>
                                    <a:cs typeface="Aban" pitchFamily="2" charset="-78"/>
                                  </a:rPr>
                                  <m:t>=</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𝑉</m:t>
                                    </m:r>
                                  </m:e>
                                  <m:sub>
                                    <m:r>
                                      <a:rPr lang="en-US" b="0" i="1" smtClean="0">
                                        <a:solidFill>
                                          <a:schemeClr val="tx2">
                                            <a:lumMod val="10000"/>
                                          </a:schemeClr>
                                        </a:solidFill>
                                        <a:latin typeface="Cambria Math" panose="02040503050406030204" pitchFamily="18" charset="0"/>
                                        <a:cs typeface="Aban" pitchFamily="2" charset="-78"/>
                                      </a:rPr>
                                      <m:t>1</m:t>
                                    </m:r>
                                  </m:sub>
                                </m:sSub>
                              </m:oMath>
                            </m:oMathPara>
                          </a14:m>
                          <a:endParaRPr lang="en-US" b="0" dirty="0">
                            <a:solidFill>
                              <a:schemeClr val="tx2">
                                <a:lumMod val="10000"/>
                              </a:schemeClr>
                            </a:solidFill>
                            <a:cs typeface="Aban" pitchFamily="2" charset="-78"/>
                          </a:endParaRPr>
                        </a:p>
                        <a:p>
                          <a:pPr algn="ctr"/>
                          <a14:m>
                            <m:oMathPara xmlns:m="http://schemas.openxmlformats.org/officeDocument/2006/math">
                              <m:oMathParaPr>
                                <m:jc m:val="centerGroup"/>
                              </m:oMathParaPr>
                              <m:oMath xmlns:m="http://schemas.openxmlformats.org/officeDocument/2006/math">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𝐷</m:t>
                                    </m:r>
                                  </m:e>
                                  <m:sub>
                                    <m:r>
                                      <a:rPr lang="en-US" b="0" i="1" smtClean="0">
                                        <a:solidFill>
                                          <a:schemeClr val="tx2">
                                            <a:lumMod val="10000"/>
                                          </a:schemeClr>
                                        </a:solidFill>
                                        <a:latin typeface="Cambria Math" panose="02040503050406030204" pitchFamily="18" charset="0"/>
                                        <a:cs typeface="Aban" pitchFamily="2" charset="-78"/>
                                      </a:rPr>
                                      <m:t>12</m:t>
                                    </m:r>
                                  </m:sub>
                                </m:sSub>
                                <m:r>
                                  <a:rPr lang="en-US" b="0" i="1" smtClean="0">
                                    <a:solidFill>
                                      <a:schemeClr val="tx2">
                                        <a:lumMod val="10000"/>
                                      </a:schemeClr>
                                    </a:solidFill>
                                    <a:latin typeface="Cambria Math" panose="02040503050406030204" pitchFamily="18" charset="0"/>
                                    <a:cs typeface="Aban" pitchFamily="2" charset="-78"/>
                                  </a:rPr>
                                  <m:t>=</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𝑉</m:t>
                                    </m:r>
                                  </m:e>
                                  <m:sub>
                                    <m:r>
                                      <a:rPr lang="en-US" b="0" i="1" smtClean="0">
                                        <a:solidFill>
                                          <a:schemeClr val="tx2">
                                            <a:lumMod val="10000"/>
                                          </a:schemeClr>
                                        </a:solidFill>
                                        <a:latin typeface="Cambria Math" panose="02040503050406030204" pitchFamily="18" charset="0"/>
                                        <a:cs typeface="Aban" pitchFamily="2" charset="-78"/>
                                      </a:rPr>
                                      <m:t>1</m:t>
                                    </m:r>
                                  </m:sub>
                                </m:sSub>
                                <m:r>
                                  <a:rPr lang="en-US" b="0" i="1" smtClean="0">
                                    <a:solidFill>
                                      <a:schemeClr val="tx2">
                                        <a:lumMod val="10000"/>
                                      </a:schemeClr>
                                    </a:solidFill>
                                    <a:latin typeface="Cambria Math" panose="02040503050406030204" pitchFamily="18" charset="0"/>
                                    <a:cs typeface="Aban" pitchFamily="2" charset="-78"/>
                                  </a:rPr>
                                  <m:t>−</m:t>
                                </m:r>
                                <m:r>
                                  <a:rPr lang="en-US" b="0" i="1" smtClean="0">
                                    <a:solidFill>
                                      <a:schemeClr val="tx2">
                                        <a:lumMod val="10000"/>
                                      </a:schemeClr>
                                    </a:solidFill>
                                    <a:latin typeface="Cambria Math" panose="02040503050406030204" pitchFamily="18" charset="0"/>
                                    <a:cs typeface="Aban" pitchFamily="2" charset="-78"/>
                                  </a:rPr>
                                  <m:t>𝐺</m:t>
                                </m:r>
                                <m:r>
                                  <a:rPr lang="en-US" b="0" i="1" smtClean="0">
                                    <a:solidFill>
                                      <a:schemeClr val="tx2">
                                        <a:lumMod val="10000"/>
                                      </a:schemeClr>
                                    </a:solidFill>
                                    <a:latin typeface="Cambria Math" panose="02040503050406030204" pitchFamily="18" charset="0"/>
                                    <a:cs typeface="Aban" pitchFamily="2" charset="-78"/>
                                  </a:rPr>
                                  <m:t>.(</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𝑉</m:t>
                                    </m:r>
                                  </m:e>
                                  <m:sub>
                                    <m:r>
                                      <a:rPr lang="en-US" b="0" i="1" smtClean="0">
                                        <a:solidFill>
                                          <a:schemeClr val="tx2">
                                            <a:lumMod val="10000"/>
                                          </a:schemeClr>
                                        </a:solidFill>
                                        <a:latin typeface="Cambria Math" panose="02040503050406030204" pitchFamily="18" charset="0"/>
                                        <a:cs typeface="Aban" pitchFamily="2" charset="-78"/>
                                      </a:rPr>
                                      <m:t>1</m:t>
                                    </m:r>
                                  </m:sub>
                                </m:sSub>
                                <m:r>
                                  <a:rPr lang="en-US" b="0" i="1" smtClean="0">
                                    <a:solidFill>
                                      <a:schemeClr val="tx2">
                                        <a:lumMod val="10000"/>
                                      </a:schemeClr>
                                    </a:solidFill>
                                    <a:latin typeface="Cambria Math" panose="02040503050406030204" pitchFamily="18" charset="0"/>
                                    <a:cs typeface="Aban" pitchFamily="2" charset="-78"/>
                                  </a:rPr>
                                  <m:t>−</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𝑉</m:t>
                                    </m:r>
                                  </m:e>
                                  <m:sub>
                                    <m:r>
                                      <a:rPr lang="en-US" b="0" i="1" smtClean="0">
                                        <a:solidFill>
                                          <a:schemeClr val="tx2">
                                            <a:lumMod val="10000"/>
                                          </a:schemeClr>
                                        </a:solidFill>
                                        <a:latin typeface="Cambria Math" panose="02040503050406030204" pitchFamily="18" charset="0"/>
                                        <a:cs typeface="Aban" pitchFamily="2" charset="-78"/>
                                      </a:rPr>
                                      <m:t>2</m:t>
                                    </m:r>
                                  </m:sub>
                                </m:sSub>
                                <m:r>
                                  <a:rPr lang="en-US" b="0" i="1" smtClean="0">
                                    <a:solidFill>
                                      <a:schemeClr val="tx2">
                                        <a:lumMod val="10000"/>
                                      </a:schemeClr>
                                    </a:solidFill>
                                    <a:latin typeface="Cambria Math" panose="02040503050406030204" pitchFamily="18" charset="0"/>
                                    <a:cs typeface="Aban" pitchFamily="2" charset="-78"/>
                                  </a:rPr>
                                  <m:t>)</m:t>
                                </m:r>
                              </m:oMath>
                            </m:oMathPara>
                          </a14:m>
                          <a:endParaRPr lang="en-US" dirty="0">
                            <a:solidFill>
                              <a:schemeClr val="tx2">
                                <a:lumMod val="10000"/>
                              </a:schemeClr>
                            </a:solidFill>
                            <a:cs typeface="Aban" pitchFamily="2" charset="-78"/>
                          </a:endParaRPr>
                        </a:p>
                        <a:p>
                          <a:pPr algn="ctr"/>
                          <a14:m>
                            <m:oMathPara xmlns:m="http://schemas.openxmlformats.org/officeDocument/2006/math">
                              <m:oMathParaPr>
                                <m:jc m:val="centerGroup"/>
                              </m:oMathParaPr>
                              <m:oMath xmlns:m="http://schemas.openxmlformats.org/officeDocument/2006/math">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𝐷</m:t>
                                    </m:r>
                                  </m:e>
                                  <m:sub>
                                    <m:r>
                                      <a:rPr lang="en-US" b="0" i="1" smtClean="0">
                                        <a:solidFill>
                                          <a:schemeClr val="tx2">
                                            <a:lumMod val="10000"/>
                                          </a:schemeClr>
                                        </a:solidFill>
                                        <a:latin typeface="Cambria Math" panose="02040503050406030204" pitchFamily="18" charset="0"/>
                                        <a:cs typeface="Aban" pitchFamily="2" charset="-78"/>
                                      </a:rPr>
                                      <m:t>21</m:t>
                                    </m:r>
                                  </m:sub>
                                </m:sSub>
                                <m:r>
                                  <a:rPr lang="en-US" b="0" i="1" smtClean="0">
                                    <a:solidFill>
                                      <a:schemeClr val="tx2">
                                        <a:lumMod val="10000"/>
                                      </a:schemeClr>
                                    </a:solidFill>
                                    <a:latin typeface="Cambria Math" panose="02040503050406030204" pitchFamily="18" charset="0"/>
                                    <a:cs typeface="Aban" pitchFamily="2" charset="-78"/>
                                  </a:rPr>
                                  <m:t>=</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𝑉</m:t>
                                    </m:r>
                                  </m:e>
                                  <m:sub>
                                    <m:r>
                                      <a:rPr lang="en-US" b="0" i="1" smtClean="0">
                                        <a:solidFill>
                                          <a:schemeClr val="tx2">
                                            <a:lumMod val="10000"/>
                                          </a:schemeClr>
                                        </a:solidFill>
                                        <a:latin typeface="Cambria Math" panose="02040503050406030204" pitchFamily="18" charset="0"/>
                                        <a:cs typeface="Aban" pitchFamily="2" charset="-78"/>
                                      </a:rPr>
                                      <m:t>2</m:t>
                                    </m:r>
                                  </m:sub>
                                </m:sSub>
                                <m:r>
                                  <a:rPr lang="en-US" b="0" i="1" smtClean="0">
                                    <a:solidFill>
                                      <a:schemeClr val="tx2">
                                        <a:lumMod val="10000"/>
                                      </a:schemeClr>
                                    </a:solidFill>
                                    <a:latin typeface="Cambria Math" panose="02040503050406030204" pitchFamily="18" charset="0"/>
                                    <a:cs typeface="Aban" pitchFamily="2" charset="-78"/>
                                  </a:rPr>
                                  <m:t>−</m:t>
                                </m:r>
                                <m:sSubSup>
                                  <m:sSubSupPr>
                                    <m:ctrlPr>
                                      <a:rPr lang="en-US" b="0" i="1" smtClean="0">
                                        <a:solidFill>
                                          <a:schemeClr val="tx2">
                                            <a:lumMod val="10000"/>
                                          </a:schemeClr>
                                        </a:solidFill>
                                        <a:latin typeface="Cambria Math" panose="02040503050406030204" pitchFamily="18" charset="0"/>
                                        <a:cs typeface="Aban" pitchFamily="2" charset="-78"/>
                                      </a:rPr>
                                    </m:ctrlPr>
                                  </m:sSubSupPr>
                                  <m:e>
                                    <m:r>
                                      <a:rPr lang="en-US" b="0" i="1" smtClean="0">
                                        <a:solidFill>
                                          <a:schemeClr val="tx2">
                                            <a:lumMod val="10000"/>
                                          </a:schemeClr>
                                        </a:solidFill>
                                        <a:latin typeface="Cambria Math" panose="02040503050406030204" pitchFamily="18" charset="0"/>
                                        <a:cs typeface="Aban" pitchFamily="2" charset="-78"/>
                                      </a:rPr>
                                      <m:t>𝑅</m:t>
                                    </m:r>
                                  </m:e>
                                  <m:sub>
                                    <m:r>
                                      <a:rPr lang="en-US" b="0" i="1" smtClean="0">
                                        <a:solidFill>
                                          <a:schemeClr val="tx2">
                                            <a:lumMod val="10000"/>
                                          </a:schemeClr>
                                        </a:solidFill>
                                        <a:latin typeface="Cambria Math" panose="02040503050406030204" pitchFamily="18" charset="0"/>
                                        <a:cs typeface="Aban" pitchFamily="2" charset="-78"/>
                                      </a:rPr>
                                      <m:t>𝐷</m:t>
                                    </m:r>
                                  </m:sub>
                                  <m:sup>
                                    <m:r>
                                      <a:rPr lang="en-US" b="0" i="1" smtClean="0">
                                        <a:solidFill>
                                          <a:schemeClr val="tx2">
                                            <a:lumMod val="10000"/>
                                          </a:schemeClr>
                                        </a:solidFill>
                                        <a:latin typeface="Cambria Math" panose="02040503050406030204" pitchFamily="18" charset="0"/>
                                        <a:cs typeface="Aban" pitchFamily="2" charset="-78"/>
                                      </a:rPr>
                                      <m:t>𝑡</m:t>
                                    </m:r>
                                  </m:sup>
                                </m:sSubSup>
                                <m:r>
                                  <a:rPr lang="en-US" b="0" i="1" smtClean="0">
                                    <a:solidFill>
                                      <a:schemeClr val="tx2">
                                        <a:lumMod val="10000"/>
                                      </a:schemeClr>
                                    </a:solidFill>
                                    <a:latin typeface="Cambria Math" panose="02040503050406030204" pitchFamily="18" charset="0"/>
                                    <a:cs typeface="Aban" pitchFamily="2" charset="-78"/>
                                  </a:rPr>
                                  <m:t>.(</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𝑉</m:t>
                                    </m:r>
                                  </m:e>
                                  <m:sub>
                                    <m:r>
                                      <a:rPr lang="en-US" b="0" i="1" smtClean="0">
                                        <a:solidFill>
                                          <a:schemeClr val="tx2">
                                            <a:lumMod val="10000"/>
                                          </a:schemeClr>
                                        </a:solidFill>
                                        <a:latin typeface="Cambria Math" panose="02040503050406030204" pitchFamily="18" charset="0"/>
                                        <a:cs typeface="Aban" pitchFamily="2" charset="-78"/>
                                      </a:rPr>
                                      <m:t>1</m:t>
                                    </m:r>
                                  </m:sub>
                                </m:sSub>
                                <m:r>
                                  <a:rPr lang="en-US" b="0" i="1" smtClean="0">
                                    <a:solidFill>
                                      <a:schemeClr val="tx2">
                                        <a:lumMod val="10000"/>
                                      </a:schemeClr>
                                    </a:solidFill>
                                    <a:latin typeface="Cambria Math" panose="02040503050406030204" pitchFamily="18" charset="0"/>
                                    <a:cs typeface="Aban" pitchFamily="2" charset="-78"/>
                                  </a:rPr>
                                  <m:t>−</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𝑉</m:t>
                                    </m:r>
                                  </m:e>
                                  <m:sub>
                                    <m:r>
                                      <a:rPr lang="en-US" b="0" i="1" smtClean="0">
                                        <a:solidFill>
                                          <a:schemeClr val="tx2">
                                            <a:lumMod val="10000"/>
                                          </a:schemeClr>
                                        </a:solidFill>
                                        <a:latin typeface="Cambria Math" panose="02040503050406030204" pitchFamily="18" charset="0"/>
                                        <a:cs typeface="Aban" pitchFamily="2" charset="-78"/>
                                      </a:rPr>
                                      <m:t>2</m:t>
                                    </m:r>
                                  </m:sub>
                                </m:sSub>
                                <m:r>
                                  <a:rPr lang="en-US" b="0" i="1" smtClean="0">
                                    <a:solidFill>
                                      <a:schemeClr val="tx2">
                                        <a:lumMod val="10000"/>
                                      </a:schemeClr>
                                    </a:solidFill>
                                    <a:latin typeface="Cambria Math" panose="02040503050406030204" pitchFamily="18" charset="0"/>
                                    <a:cs typeface="Aban" pitchFamily="2" charset="-78"/>
                                  </a:rPr>
                                  <m:t>)</m:t>
                                </m:r>
                              </m:oMath>
                            </m:oMathPara>
                          </a14:m>
                          <a:endParaRPr lang="en-US" dirty="0">
                            <a:solidFill>
                              <a:schemeClr val="tx2">
                                <a:lumMod val="10000"/>
                              </a:schemeClr>
                            </a:solidFill>
                            <a:cs typeface="Aban" pitchFamily="2" charset="-78"/>
                          </a:endParaRPr>
                        </a:p>
                        <a:p>
                          <a:pPr algn="ctr"/>
                          <a14:m>
                            <m:oMathPara xmlns:m="http://schemas.openxmlformats.org/officeDocument/2006/math">
                              <m:oMathParaPr>
                                <m:jc m:val="centerGroup"/>
                              </m:oMathParaPr>
                              <m:oMath xmlns:m="http://schemas.openxmlformats.org/officeDocument/2006/math">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𝐷</m:t>
                                    </m:r>
                                  </m:e>
                                  <m:sub>
                                    <m:r>
                                      <a:rPr lang="en-US" b="0" i="1" smtClean="0">
                                        <a:solidFill>
                                          <a:schemeClr val="tx2">
                                            <a:lumMod val="10000"/>
                                          </a:schemeClr>
                                        </a:solidFill>
                                        <a:latin typeface="Cambria Math" panose="02040503050406030204" pitchFamily="18" charset="0"/>
                                        <a:cs typeface="Aban" pitchFamily="2" charset="-78"/>
                                      </a:rPr>
                                      <m:t>22</m:t>
                                    </m:r>
                                  </m:sub>
                                </m:sSub>
                                <m:r>
                                  <a:rPr lang="en-US" b="0" i="1" smtClean="0">
                                    <a:solidFill>
                                      <a:schemeClr val="tx2">
                                        <a:lumMod val="10000"/>
                                      </a:schemeClr>
                                    </a:solidFill>
                                    <a:latin typeface="Cambria Math" panose="02040503050406030204" pitchFamily="18" charset="0"/>
                                    <a:cs typeface="Aban" pitchFamily="2" charset="-78"/>
                                  </a:rPr>
                                  <m:t>=</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𝑉</m:t>
                                    </m:r>
                                  </m:e>
                                  <m:sub>
                                    <m:r>
                                      <a:rPr lang="en-US" b="0" i="1" smtClean="0">
                                        <a:solidFill>
                                          <a:schemeClr val="tx2">
                                            <a:lumMod val="10000"/>
                                          </a:schemeClr>
                                        </a:solidFill>
                                        <a:latin typeface="Cambria Math" panose="02040503050406030204" pitchFamily="18" charset="0"/>
                                        <a:cs typeface="Aban" pitchFamily="2" charset="-78"/>
                                      </a:rPr>
                                      <m:t>2</m:t>
                                    </m:r>
                                  </m:sub>
                                </m:sSub>
                                <m:r>
                                  <a:rPr lang="en-US" b="0" i="1" smtClean="0">
                                    <a:solidFill>
                                      <a:schemeClr val="tx2">
                                        <a:lumMod val="10000"/>
                                      </a:schemeClr>
                                    </a:solidFill>
                                    <a:latin typeface="Cambria Math" panose="02040503050406030204" pitchFamily="18" charset="0"/>
                                    <a:cs typeface="Aban" pitchFamily="2" charset="-78"/>
                                  </a:rPr>
                                  <m:t>−</m:t>
                                </m:r>
                                <m:sSubSup>
                                  <m:sSubSupPr>
                                    <m:ctrlPr>
                                      <a:rPr lang="en-US" b="0" i="1" smtClean="0">
                                        <a:solidFill>
                                          <a:schemeClr val="tx2">
                                            <a:lumMod val="10000"/>
                                          </a:schemeClr>
                                        </a:solidFill>
                                        <a:latin typeface="Cambria Math" panose="02040503050406030204" pitchFamily="18" charset="0"/>
                                        <a:cs typeface="Aban" pitchFamily="2" charset="-78"/>
                                      </a:rPr>
                                    </m:ctrlPr>
                                  </m:sSubSupPr>
                                  <m:e>
                                    <m:r>
                                      <a:rPr lang="en-US" b="0" i="1" smtClean="0">
                                        <a:solidFill>
                                          <a:schemeClr val="tx2">
                                            <a:lumMod val="10000"/>
                                          </a:schemeClr>
                                        </a:solidFill>
                                        <a:latin typeface="Cambria Math" panose="02040503050406030204" pitchFamily="18" charset="0"/>
                                        <a:cs typeface="Aban" pitchFamily="2" charset="-78"/>
                                      </a:rPr>
                                      <m:t>𝐹</m:t>
                                    </m:r>
                                  </m:e>
                                  <m:sub>
                                    <m:r>
                                      <a:rPr lang="en-US" b="0" i="1" smtClean="0">
                                        <a:solidFill>
                                          <a:schemeClr val="tx2">
                                            <a:lumMod val="10000"/>
                                          </a:schemeClr>
                                        </a:solidFill>
                                        <a:latin typeface="Cambria Math" panose="02040503050406030204" pitchFamily="18" charset="0"/>
                                        <a:cs typeface="Aban" pitchFamily="2" charset="-78"/>
                                      </a:rPr>
                                      <m:t>𝐷</m:t>
                                    </m:r>
                                  </m:sub>
                                  <m:sup>
                                    <m:r>
                                      <a:rPr lang="en-US" b="0" i="1" smtClean="0">
                                        <a:solidFill>
                                          <a:schemeClr val="tx2">
                                            <a:lumMod val="10000"/>
                                          </a:schemeClr>
                                        </a:solidFill>
                                        <a:latin typeface="Cambria Math" panose="02040503050406030204" pitchFamily="18" charset="0"/>
                                        <a:cs typeface="Aban" pitchFamily="2" charset="-78"/>
                                      </a:rPr>
                                      <m:t>𝑡</m:t>
                                    </m:r>
                                  </m:sup>
                                </m:sSubSup>
                                <m:r>
                                  <a:rPr lang="en-US" b="0" i="1" smtClean="0">
                                    <a:solidFill>
                                      <a:schemeClr val="tx2">
                                        <a:lumMod val="10000"/>
                                      </a:schemeClr>
                                    </a:solidFill>
                                    <a:latin typeface="Cambria Math" panose="02040503050406030204" pitchFamily="18" charset="0"/>
                                    <a:cs typeface="Aban" pitchFamily="2" charset="-78"/>
                                  </a:rPr>
                                  <m:t>.(</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𝑉</m:t>
                                    </m:r>
                                  </m:e>
                                  <m:sub>
                                    <m:r>
                                      <a:rPr lang="en-US" b="0" i="1" smtClean="0">
                                        <a:solidFill>
                                          <a:schemeClr val="tx2">
                                            <a:lumMod val="10000"/>
                                          </a:schemeClr>
                                        </a:solidFill>
                                        <a:latin typeface="Cambria Math" panose="02040503050406030204" pitchFamily="18" charset="0"/>
                                        <a:cs typeface="Aban" pitchFamily="2" charset="-78"/>
                                      </a:rPr>
                                      <m:t>1</m:t>
                                    </m:r>
                                  </m:sub>
                                </m:sSub>
                                <m:r>
                                  <a:rPr lang="en-US" b="0" i="1" smtClean="0">
                                    <a:solidFill>
                                      <a:schemeClr val="tx2">
                                        <a:lumMod val="10000"/>
                                      </a:schemeClr>
                                    </a:solidFill>
                                    <a:latin typeface="Cambria Math" panose="02040503050406030204" pitchFamily="18" charset="0"/>
                                    <a:cs typeface="Aban" pitchFamily="2" charset="-78"/>
                                  </a:rPr>
                                  <m:t>−</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𝑉</m:t>
                                    </m:r>
                                  </m:e>
                                  <m:sub>
                                    <m:r>
                                      <a:rPr lang="en-US" b="0" i="1" smtClean="0">
                                        <a:solidFill>
                                          <a:schemeClr val="tx2">
                                            <a:lumMod val="10000"/>
                                          </a:schemeClr>
                                        </a:solidFill>
                                        <a:latin typeface="Cambria Math" panose="02040503050406030204" pitchFamily="18" charset="0"/>
                                        <a:cs typeface="Aban" pitchFamily="2" charset="-78"/>
                                      </a:rPr>
                                      <m:t>2</m:t>
                                    </m:r>
                                  </m:sub>
                                </m:sSub>
                                <m:r>
                                  <a:rPr lang="en-US" b="0" i="1" smtClean="0">
                                    <a:solidFill>
                                      <a:schemeClr val="tx2">
                                        <a:lumMod val="10000"/>
                                      </a:schemeClr>
                                    </a:solidFill>
                                    <a:latin typeface="Cambria Math" panose="02040503050406030204" pitchFamily="18" charset="0"/>
                                    <a:cs typeface="Aban" pitchFamily="2" charset="-78"/>
                                  </a:rPr>
                                  <m:t>)</m:t>
                                </m:r>
                              </m:oMath>
                            </m:oMathPara>
                          </a14:m>
                          <a:endParaRPr lang="en-US" dirty="0">
                            <a:solidFill>
                              <a:schemeClr val="tx2">
                                <a:lumMod val="10000"/>
                              </a:schemeClr>
                            </a:solidFill>
                            <a:cs typeface="Aban" pitchFamily="2" charset="-78"/>
                          </a:endParaRPr>
                        </a:p>
                        <a:p>
                          <a:pPr algn="ctr"/>
                          <a14:m>
                            <m:oMathPara xmlns:m="http://schemas.openxmlformats.org/officeDocument/2006/math">
                              <m:oMathParaPr>
                                <m:jc m:val="centerGroup"/>
                              </m:oMathParaPr>
                              <m:oMath xmlns:m="http://schemas.openxmlformats.org/officeDocument/2006/math">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𝐷</m:t>
                                    </m:r>
                                  </m:e>
                                  <m:sub>
                                    <m:r>
                                      <a:rPr lang="en-US" b="0" i="1" smtClean="0">
                                        <a:solidFill>
                                          <a:schemeClr val="tx2">
                                            <a:lumMod val="10000"/>
                                          </a:schemeClr>
                                        </a:solidFill>
                                        <a:latin typeface="Cambria Math" panose="02040503050406030204" pitchFamily="18" charset="0"/>
                                        <a:cs typeface="Aban" pitchFamily="2" charset="-78"/>
                                      </a:rPr>
                                      <m:t>31</m:t>
                                    </m:r>
                                  </m:sub>
                                </m:sSub>
                                <m:r>
                                  <a:rPr lang="en-US" b="0" i="1" smtClean="0">
                                    <a:solidFill>
                                      <a:schemeClr val="tx2">
                                        <a:lumMod val="10000"/>
                                      </a:schemeClr>
                                    </a:solidFill>
                                    <a:latin typeface="Cambria Math" panose="02040503050406030204" pitchFamily="18" charset="0"/>
                                    <a:cs typeface="Aban" pitchFamily="2" charset="-78"/>
                                  </a:rPr>
                                  <m:t>=</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𝑉</m:t>
                                    </m:r>
                                  </m:e>
                                  <m:sub>
                                    <m:r>
                                      <a:rPr lang="en-US" b="0" i="1" smtClean="0">
                                        <a:solidFill>
                                          <a:schemeClr val="tx2">
                                            <a:lumMod val="10000"/>
                                          </a:schemeClr>
                                        </a:solidFill>
                                        <a:latin typeface="Cambria Math" panose="02040503050406030204" pitchFamily="18" charset="0"/>
                                        <a:cs typeface="Aban" pitchFamily="2" charset="-78"/>
                                      </a:rPr>
                                      <m:t>3</m:t>
                                    </m:r>
                                  </m:sub>
                                </m:sSub>
                                <m:r>
                                  <a:rPr lang="en-US" b="0" i="1" smtClean="0">
                                    <a:solidFill>
                                      <a:schemeClr val="tx2">
                                        <a:lumMod val="10000"/>
                                      </a:schemeClr>
                                    </a:solidFill>
                                    <a:latin typeface="Cambria Math" panose="02040503050406030204" pitchFamily="18" charset="0"/>
                                    <a:cs typeface="Aban" pitchFamily="2" charset="-78"/>
                                  </a:rPr>
                                  <m:t>−</m:t>
                                </m:r>
                                <m:sSubSup>
                                  <m:sSubSupPr>
                                    <m:ctrlPr>
                                      <a:rPr lang="en-US" b="0" i="1" smtClean="0">
                                        <a:solidFill>
                                          <a:schemeClr val="tx2">
                                            <a:lumMod val="10000"/>
                                          </a:schemeClr>
                                        </a:solidFill>
                                        <a:latin typeface="Cambria Math" panose="02040503050406030204" pitchFamily="18" charset="0"/>
                                        <a:cs typeface="Aban" pitchFamily="2" charset="-78"/>
                                      </a:rPr>
                                    </m:ctrlPr>
                                  </m:sSubSupPr>
                                  <m:e>
                                    <m:r>
                                      <a:rPr lang="en-US" b="0" i="1" smtClean="0">
                                        <a:solidFill>
                                          <a:schemeClr val="tx2">
                                            <a:lumMod val="10000"/>
                                          </a:schemeClr>
                                        </a:solidFill>
                                        <a:latin typeface="Cambria Math" panose="02040503050406030204" pitchFamily="18" charset="0"/>
                                        <a:cs typeface="Aban" pitchFamily="2" charset="-78"/>
                                      </a:rPr>
                                      <m:t>𝑅</m:t>
                                    </m:r>
                                  </m:e>
                                  <m:sub>
                                    <m:r>
                                      <a:rPr lang="en-US" b="0" i="1" smtClean="0">
                                        <a:solidFill>
                                          <a:schemeClr val="tx2">
                                            <a:lumMod val="10000"/>
                                          </a:schemeClr>
                                        </a:solidFill>
                                        <a:latin typeface="Cambria Math" panose="02040503050406030204" pitchFamily="18" charset="0"/>
                                        <a:cs typeface="Aban" pitchFamily="2" charset="-78"/>
                                      </a:rPr>
                                      <m:t>𝐷</m:t>
                                    </m:r>
                                  </m:sub>
                                  <m:sup>
                                    <m:r>
                                      <a:rPr lang="en-US" b="0" i="1" smtClean="0">
                                        <a:solidFill>
                                          <a:schemeClr val="tx2">
                                            <a:lumMod val="10000"/>
                                          </a:schemeClr>
                                        </a:solidFill>
                                        <a:latin typeface="Cambria Math" panose="02040503050406030204" pitchFamily="18" charset="0"/>
                                        <a:cs typeface="Aban" pitchFamily="2" charset="-78"/>
                                      </a:rPr>
                                      <m:t>𝑑</m:t>
                                    </m:r>
                                  </m:sup>
                                </m:sSubSup>
                                <m:r>
                                  <a:rPr lang="en-US" b="0" i="1" smtClean="0">
                                    <a:solidFill>
                                      <a:schemeClr val="tx2">
                                        <a:lumMod val="10000"/>
                                      </a:schemeClr>
                                    </a:solidFill>
                                    <a:latin typeface="Cambria Math" panose="02040503050406030204" pitchFamily="18" charset="0"/>
                                    <a:cs typeface="Aban" pitchFamily="2" charset="-78"/>
                                  </a:rPr>
                                  <m:t>.</m:t>
                                </m:r>
                                <m:d>
                                  <m:dPr>
                                    <m:ctrlPr>
                                      <a:rPr lang="en-US" b="0" i="1" smtClean="0">
                                        <a:solidFill>
                                          <a:schemeClr val="tx2">
                                            <a:lumMod val="10000"/>
                                          </a:schemeClr>
                                        </a:solidFill>
                                        <a:latin typeface="Cambria Math" panose="02040503050406030204" pitchFamily="18" charset="0"/>
                                        <a:cs typeface="Aban" pitchFamily="2" charset="-78"/>
                                      </a:rPr>
                                    </m:ctrlPr>
                                  </m:dPr>
                                  <m:e>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𝑉</m:t>
                                        </m:r>
                                      </m:e>
                                      <m:sub>
                                        <m:r>
                                          <a:rPr lang="en-US" b="0" i="1" smtClean="0">
                                            <a:solidFill>
                                              <a:schemeClr val="tx2">
                                                <a:lumMod val="10000"/>
                                              </a:schemeClr>
                                            </a:solidFill>
                                            <a:latin typeface="Cambria Math" panose="02040503050406030204" pitchFamily="18" charset="0"/>
                                            <a:cs typeface="Aban" pitchFamily="2" charset="-78"/>
                                          </a:rPr>
                                          <m:t>1</m:t>
                                        </m:r>
                                      </m:sub>
                                    </m:sSub>
                                    <m:r>
                                      <a:rPr lang="en-US" b="0" i="1" smtClean="0">
                                        <a:solidFill>
                                          <a:schemeClr val="tx2">
                                            <a:lumMod val="10000"/>
                                          </a:schemeClr>
                                        </a:solidFill>
                                        <a:latin typeface="Cambria Math" panose="02040503050406030204" pitchFamily="18" charset="0"/>
                                        <a:cs typeface="Aban" pitchFamily="2" charset="-78"/>
                                      </a:rPr>
                                      <m:t>−</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𝑉</m:t>
                                        </m:r>
                                      </m:e>
                                      <m:sub>
                                        <m:r>
                                          <a:rPr lang="en-US" b="0" i="1" smtClean="0">
                                            <a:solidFill>
                                              <a:schemeClr val="tx2">
                                                <a:lumMod val="10000"/>
                                              </a:schemeClr>
                                            </a:solidFill>
                                            <a:latin typeface="Cambria Math" panose="02040503050406030204" pitchFamily="18" charset="0"/>
                                            <a:cs typeface="Aban" pitchFamily="2" charset="-78"/>
                                          </a:rPr>
                                          <m:t>3</m:t>
                                        </m:r>
                                      </m:sub>
                                    </m:sSub>
                                  </m:e>
                                </m:d>
                                <m:r>
                                  <a:rPr lang="en-US" b="0" i="1" smtClean="0">
                                    <a:solidFill>
                                      <a:schemeClr val="tx2">
                                        <a:lumMod val="10000"/>
                                      </a:schemeClr>
                                    </a:solidFill>
                                    <a:latin typeface="Cambria Math" panose="02040503050406030204" pitchFamily="18" charset="0"/>
                                    <a:cs typeface="Aban" pitchFamily="2" charset="-78"/>
                                  </a:rPr>
                                  <m:t>+</m:t>
                                </m:r>
                                <m:r>
                                  <a:rPr lang="en-US" b="0" i="1" smtClean="0">
                                    <a:solidFill>
                                      <a:schemeClr val="tx2">
                                        <a:lumMod val="10000"/>
                                      </a:schemeClr>
                                    </a:solidFill>
                                    <a:latin typeface="Cambria Math" panose="02040503050406030204" pitchFamily="18" charset="0"/>
                                    <a:cs typeface="Aban" pitchFamily="2" charset="-78"/>
                                  </a:rPr>
                                  <m:t>𝛽</m:t>
                                </m:r>
                              </m:oMath>
                            </m:oMathPara>
                          </a14:m>
                          <a:endParaRPr lang="en-US" dirty="0">
                            <a:solidFill>
                              <a:schemeClr val="tx2">
                                <a:lumMod val="10000"/>
                              </a:schemeClr>
                            </a:solidFill>
                            <a:cs typeface="Aban" pitchFamily="2" charset="-78"/>
                          </a:endParaRPr>
                        </a:p>
                        <a:p>
                          <a:pPr algn="ctr"/>
                          <a14:m>
                            <m:oMathPara xmlns:m="http://schemas.openxmlformats.org/officeDocument/2006/math">
                              <m:oMathParaPr>
                                <m:jc m:val="centerGroup"/>
                              </m:oMathParaPr>
                              <m:oMath xmlns:m="http://schemas.openxmlformats.org/officeDocument/2006/math">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𝐷</m:t>
                                    </m:r>
                                  </m:e>
                                  <m:sub>
                                    <m:r>
                                      <a:rPr lang="en-US" b="0" i="1" smtClean="0">
                                        <a:solidFill>
                                          <a:schemeClr val="tx2">
                                            <a:lumMod val="10000"/>
                                          </a:schemeClr>
                                        </a:solidFill>
                                        <a:latin typeface="Cambria Math" panose="02040503050406030204" pitchFamily="18" charset="0"/>
                                        <a:cs typeface="Aban" pitchFamily="2" charset="-78"/>
                                      </a:rPr>
                                      <m:t>32</m:t>
                                    </m:r>
                                  </m:sub>
                                </m:sSub>
                                <m:r>
                                  <a:rPr lang="en-US" b="0" i="1" smtClean="0">
                                    <a:solidFill>
                                      <a:schemeClr val="tx2">
                                        <a:lumMod val="10000"/>
                                      </a:schemeClr>
                                    </a:solidFill>
                                    <a:latin typeface="Cambria Math" panose="02040503050406030204" pitchFamily="18" charset="0"/>
                                    <a:cs typeface="Aban" pitchFamily="2" charset="-78"/>
                                  </a:rPr>
                                  <m:t>=</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𝑉</m:t>
                                    </m:r>
                                  </m:e>
                                  <m:sub>
                                    <m:r>
                                      <a:rPr lang="en-US" b="0" i="1" smtClean="0">
                                        <a:solidFill>
                                          <a:schemeClr val="tx2">
                                            <a:lumMod val="10000"/>
                                          </a:schemeClr>
                                        </a:solidFill>
                                        <a:latin typeface="Cambria Math" panose="02040503050406030204" pitchFamily="18" charset="0"/>
                                        <a:cs typeface="Aban" pitchFamily="2" charset="-78"/>
                                      </a:rPr>
                                      <m:t>3</m:t>
                                    </m:r>
                                  </m:sub>
                                </m:sSub>
                                <m:r>
                                  <a:rPr lang="en-US" b="0" i="1" smtClean="0">
                                    <a:solidFill>
                                      <a:schemeClr val="tx2">
                                        <a:lumMod val="10000"/>
                                      </a:schemeClr>
                                    </a:solidFill>
                                    <a:latin typeface="Cambria Math" panose="02040503050406030204" pitchFamily="18" charset="0"/>
                                    <a:cs typeface="Aban" pitchFamily="2" charset="-78"/>
                                  </a:rPr>
                                  <m:t>−</m:t>
                                </m:r>
                                <m:sSubSup>
                                  <m:sSubSupPr>
                                    <m:ctrlPr>
                                      <a:rPr lang="en-US" b="0" i="1" smtClean="0">
                                        <a:solidFill>
                                          <a:schemeClr val="tx2">
                                            <a:lumMod val="10000"/>
                                          </a:schemeClr>
                                        </a:solidFill>
                                        <a:latin typeface="Cambria Math" panose="02040503050406030204" pitchFamily="18" charset="0"/>
                                        <a:cs typeface="Aban" pitchFamily="2" charset="-78"/>
                                      </a:rPr>
                                    </m:ctrlPr>
                                  </m:sSubSupPr>
                                  <m:e>
                                    <m:r>
                                      <a:rPr lang="en-US" b="0" i="1" smtClean="0">
                                        <a:solidFill>
                                          <a:schemeClr val="tx2">
                                            <a:lumMod val="10000"/>
                                          </a:schemeClr>
                                        </a:solidFill>
                                        <a:latin typeface="Cambria Math" panose="02040503050406030204" pitchFamily="18" charset="0"/>
                                        <a:cs typeface="Aban" pitchFamily="2" charset="-78"/>
                                      </a:rPr>
                                      <m:t>𝐹</m:t>
                                    </m:r>
                                  </m:e>
                                  <m:sub>
                                    <m:r>
                                      <a:rPr lang="en-US" b="0" i="1" smtClean="0">
                                        <a:solidFill>
                                          <a:schemeClr val="tx2">
                                            <a:lumMod val="10000"/>
                                          </a:schemeClr>
                                        </a:solidFill>
                                        <a:latin typeface="Cambria Math" panose="02040503050406030204" pitchFamily="18" charset="0"/>
                                        <a:cs typeface="Aban" pitchFamily="2" charset="-78"/>
                                      </a:rPr>
                                      <m:t>𝐷</m:t>
                                    </m:r>
                                  </m:sub>
                                  <m:sup>
                                    <m:r>
                                      <a:rPr lang="en-US" b="0" i="1" smtClean="0">
                                        <a:solidFill>
                                          <a:schemeClr val="tx2">
                                            <a:lumMod val="10000"/>
                                          </a:schemeClr>
                                        </a:solidFill>
                                        <a:latin typeface="Cambria Math" panose="02040503050406030204" pitchFamily="18" charset="0"/>
                                        <a:cs typeface="Aban" pitchFamily="2" charset="-78"/>
                                      </a:rPr>
                                      <m:t>𝑑</m:t>
                                    </m:r>
                                  </m:sup>
                                </m:sSubSup>
                                <m:r>
                                  <a:rPr lang="en-US" b="0" i="1" smtClean="0">
                                    <a:solidFill>
                                      <a:schemeClr val="tx2">
                                        <a:lumMod val="10000"/>
                                      </a:schemeClr>
                                    </a:solidFill>
                                    <a:latin typeface="Cambria Math" panose="02040503050406030204" pitchFamily="18" charset="0"/>
                                    <a:cs typeface="Aban" pitchFamily="2" charset="-78"/>
                                  </a:rPr>
                                  <m:t>.</m:t>
                                </m:r>
                                <m:d>
                                  <m:dPr>
                                    <m:ctrlPr>
                                      <a:rPr lang="en-US" b="0" i="1" smtClean="0">
                                        <a:solidFill>
                                          <a:schemeClr val="tx2">
                                            <a:lumMod val="10000"/>
                                          </a:schemeClr>
                                        </a:solidFill>
                                        <a:latin typeface="Cambria Math" panose="02040503050406030204" pitchFamily="18" charset="0"/>
                                        <a:cs typeface="Aban" pitchFamily="2" charset="-78"/>
                                      </a:rPr>
                                    </m:ctrlPr>
                                  </m:dPr>
                                  <m:e>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𝑉</m:t>
                                        </m:r>
                                      </m:e>
                                      <m:sub>
                                        <m:r>
                                          <a:rPr lang="en-US" b="0" i="1" smtClean="0">
                                            <a:solidFill>
                                              <a:schemeClr val="tx2">
                                                <a:lumMod val="10000"/>
                                              </a:schemeClr>
                                            </a:solidFill>
                                            <a:latin typeface="Cambria Math" panose="02040503050406030204" pitchFamily="18" charset="0"/>
                                            <a:cs typeface="Aban" pitchFamily="2" charset="-78"/>
                                          </a:rPr>
                                          <m:t>1</m:t>
                                        </m:r>
                                      </m:sub>
                                    </m:sSub>
                                    <m:r>
                                      <a:rPr lang="en-US" b="0" i="1" smtClean="0">
                                        <a:solidFill>
                                          <a:schemeClr val="tx2">
                                            <a:lumMod val="10000"/>
                                          </a:schemeClr>
                                        </a:solidFill>
                                        <a:latin typeface="Cambria Math" panose="02040503050406030204" pitchFamily="18" charset="0"/>
                                        <a:cs typeface="Aban" pitchFamily="2" charset="-78"/>
                                      </a:rPr>
                                      <m:t>−</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𝑉</m:t>
                                        </m:r>
                                      </m:e>
                                      <m:sub>
                                        <m:r>
                                          <a:rPr lang="en-US" b="0" i="1" smtClean="0">
                                            <a:solidFill>
                                              <a:schemeClr val="tx2">
                                                <a:lumMod val="10000"/>
                                              </a:schemeClr>
                                            </a:solidFill>
                                            <a:latin typeface="Cambria Math" panose="02040503050406030204" pitchFamily="18" charset="0"/>
                                            <a:cs typeface="Aban" pitchFamily="2" charset="-78"/>
                                          </a:rPr>
                                          <m:t>3</m:t>
                                        </m:r>
                                      </m:sub>
                                    </m:sSub>
                                  </m:e>
                                </m:d>
                                <m:r>
                                  <a:rPr lang="en-US" b="0" i="1" smtClean="0">
                                    <a:solidFill>
                                      <a:schemeClr val="tx2">
                                        <a:lumMod val="10000"/>
                                      </a:schemeClr>
                                    </a:solidFill>
                                    <a:latin typeface="Cambria Math" panose="02040503050406030204" pitchFamily="18" charset="0"/>
                                    <a:cs typeface="Aban" pitchFamily="2" charset="-78"/>
                                  </a:rPr>
                                  <m:t>+</m:t>
                                </m:r>
                                <m:r>
                                  <a:rPr lang="en-US" b="0" i="1" smtClean="0">
                                    <a:solidFill>
                                      <a:schemeClr val="tx2">
                                        <a:lumMod val="10000"/>
                                      </a:schemeClr>
                                    </a:solidFill>
                                    <a:latin typeface="Cambria Math" panose="02040503050406030204" pitchFamily="18" charset="0"/>
                                    <a:cs typeface="Aban" pitchFamily="2" charset="-78"/>
                                  </a:rPr>
                                  <m:t>𝛽</m:t>
                                </m:r>
                              </m:oMath>
                            </m:oMathPara>
                          </a14:m>
                          <a:endParaRPr lang="en-US" dirty="0">
                            <a:solidFill>
                              <a:schemeClr val="tx2">
                                <a:lumMod val="10000"/>
                              </a:schemeClr>
                            </a:solidFill>
                            <a:cs typeface="Aban" pitchFamily="2" charset="-78"/>
                          </a:endParaRPr>
                        </a:p>
                      </a:txBody>
                      <a:tcPr anchor="ctr"/>
                    </a:tc>
                    <a:extLst>
                      <a:ext uri="{0D108BD9-81ED-4DB2-BD59-A6C34878D82A}">
                        <a16:rowId xmlns:a16="http://schemas.microsoft.com/office/drawing/2014/main" val="194951509"/>
                      </a:ext>
                    </a:extLst>
                  </a:tr>
                  <a:tr h="1762690">
                    <a:tc>
                      <a:txBody>
                        <a:bodyPr/>
                        <a:lstStyle/>
                        <a:p>
                          <a:pPr algn="ctr"/>
                          <a:r>
                            <a:rPr lang="fa-IR" dirty="0">
                              <a:solidFill>
                                <a:schemeClr val="tx2">
                                  <a:lumMod val="10000"/>
                                </a:schemeClr>
                              </a:solidFill>
                              <a:cs typeface="Aban" pitchFamily="2" charset="-78"/>
                            </a:rPr>
                            <a:t>بیمار</a:t>
                          </a:r>
                          <a:endParaRPr lang="en-US" dirty="0">
                            <a:solidFill>
                              <a:schemeClr val="tx2">
                                <a:lumMod val="10000"/>
                              </a:schemeClr>
                            </a:solidFill>
                            <a:cs typeface="Aban" pitchFamily="2" charset="-78"/>
                          </a:endParaRPr>
                        </a:p>
                      </a:txBody>
                      <a:tcPr anchor="ctr"/>
                    </a:tc>
                    <a:tc>
                      <a:txBody>
                        <a:bodyPr/>
                        <a:lstStyle/>
                        <a:p>
                          <a:pPr algn="just"/>
                          <a14:m>
                            <m:oMathPara xmlns:m="http://schemas.openxmlformats.org/officeDocument/2006/math">
                              <m:oMathParaPr>
                                <m:jc m:val="centerGroup"/>
                              </m:oMathParaPr>
                              <m:oMath xmlns:m="http://schemas.openxmlformats.org/officeDocument/2006/math">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𝑃</m:t>
                                    </m:r>
                                  </m:e>
                                  <m:sub>
                                    <m:r>
                                      <a:rPr lang="en-US" b="0" i="1" smtClean="0">
                                        <a:solidFill>
                                          <a:schemeClr val="tx2">
                                            <a:lumMod val="10000"/>
                                          </a:schemeClr>
                                        </a:solidFill>
                                        <a:latin typeface="Cambria Math" panose="02040503050406030204" pitchFamily="18" charset="0"/>
                                        <a:cs typeface="Aban" pitchFamily="2" charset="-78"/>
                                      </a:rPr>
                                      <m:t>11</m:t>
                                    </m:r>
                                  </m:sub>
                                </m:sSub>
                                <m:r>
                                  <a:rPr lang="en-US" b="0" i="1" smtClean="0">
                                    <a:solidFill>
                                      <a:schemeClr val="tx2">
                                        <a:lumMod val="10000"/>
                                      </a:schemeClr>
                                    </a:solidFill>
                                    <a:latin typeface="Cambria Math" panose="02040503050406030204" pitchFamily="18" charset="0"/>
                                    <a:cs typeface="Aban" pitchFamily="2" charset="-78"/>
                                  </a:rPr>
                                  <m:t>=</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𝑈</m:t>
                                    </m:r>
                                  </m:e>
                                  <m:sub>
                                    <m:r>
                                      <a:rPr lang="en-US" b="0" i="1" smtClean="0">
                                        <a:solidFill>
                                          <a:schemeClr val="tx2">
                                            <a:lumMod val="10000"/>
                                          </a:schemeClr>
                                        </a:solidFill>
                                        <a:latin typeface="Cambria Math" panose="02040503050406030204" pitchFamily="18" charset="0"/>
                                        <a:cs typeface="Aban" pitchFamily="2" charset="-78"/>
                                      </a:rPr>
                                      <m:t>1</m:t>
                                    </m:r>
                                  </m:sub>
                                </m:sSub>
                                <m:r>
                                  <a:rPr lang="en-US" b="0" i="1" smtClean="0">
                                    <a:solidFill>
                                      <a:schemeClr val="tx2">
                                        <a:lumMod val="10000"/>
                                      </a:schemeClr>
                                    </a:solidFill>
                                    <a:latin typeface="Cambria Math" panose="02040503050406030204" pitchFamily="18" charset="0"/>
                                    <a:cs typeface="Aban" pitchFamily="2" charset="-78"/>
                                  </a:rPr>
                                  <m:t>+</m:t>
                                </m:r>
                                <m:r>
                                  <a:rPr lang="en-US" b="0" i="1" smtClean="0">
                                    <a:solidFill>
                                      <a:schemeClr val="tx2">
                                        <a:lumMod val="10000"/>
                                      </a:schemeClr>
                                    </a:solidFill>
                                    <a:latin typeface="Cambria Math" panose="02040503050406030204" pitchFamily="18" charset="0"/>
                                    <a:cs typeface="Aban" pitchFamily="2" charset="-78"/>
                                  </a:rPr>
                                  <m:t>𝐵</m:t>
                                </m:r>
                              </m:oMath>
                            </m:oMathPara>
                          </a14:m>
                          <a:endParaRPr lang="en-US" dirty="0">
                            <a:solidFill>
                              <a:schemeClr val="tx2">
                                <a:lumMod val="10000"/>
                              </a:schemeClr>
                            </a:solidFill>
                            <a:cs typeface="Aban" pitchFamily="2" charset="-78"/>
                          </a:endParaRPr>
                        </a:p>
                        <a:p>
                          <a:pPr algn="just"/>
                          <a14:m>
                            <m:oMathPara xmlns:m="http://schemas.openxmlformats.org/officeDocument/2006/math">
                              <m:oMathParaPr>
                                <m:jc m:val="centerGroup"/>
                              </m:oMathParaPr>
                              <m:oMath xmlns:m="http://schemas.openxmlformats.org/officeDocument/2006/math">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𝑃</m:t>
                                    </m:r>
                                  </m:e>
                                  <m:sub>
                                    <m:r>
                                      <a:rPr lang="en-US" b="0" i="1" smtClean="0">
                                        <a:solidFill>
                                          <a:schemeClr val="tx2">
                                            <a:lumMod val="10000"/>
                                          </a:schemeClr>
                                        </a:solidFill>
                                        <a:latin typeface="Cambria Math" panose="02040503050406030204" pitchFamily="18" charset="0"/>
                                        <a:cs typeface="Aban" pitchFamily="2" charset="-78"/>
                                      </a:rPr>
                                      <m:t>12</m:t>
                                    </m:r>
                                  </m:sub>
                                </m:sSub>
                                <m:r>
                                  <a:rPr lang="en-US" b="0" i="1" smtClean="0">
                                    <a:solidFill>
                                      <a:schemeClr val="tx2">
                                        <a:lumMod val="10000"/>
                                      </a:schemeClr>
                                    </a:solidFill>
                                    <a:latin typeface="Cambria Math" panose="02040503050406030204" pitchFamily="18" charset="0"/>
                                    <a:cs typeface="Aban" pitchFamily="2" charset="-78"/>
                                  </a:rPr>
                                  <m:t>=</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𝑈</m:t>
                                    </m:r>
                                  </m:e>
                                  <m:sub>
                                    <m:r>
                                      <a:rPr lang="en-US" b="0" i="1" smtClean="0">
                                        <a:solidFill>
                                          <a:schemeClr val="tx2">
                                            <a:lumMod val="10000"/>
                                          </a:schemeClr>
                                        </a:solidFill>
                                        <a:latin typeface="Cambria Math" panose="02040503050406030204" pitchFamily="18" charset="0"/>
                                        <a:cs typeface="Aban" pitchFamily="2" charset="-78"/>
                                      </a:rPr>
                                      <m:t>1</m:t>
                                    </m:r>
                                  </m:sub>
                                </m:sSub>
                                <m:r>
                                  <a:rPr lang="en-US" b="0" i="1" smtClean="0">
                                    <a:solidFill>
                                      <a:schemeClr val="tx2">
                                        <a:lumMod val="10000"/>
                                      </a:schemeClr>
                                    </a:solidFill>
                                    <a:latin typeface="Cambria Math" panose="02040503050406030204" pitchFamily="18" charset="0"/>
                                    <a:cs typeface="Aban" pitchFamily="2" charset="-78"/>
                                  </a:rPr>
                                  <m:t>−</m:t>
                                </m:r>
                                <m:r>
                                  <a:rPr lang="en-US" b="0" i="1" smtClean="0">
                                    <a:solidFill>
                                      <a:schemeClr val="tx2">
                                        <a:lumMod val="10000"/>
                                      </a:schemeClr>
                                    </a:solidFill>
                                    <a:latin typeface="Cambria Math" panose="02040503050406030204" pitchFamily="18" charset="0"/>
                                    <a:cs typeface="Aban" pitchFamily="2" charset="-78"/>
                                  </a:rPr>
                                  <m:t>𝐻</m:t>
                                </m:r>
                                <m:r>
                                  <a:rPr lang="en-US" b="0" i="1" smtClean="0">
                                    <a:solidFill>
                                      <a:schemeClr val="tx2">
                                        <a:lumMod val="10000"/>
                                      </a:schemeClr>
                                    </a:solidFill>
                                    <a:latin typeface="Cambria Math" panose="02040503050406030204" pitchFamily="18" charset="0"/>
                                    <a:cs typeface="Aban" pitchFamily="2" charset="-78"/>
                                  </a:rPr>
                                  <m:t>+</m:t>
                                </m:r>
                                <m:r>
                                  <a:rPr lang="en-US" b="0" i="1" smtClean="0">
                                    <a:solidFill>
                                      <a:schemeClr val="tx2">
                                        <a:lumMod val="10000"/>
                                      </a:schemeClr>
                                    </a:solidFill>
                                    <a:latin typeface="Cambria Math" panose="02040503050406030204" pitchFamily="18" charset="0"/>
                                    <a:cs typeface="Aban" pitchFamily="2" charset="-78"/>
                                  </a:rPr>
                                  <m:t>𝛾</m:t>
                                </m:r>
                              </m:oMath>
                            </m:oMathPara>
                          </a14:m>
                          <a:endParaRPr lang="en-US" dirty="0">
                            <a:solidFill>
                              <a:schemeClr val="tx2">
                                <a:lumMod val="10000"/>
                              </a:schemeClr>
                            </a:solidFill>
                            <a:cs typeface="Aban" pitchFamily="2" charset="-78"/>
                          </a:endParaRPr>
                        </a:p>
                        <a:p>
                          <a:pPr algn="just"/>
                          <a14:m>
                            <m:oMathPara xmlns:m="http://schemas.openxmlformats.org/officeDocument/2006/math">
                              <m:oMathParaPr>
                                <m:jc m:val="centerGroup"/>
                              </m:oMathParaPr>
                              <m:oMath xmlns:m="http://schemas.openxmlformats.org/officeDocument/2006/math">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𝑃</m:t>
                                    </m:r>
                                  </m:e>
                                  <m:sub>
                                    <m:r>
                                      <a:rPr lang="en-US" b="0" i="1" smtClean="0">
                                        <a:solidFill>
                                          <a:schemeClr val="tx2">
                                            <a:lumMod val="10000"/>
                                          </a:schemeClr>
                                        </a:solidFill>
                                        <a:latin typeface="Cambria Math" panose="02040503050406030204" pitchFamily="18" charset="0"/>
                                        <a:cs typeface="Aban" pitchFamily="2" charset="-78"/>
                                      </a:rPr>
                                      <m:t>21</m:t>
                                    </m:r>
                                  </m:sub>
                                </m:sSub>
                                <m:r>
                                  <a:rPr lang="en-US" b="0" i="1" smtClean="0">
                                    <a:solidFill>
                                      <a:schemeClr val="tx2">
                                        <a:lumMod val="10000"/>
                                      </a:schemeClr>
                                    </a:solidFill>
                                    <a:latin typeface="Cambria Math" panose="02040503050406030204" pitchFamily="18" charset="0"/>
                                    <a:cs typeface="Aban" pitchFamily="2" charset="-78"/>
                                  </a:rPr>
                                  <m:t>=</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𝑈</m:t>
                                    </m:r>
                                  </m:e>
                                  <m:sub>
                                    <m:r>
                                      <a:rPr lang="en-US" b="0" i="1" smtClean="0">
                                        <a:solidFill>
                                          <a:schemeClr val="tx2">
                                            <a:lumMod val="10000"/>
                                          </a:schemeClr>
                                        </a:solidFill>
                                        <a:latin typeface="Cambria Math" panose="02040503050406030204" pitchFamily="18" charset="0"/>
                                        <a:cs typeface="Aban" pitchFamily="2" charset="-78"/>
                                      </a:rPr>
                                      <m:t>2</m:t>
                                    </m:r>
                                  </m:sub>
                                </m:sSub>
                                <m:r>
                                  <a:rPr lang="en-US" b="0" i="1" smtClean="0">
                                    <a:solidFill>
                                      <a:schemeClr val="tx2">
                                        <a:lumMod val="10000"/>
                                      </a:schemeClr>
                                    </a:solidFill>
                                    <a:latin typeface="Cambria Math" panose="02040503050406030204" pitchFamily="18" charset="0"/>
                                    <a:cs typeface="Aban" pitchFamily="2" charset="-78"/>
                                  </a:rPr>
                                  <m:t>−</m:t>
                                </m:r>
                                <m:sSubSup>
                                  <m:sSubSupPr>
                                    <m:ctrlPr>
                                      <a:rPr lang="en-US" b="0" i="1" smtClean="0">
                                        <a:solidFill>
                                          <a:schemeClr val="tx2">
                                            <a:lumMod val="10000"/>
                                          </a:schemeClr>
                                        </a:solidFill>
                                        <a:latin typeface="Cambria Math" panose="02040503050406030204" pitchFamily="18" charset="0"/>
                                        <a:cs typeface="Aban" pitchFamily="2" charset="-78"/>
                                      </a:rPr>
                                    </m:ctrlPr>
                                  </m:sSubSupPr>
                                  <m:e>
                                    <m:r>
                                      <a:rPr lang="en-US" b="0" i="1" smtClean="0">
                                        <a:solidFill>
                                          <a:schemeClr val="tx2">
                                            <a:lumMod val="10000"/>
                                          </a:schemeClr>
                                        </a:solidFill>
                                        <a:latin typeface="Cambria Math" panose="02040503050406030204" pitchFamily="18" charset="0"/>
                                        <a:cs typeface="Aban" pitchFamily="2" charset="-78"/>
                                      </a:rPr>
                                      <m:t>𝐹</m:t>
                                    </m:r>
                                  </m:e>
                                  <m:sub>
                                    <m:r>
                                      <a:rPr lang="en-US" b="0" i="1" smtClean="0">
                                        <a:solidFill>
                                          <a:schemeClr val="tx2">
                                            <a:lumMod val="10000"/>
                                          </a:schemeClr>
                                        </a:solidFill>
                                        <a:latin typeface="Cambria Math" panose="02040503050406030204" pitchFamily="18" charset="0"/>
                                        <a:cs typeface="Aban" pitchFamily="2" charset="-78"/>
                                      </a:rPr>
                                      <m:t>𝑃</m:t>
                                    </m:r>
                                  </m:sub>
                                  <m:sup>
                                    <m:r>
                                      <a:rPr lang="en-US" b="0" i="1" smtClean="0">
                                        <a:solidFill>
                                          <a:schemeClr val="tx2">
                                            <a:lumMod val="10000"/>
                                          </a:schemeClr>
                                        </a:solidFill>
                                        <a:latin typeface="Cambria Math" panose="02040503050406030204" pitchFamily="18" charset="0"/>
                                        <a:cs typeface="Aban" pitchFamily="2" charset="-78"/>
                                      </a:rPr>
                                      <m:t>𝑡</m:t>
                                    </m:r>
                                  </m:sup>
                                </m:sSubSup>
                                <m:r>
                                  <a:rPr lang="en-US" b="0" i="1" smtClean="0">
                                    <a:solidFill>
                                      <a:schemeClr val="tx2">
                                        <a:lumMod val="10000"/>
                                      </a:schemeClr>
                                    </a:solidFill>
                                    <a:latin typeface="Cambria Math" panose="02040503050406030204" pitchFamily="18" charset="0"/>
                                    <a:cs typeface="Aban" pitchFamily="2" charset="-78"/>
                                  </a:rPr>
                                  <m:t>.</m:t>
                                </m:r>
                                <m:d>
                                  <m:dPr>
                                    <m:ctrlPr>
                                      <a:rPr lang="en-US" b="0" i="1" smtClean="0">
                                        <a:solidFill>
                                          <a:schemeClr val="tx2">
                                            <a:lumMod val="10000"/>
                                          </a:schemeClr>
                                        </a:solidFill>
                                        <a:latin typeface="Cambria Math" panose="02040503050406030204" pitchFamily="18" charset="0"/>
                                        <a:cs typeface="Aban" pitchFamily="2" charset="-78"/>
                                      </a:rPr>
                                    </m:ctrlPr>
                                  </m:dPr>
                                  <m:e>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𝑈</m:t>
                                        </m:r>
                                      </m:e>
                                      <m:sub>
                                        <m:r>
                                          <a:rPr lang="en-US" b="0" i="1" smtClean="0">
                                            <a:solidFill>
                                              <a:schemeClr val="tx2">
                                                <a:lumMod val="10000"/>
                                              </a:schemeClr>
                                            </a:solidFill>
                                            <a:latin typeface="Cambria Math" panose="02040503050406030204" pitchFamily="18" charset="0"/>
                                            <a:cs typeface="Aban" pitchFamily="2" charset="-78"/>
                                          </a:rPr>
                                          <m:t>1</m:t>
                                        </m:r>
                                      </m:sub>
                                    </m:sSub>
                                    <m:r>
                                      <a:rPr lang="en-US" b="0" i="1" smtClean="0">
                                        <a:solidFill>
                                          <a:schemeClr val="tx2">
                                            <a:lumMod val="10000"/>
                                          </a:schemeClr>
                                        </a:solidFill>
                                        <a:latin typeface="Cambria Math" panose="02040503050406030204" pitchFamily="18" charset="0"/>
                                        <a:cs typeface="Aban" pitchFamily="2" charset="-78"/>
                                      </a:rPr>
                                      <m:t>−</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𝑈</m:t>
                                        </m:r>
                                      </m:e>
                                      <m:sub>
                                        <m:r>
                                          <a:rPr lang="en-US" b="0" i="1" smtClean="0">
                                            <a:solidFill>
                                              <a:schemeClr val="tx2">
                                                <a:lumMod val="10000"/>
                                              </a:schemeClr>
                                            </a:solidFill>
                                            <a:latin typeface="Cambria Math" panose="02040503050406030204" pitchFamily="18" charset="0"/>
                                            <a:cs typeface="Aban" pitchFamily="2" charset="-78"/>
                                          </a:rPr>
                                          <m:t>2</m:t>
                                        </m:r>
                                      </m:sub>
                                    </m:sSub>
                                  </m:e>
                                </m:d>
                                <m:r>
                                  <a:rPr lang="en-US" b="0" i="1" smtClean="0">
                                    <a:solidFill>
                                      <a:schemeClr val="tx2">
                                        <a:lumMod val="10000"/>
                                      </a:schemeClr>
                                    </a:solidFill>
                                    <a:latin typeface="Cambria Math" panose="02040503050406030204" pitchFamily="18" charset="0"/>
                                    <a:cs typeface="Aban" pitchFamily="2" charset="-78"/>
                                  </a:rPr>
                                  <m:t>+</m:t>
                                </m:r>
                                <m:r>
                                  <a:rPr lang="en-US" b="0" i="1" smtClean="0">
                                    <a:solidFill>
                                      <a:schemeClr val="tx2">
                                        <a:lumMod val="10000"/>
                                      </a:schemeClr>
                                    </a:solidFill>
                                    <a:latin typeface="Cambria Math" panose="02040503050406030204" pitchFamily="18" charset="0"/>
                                    <a:cs typeface="Aban" pitchFamily="2" charset="-78"/>
                                  </a:rPr>
                                  <m:t>𝐵</m:t>
                                </m:r>
                              </m:oMath>
                            </m:oMathPara>
                          </a14:m>
                          <a:endParaRPr lang="en-US" dirty="0">
                            <a:solidFill>
                              <a:schemeClr val="tx2">
                                <a:lumMod val="10000"/>
                              </a:schemeClr>
                            </a:solidFill>
                            <a:cs typeface="Aban" pitchFamily="2" charset="-78"/>
                          </a:endParaRPr>
                        </a:p>
                        <a:p>
                          <a:pPr algn="just"/>
                          <a14:m>
                            <m:oMathPara xmlns:m="http://schemas.openxmlformats.org/officeDocument/2006/math">
                              <m:oMathParaPr>
                                <m:jc m:val="centerGroup"/>
                              </m:oMathParaPr>
                              <m:oMath xmlns:m="http://schemas.openxmlformats.org/officeDocument/2006/math">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𝑃</m:t>
                                    </m:r>
                                  </m:e>
                                  <m:sub>
                                    <m:r>
                                      <a:rPr lang="en-US" b="0" i="1" smtClean="0">
                                        <a:solidFill>
                                          <a:schemeClr val="tx2">
                                            <a:lumMod val="10000"/>
                                          </a:schemeClr>
                                        </a:solidFill>
                                        <a:latin typeface="Cambria Math" panose="02040503050406030204" pitchFamily="18" charset="0"/>
                                        <a:cs typeface="Aban" pitchFamily="2" charset="-78"/>
                                      </a:rPr>
                                      <m:t>22</m:t>
                                    </m:r>
                                  </m:sub>
                                </m:sSub>
                                <m:r>
                                  <a:rPr lang="en-US" b="0" i="1" smtClean="0">
                                    <a:solidFill>
                                      <a:schemeClr val="tx2">
                                        <a:lumMod val="10000"/>
                                      </a:schemeClr>
                                    </a:solidFill>
                                    <a:latin typeface="Cambria Math" panose="02040503050406030204" pitchFamily="18" charset="0"/>
                                    <a:cs typeface="Aban" pitchFamily="2" charset="-78"/>
                                  </a:rPr>
                                  <m:t>=</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𝑈</m:t>
                                    </m:r>
                                  </m:e>
                                  <m:sub>
                                    <m:r>
                                      <a:rPr lang="en-US" b="0" i="1" smtClean="0">
                                        <a:solidFill>
                                          <a:schemeClr val="tx2">
                                            <a:lumMod val="10000"/>
                                          </a:schemeClr>
                                        </a:solidFill>
                                        <a:latin typeface="Cambria Math" panose="02040503050406030204" pitchFamily="18" charset="0"/>
                                        <a:cs typeface="Aban" pitchFamily="2" charset="-78"/>
                                      </a:rPr>
                                      <m:t>2</m:t>
                                    </m:r>
                                  </m:sub>
                                </m:sSub>
                                <m:r>
                                  <a:rPr lang="en-US" b="0" i="1" smtClean="0">
                                    <a:solidFill>
                                      <a:schemeClr val="tx2">
                                        <a:lumMod val="10000"/>
                                      </a:schemeClr>
                                    </a:solidFill>
                                    <a:latin typeface="Cambria Math" panose="02040503050406030204" pitchFamily="18" charset="0"/>
                                    <a:cs typeface="Aban" pitchFamily="2" charset="-78"/>
                                  </a:rPr>
                                  <m:t>−</m:t>
                                </m:r>
                                <m:sSubSup>
                                  <m:sSubSupPr>
                                    <m:ctrlPr>
                                      <a:rPr lang="en-US" b="0" i="1" smtClean="0">
                                        <a:solidFill>
                                          <a:schemeClr val="tx2">
                                            <a:lumMod val="10000"/>
                                          </a:schemeClr>
                                        </a:solidFill>
                                        <a:latin typeface="Cambria Math" panose="02040503050406030204" pitchFamily="18" charset="0"/>
                                        <a:cs typeface="Aban" pitchFamily="2" charset="-78"/>
                                      </a:rPr>
                                    </m:ctrlPr>
                                  </m:sSubSupPr>
                                  <m:e>
                                    <m:r>
                                      <a:rPr lang="en-US" b="0" i="1" smtClean="0">
                                        <a:solidFill>
                                          <a:schemeClr val="tx2">
                                            <a:lumMod val="10000"/>
                                          </a:schemeClr>
                                        </a:solidFill>
                                        <a:latin typeface="Cambria Math" panose="02040503050406030204" pitchFamily="18" charset="0"/>
                                        <a:cs typeface="Aban" pitchFamily="2" charset="-78"/>
                                      </a:rPr>
                                      <m:t>𝑅</m:t>
                                    </m:r>
                                  </m:e>
                                  <m:sub>
                                    <m:r>
                                      <a:rPr lang="en-US" b="0" i="1" smtClean="0">
                                        <a:solidFill>
                                          <a:schemeClr val="tx2">
                                            <a:lumMod val="10000"/>
                                          </a:schemeClr>
                                        </a:solidFill>
                                        <a:latin typeface="Cambria Math" panose="02040503050406030204" pitchFamily="18" charset="0"/>
                                        <a:cs typeface="Aban" pitchFamily="2" charset="-78"/>
                                      </a:rPr>
                                      <m:t>𝑃</m:t>
                                    </m:r>
                                  </m:sub>
                                  <m:sup>
                                    <m:r>
                                      <a:rPr lang="en-US" b="0" i="1" smtClean="0">
                                        <a:solidFill>
                                          <a:schemeClr val="tx2">
                                            <a:lumMod val="10000"/>
                                          </a:schemeClr>
                                        </a:solidFill>
                                        <a:latin typeface="Cambria Math" panose="02040503050406030204" pitchFamily="18" charset="0"/>
                                        <a:cs typeface="Aban" pitchFamily="2" charset="-78"/>
                                      </a:rPr>
                                      <m:t>𝑡</m:t>
                                    </m:r>
                                  </m:sup>
                                </m:sSubSup>
                                <m:r>
                                  <a:rPr lang="en-US" b="0" i="1" smtClean="0">
                                    <a:solidFill>
                                      <a:schemeClr val="tx2">
                                        <a:lumMod val="10000"/>
                                      </a:schemeClr>
                                    </a:solidFill>
                                    <a:latin typeface="Cambria Math" panose="02040503050406030204" pitchFamily="18" charset="0"/>
                                    <a:cs typeface="Aban" pitchFamily="2" charset="-78"/>
                                  </a:rPr>
                                  <m:t>.</m:t>
                                </m:r>
                                <m:d>
                                  <m:dPr>
                                    <m:ctrlPr>
                                      <a:rPr lang="en-US" b="0" i="1" smtClean="0">
                                        <a:solidFill>
                                          <a:schemeClr val="tx2">
                                            <a:lumMod val="10000"/>
                                          </a:schemeClr>
                                        </a:solidFill>
                                        <a:latin typeface="Cambria Math" panose="02040503050406030204" pitchFamily="18" charset="0"/>
                                        <a:cs typeface="Aban" pitchFamily="2" charset="-78"/>
                                      </a:rPr>
                                    </m:ctrlPr>
                                  </m:dPr>
                                  <m:e>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𝑈</m:t>
                                        </m:r>
                                      </m:e>
                                      <m:sub>
                                        <m:r>
                                          <a:rPr lang="en-US" b="0" i="1" smtClean="0">
                                            <a:solidFill>
                                              <a:schemeClr val="tx2">
                                                <a:lumMod val="10000"/>
                                              </a:schemeClr>
                                            </a:solidFill>
                                            <a:latin typeface="Cambria Math" panose="02040503050406030204" pitchFamily="18" charset="0"/>
                                            <a:cs typeface="Aban" pitchFamily="2" charset="-78"/>
                                          </a:rPr>
                                          <m:t>1</m:t>
                                        </m:r>
                                      </m:sub>
                                    </m:sSub>
                                    <m:r>
                                      <a:rPr lang="en-US" b="0" i="1" smtClean="0">
                                        <a:solidFill>
                                          <a:schemeClr val="tx2">
                                            <a:lumMod val="10000"/>
                                          </a:schemeClr>
                                        </a:solidFill>
                                        <a:latin typeface="Cambria Math" panose="02040503050406030204" pitchFamily="18" charset="0"/>
                                        <a:cs typeface="Aban" pitchFamily="2" charset="-78"/>
                                      </a:rPr>
                                      <m:t>−</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𝑈</m:t>
                                        </m:r>
                                      </m:e>
                                      <m:sub>
                                        <m:r>
                                          <a:rPr lang="en-US" b="0" i="1" smtClean="0">
                                            <a:solidFill>
                                              <a:schemeClr val="tx2">
                                                <a:lumMod val="10000"/>
                                              </a:schemeClr>
                                            </a:solidFill>
                                            <a:latin typeface="Cambria Math" panose="02040503050406030204" pitchFamily="18" charset="0"/>
                                            <a:cs typeface="Aban" pitchFamily="2" charset="-78"/>
                                          </a:rPr>
                                          <m:t>2</m:t>
                                        </m:r>
                                      </m:sub>
                                    </m:sSub>
                                  </m:e>
                                </m:d>
                                <m:r>
                                  <a:rPr lang="en-US" b="0" i="1" smtClean="0">
                                    <a:solidFill>
                                      <a:schemeClr val="tx2">
                                        <a:lumMod val="10000"/>
                                      </a:schemeClr>
                                    </a:solidFill>
                                    <a:latin typeface="Cambria Math" panose="02040503050406030204" pitchFamily="18" charset="0"/>
                                    <a:cs typeface="Aban" pitchFamily="2" charset="-78"/>
                                  </a:rPr>
                                  <m:t>−</m:t>
                                </m:r>
                                <m:r>
                                  <a:rPr lang="en-US" b="0" i="1" smtClean="0">
                                    <a:solidFill>
                                      <a:schemeClr val="tx2">
                                        <a:lumMod val="10000"/>
                                      </a:schemeClr>
                                    </a:solidFill>
                                    <a:latin typeface="Cambria Math" panose="02040503050406030204" pitchFamily="18" charset="0"/>
                                    <a:cs typeface="Aban" pitchFamily="2" charset="-78"/>
                                  </a:rPr>
                                  <m:t>𝐻</m:t>
                                </m:r>
                                <m:r>
                                  <a:rPr lang="en-US" b="0" i="1" smtClean="0">
                                    <a:solidFill>
                                      <a:schemeClr val="tx2">
                                        <a:lumMod val="10000"/>
                                      </a:schemeClr>
                                    </a:solidFill>
                                    <a:latin typeface="Cambria Math" panose="02040503050406030204" pitchFamily="18" charset="0"/>
                                    <a:cs typeface="Aban" pitchFamily="2" charset="-78"/>
                                  </a:rPr>
                                  <m:t>+</m:t>
                                </m:r>
                                <m:r>
                                  <a:rPr lang="en-US" b="0" i="1" smtClean="0">
                                    <a:solidFill>
                                      <a:schemeClr val="tx2">
                                        <a:lumMod val="10000"/>
                                      </a:schemeClr>
                                    </a:solidFill>
                                    <a:latin typeface="Cambria Math" panose="02040503050406030204" pitchFamily="18" charset="0"/>
                                    <a:cs typeface="Aban" pitchFamily="2" charset="-78"/>
                                  </a:rPr>
                                  <m:t>𝛾</m:t>
                                </m:r>
                              </m:oMath>
                            </m:oMathPara>
                          </a14:m>
                          <a:endParaRPr lang="en-US" dirty="0">
                            <a:solidFill>
                              <a:schemeClr val="tx2">
                                <a:lumMod val="10000"/>
                              </a:schemeClr>
                            </a:solidFill>
                            <a:cs typeface="Aban" pitchFamily="2" charset="-78"/>
                          </a:endParaRPr>
                        </a:p>
                        <a:p>
                          <a:pPr algn="just"/>
                          <a14:m>
                            <m:oMathPara xmlns:m="http://schemas.openxmlformats.org/officeDocument/2006/math">
                              <m:oMathParaPr>
                                <m:jc m:val="centerGroup"/>
                              </m:oMathParaPr>
                              <m:oMath xmlns:m="http://schemas.openxmlformats.org/officeDocument/2006/math">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𝑃</m:t>
                                    </m:r>
                                  </m:e>
                                  <m:sub>
                                    <m:r>
                                      <a:rPr lang="en-US" b="0" i="1" smtClean="0">
                                        <a:solidFill>
                                          <a:schemeClr val="tx2">
                                            <a:lumMod val="10000"/>
                                          </a:schemeClr>
                                        </a:solidFill>
                                        <a:latin typeface="Cambria Math" panose="02040503050406030204" pitchFamily="18" charset="0"/>
                                        <a:cs typeface="Aban" pitchFamily="2" charset="-78"/>
                                      </a:rPr>
                                      <m:t>31</m:t>
                                    </m:r>
                                  </m:sub>
                                </m:sSub>
                                <m:r>
                                  <a:rPr lang="en-US" b="0" i="1" smtClean="0">
                                    <a:solidFill>
                                      <a:schemeClr val="tx2">
                                        <a:lumMod val="10000"/>
                                      </a:schemeClr>
                                    </a:solidFill>
                                    <a:latin typeface="Cambria Math" panose="02040503050406030204" pitchFamily="18" charset="0"/>
                                    <a:cs typeface="Aban" pitchFamily="2" charset="-78"/>
                                  </a:rPr>
                                  <m:t>=</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𝑈</m:t>
                                    </m:r>
                                  </m:e>
                                  <m:sub>
                                    <m:r>
                                      <a:rPr lang="en-US" b="0" i="1" smtClean="0">
                                        <a:solidFill>
                                          <a:schemeClr val="tx2">
                                            <a:lumMod val="10000"/>
                                          </a:schemeClr>
                                        </a:solidFill>
                                        <a:latin typeface="Cambria Math" panose="02040503050406030204" pitchFamily="18" charset="0"/>
                                        <a:cs typeface="Aban" pitchFamily="2" charset="-78"/>
                                      </a:rPr>
                                      <m:t>3</m:t>
                                    </m:r>
                                  </m:sub>
                                </m:sSub>
                                <m:r>
                                  <a:rPr lang="en-US" b="0" i="1" smtClean="0">
                                    <a:solidFill>
                                      <a:schemeClr val="tx2">
                                        <a:lumMod val="10000"/>
                                      </a:schemeClr>
                                    </a:solidFill>
                                    <a:latin typeface="Cambria Math" panose="02040503050406030204" pitchFamily="18" charset="0"/>
                                    <a:cs typeface="Aban" pitchFamily="2" charset="-78"/>
                                  </a:rPr>
                                  <m:t> −</m:t>
                                </m:r>
                                <m:sSubSup>
                                  <m:sSubSupPr>
                                    <m:ctrlPr>
                                      <a:rPr lang="en-US" b="0" i="1" smtClean="0">
                                        <a:solidFill>
                                          <a:schemeClr val="tx2">
                                            <a:lumMod val="10000"/>
                                          </a:schemeClr>
                                        </a:solidFill>
                                        <a:latin typeface="Cambria Math" panose="02040503050406030204" pitchFamily="18" charset="0"/>
                                        <a:cs typeface="Aban" pitchFamily="2" charset="-78"/>
                                      </a:rPr>
                                    </m:ctrlPr>
                                  </m:sSubSupPr>
                                  <m:e>
                                    <m:r>
                                      <a:rPr lang="en-US" b="0" i="1" smtClean="0">
                                        <a:solidFill>
                                          <a:schemeClr val="tx2">
                                            <a:lumMod val="10000"/>
                                          </a:schemeClr>
                                        </a:solidFill>
                                        <a:latin typeface="Cambria Math" panose="02040503050406030204" pitchFamily="18" charset="0"/>
                                        <a:cs typeface="Aban" pitchFamily="2" charset="-78"/>
                                      </a:rPr>
                                      <m:t>𝐹</m:t>
                                    </m:r>
                                  </m:e>
                                  <m:sub>
                                    <m:r>
                                      <a:rPr lang="en-US" b="0" i="1" smtClean="0">
                                        <a:solidFill>
                                          <a:schemeClr val="tx2">
                                            <a:lumMod val="10000"/>
                                          </a:schemeClr>
                                        </a:solidFill>
                                        <a:latin typeface="Cambria Math" panose="02040503050406030204" pitchFamily="18" charset="0"/>
                                        <a:cs typeface="Aban" pitchFamily="2" charset="-78"/>
                                      </a:rPr>
                                      <m:t>𝑃</m:t>
                                    </m:r>
                                  </m:sub>
                                  <m:sup>
                                    <m:r>
                                      <a:rPr lang="en-US" b="0" i="1" smtClean="0">
                                        <a:solidFill>
                                          <a:schemeClr val="tx2">
                                            <a:lumMod val="10000"/>
                                          </a:schemeClr>
                                        </a:solidFill>
                                        <a:latin typeface="Cambria Math" panose="02040503050406030204" pitchFamily="18" charset="0"/>
                                        <a:cs typeface="Aban" pitchFamily="2" charset="-78"/>
                                      </a:rPr>
                                      <m:t>𝑑</m:t>
                                    </m:r>
                                  </m:sup>
                                </m:sSubSup>
                                <m:r>
                                  <a:rPr lang="en-US" b="0" i="1" smtClean="0">
                                    <a:solidFill>
                                      <a:schemeClr val="tx2">
                                        <a:lumMod val="10000"/>
                                      </a:schemeClr>
                                    </a:solidFill>
                                    <a:latin typeface="Cambria Math" panose="02040503050406030204" pitchFamily="18" charset="0"/>
                                    <a:cs typeface="Aban" pitchFamily="2" charset="-78"/>
                                  </a:rPr>
                                  <m:t>.</m:t>
                                </m:r>
                                <m:d>
                                  <m:dPr>
                                    <m:ctrlPr>
                                      <a:rPr lang="en-US" b="0" i="1" smtClean="0">
                                        <a:solidFill>
                                          <a:schemeClr val="tx2">
                                            <a:lumMod val="10000"/>
                                          </a:schemeClr>
                                        </a:solidFill>
                                        <a:latin typeface="Cambria Math" panose="02040503050406030204" pitchFamily="18" charset="0"/>
                                        <a:cs typeface="Aban" pitchFamily="2" charset="-78"/>
                                      </a:rPr>
                                    </m:ctrlPr>
                                  </m:dPr>
                                  <m:e>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𝑈</m:t>
                                        </m:r>
                                      </m:e>
                                      <m:sub>
                                        <m:r>
                                          <a:rPr lang="en-US" b="0" i="1" smtClean="0">
                                            <a:solidFill>
                                              <a:schemeClr val="tx2">
                                                <a:lumMod val="10000"/>
                                              </a:schemeClr>
                                            </a:solidFill>
                                            <a:latin typeface="Cambria Math" panose="02040503050406030204" pitchFamily="18" charset="0"/>
                                            <a:cs typeface="Aban" pitchFamily="2" charset="-78"/>
                                          </a:rPr>
                                          <m:t>1</m:t>
                                        </m:r>
                                      </m:sub>
                                    </m:sSub>
                                    <m:r>
                                      <a:rPr lang="en-US" b="0" i="1" smtClean="0">
                                        <a:solidFill>
                                          <a:schemeClr val="tx2">
                                            <a:lumMod val="10000"/>
                                          </a:schemeClr>
                                        </a:solidFill>
                                        <a:latin typeface="Cambria Math" panose="02040503050406030204" pitchFamily="18" charset="0"/>
                                        <a:cs typeface="Aban" pitchFamily="2" charset="-78"/>
                                      </a:rPr>
                                      <m:t>−</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𝑈</m:t>
                                        </m:r>
                                      </m:e>
                                      <m:sub>
                                        <m:r>
                                          <a:rPr lang="en-US" b="0" i="1" smtClean="0">
                                            <a:solidFill>
                                              <a:schemeClr val="tx2">
                                                <a:lumMod val="10000"/>
                                              </a:schemeClr>
                                            </a:solidFill>
                                            <a:latin typeface="Cambria Math" panose="02040503050406030204" pitchFamily="18" charset="0"/>
                                            <a:cs typeface="Aban" pitchFamily="2" charset="-78"/>
                                          </a:rPr>
                                          <m:t>3</m:t>
                                        </m:r>
                                      </m:sub>
                                    </m:sSub>
                                  </m:e>
                                </m:d>
                                <m:r>
                                  <a:rPr lang="en-US" b="0" i="1" smtClean="0">
                                    <a:solidFill>
                                      <a:schemeClr val="tx2">
                                        <a:lumMod val="10000"/>
                                      </a:schemeClr>
                                    </a:solidFill>
                                    <a:latin typeface="Cambria Math" panose="02040503050406030204" pitchFamily="18" charset="0"/>
                                    <a:cs typeface="Aban" pitchFamily="2" charset="-78"/>
                                  </a:rPr>
                                  <m:t>+</m:t>
                                </m:r>
                                <m:r>
                                  <a:rPr lang="en-US" b="0" i="1" smtClean="0">
                                    <a:solidFill>
                                      <a:schemeClr val="tx2">
                                        <a:lumMod val="10000"/>
                                      </a:schemeClr>
                                    </a:solidFill>
                                    <a:latin typeface="Cambria Math" panose="02040503050406030204" pitchFamily="18" charset="0"/>
                                    <a:cs typeface="Aban" pitchFamily="2" charset="-78"/>
                                  </a:rPr>
                                  <m:t>𝐵</m:t>
                                </m:r>
                              </m:oMath>
                            </m:oMathPara>
                          </a14:m>
                          <a:endParaRPr lang="en-US" dirty="0">
                            <a:solidFill>
                              <a:schemeClr val="tx2">
                                <a:lumMod val="10000"/>
                              </a:schemeClr>
                            </a:solidFill>
                            <a:cs typeface="Aban" pitchFamily="2" charset="-78"/>
                          </a:endParaRPr>
                        </a:p>
                        <a:p>
                          <a:pPr algn="just"/>
                          <a14:m>
                            <m:oMathPara xmlns:m="http://schemas.openxmlformats.org/officeDocument/2006/math">
                              <m:oMathParaPr>
                                <m:jc m:val="centerGroup"/>
                              </m:oMathParaPr>
                              <m:oMath xmlns:m="http://schemas.openxmlformats.org/officeDocument/2006/math">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𝑃</m:t>
                                    </m:r>
                                  </m:e>
                                  <m:sub>
                                    <m:r>
                                      <a:rPr lang="en-US" b="0" i="1" smtClean="0">
                                        <a:solidFill>
                                          <a:schemeClr val="tx2">
                                            <a:lumMod val="10000"/>
                                          </a:schemeClr>
                                        </a:solidFill>
                                        <a:latin typeface="Cambria Math" panose="02040503050406030204" pitchFamily="18" charset="0"/>
                                        <a:cs typeface="Aban" pitchFamily="2" charset="-78"/>
                                      </a:rPr>
                                      <m:t>32</m:t>
                                    </m:r>
                                  </m:sub>
                                </m:sSub>
                                <m:r>
                                  <a:rPr lang="en-US" b="0" i="1" smtClean="0">
                                    <a:solidFill>
                                      <a:schemeClr val="tx2">
                                        <a:lumMod val="10000"/>
                                      </a:schemeClr>
                                    </a:solidFill>
                                    <a:latin typeface="Cambria Math" panose="02040503050406030204" pitchFamily="18" charset="0"/>
                                    <a:cs typeface="Aban" pitchFamily="2" charset="-78"/>
                                  </a:rPr>
                                  <m:t>=</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𝑈</m:t>
                                    </m:r>
                                  </m:e>
                                  <m:sub>
                                    <m:r>
                                      <a:rPr lang="en-US" b="0" i="1" smtClean="0">
                                        <a:solidFill>
                                          <a:schemeClr val="tx2">
                                            <a:lumMod val="10000"/>
                                          </a:schemeClr>
                                        </a:solidFill>
                                        <a:latin typeface="Cambria Math" panose="02040503050406030204" pitchFamily="18" charset="0"/>
                                        <a:cs typeface="Aban" pitchFamily="2" charset="-78"/>
                                      </a:rPr>
                                      <m:t>3</m:t>
                                    </m:r>
                                  </m:sub>
                                </m:sSub>
                                <m:r>
                                  <a:rPr lang="en-US" b="0" i="1" smtClean="0">
                                    <a:solidFill>
                                      <a:schemeClr val="tx2">
                                        <a:lumMod val="10000"/>
                                      </a:schemeClr>
                                    </a:solidFill>
                                    <a:latin typeface="Cambria Math" panose="02040503050406030204" pitchFamily="18" charset="0"/>
                                    <a:cs typeface="Aban" pitchFamily="2" charset="-78"/>
                                  </a:rPr>
                                  <m:t>−</m:t>
                                </m:r>
                                <m:sSubSup>
                                  <m:sSubSupPr>
                                    <m:ctrlPr>
                                      <a:rPr lang="en-US" b="0" i="1" smtClean="0">
                                        <a:solidFill>
                                          <a:schemeClr val="tx2">
                                            <a:lumMod val="10000"/>
                                          </a:schemeClr>
                                        </a:solidFill>
                                        <a:latin typeface="Cambria Math" panose="02040503050406030204" pitchFamily="18" charset="0"/>
                                        <a:cs typeface="Aban" pitchFamily="2" charset="-78"/>
                                      </a:rPr>
                                    </m:ctrlPr>
                                  </m:sSubSupPr>
                                  <m:e>
                                    <m:r>
                                      <a:rPr lang="en-US" b="0" i="1" smtClean="0">
                                        <a:solidFill>
                                          <a:schemeClr val="tx2">
                                            <a:lumMod val="10000"/>
                                          </a:schemeClr>
                                        </a:solidFill>
                                        <a:latin typeface="Cambria Math" panose="02040503050406030204" pitchFamily="18" charset="0"/>
                                        <a:cs typeface="Aban" pitchFamily="2" charset="-78"/>
                                      </a:rPr>
                                      <m:t>𝑅</m:t>
                                    </m:r>
                                  </m:e>
                                  <m:sub>
                                    <m:r>
                                      <a:rPr lang="en-US" b="0" i="1" smtClean="0">
                                        <a:solidFill>
                                          <a:schemeClr val="tx2">
                                            <a:lumMod val="10000"/>
                                          </a:schemeClr>
                                        </a:solidFill>
                                        <a:latin typeface="Cambria Math" panose="02040503050406030204" pitchFamily="18" charset="0"/>
                                        <a:cs typeface="Aban" pitchFamily="2" charset="-78"/>
                                      </a:rPr>
                                      <m:t>𝑃</m:t>
                                    </m:r>
                                  </m:sub>
                                  <m:sup>
                                    <m:r>
                                      <a:rPr lang="en-US" b="0" i="1" smtClean="0">
                                        <a:solidFill>
                                          <a:schemeClr val="tx2">
                                            <a:lumMod val="10000"/>
                                          </a:schemeClr>
                                        </a:solidFill>
                                        <a:latin typeface="Cambria Math" panose="02040503050406030204" pitchFamily="18" charset="0"/>
                                        <a:cs typeface="Aban" pitchFamily="2" charset="-78"/>
                                      </a:rPr>
                                      <m:t>𝑑</m:t>
                                    </m:r>
                                  </m:sup>
                                </m:sSubSup>
                                <m:r>
                                  <a:rPr lang="en-US" b="0" i="1" smtClean="0">
                                    <a:solidFill>
                                      <a:schemeClr val="tx2">
                                        <a:lumMod val="10000"/>
                                      </a:schemeClr>
                                    </a:solidFill>
                                    <a:latin typeface="Cambria Math" panose="02040503050406030204" pitchFamily="18" charset="0"/>
                                    <a:cs typeface="Aban" pitchFamily="2" charset="-78"/>
                                  </a:rPr>
                                  <m:t>.</m:t>
                                </m:r>
                                <m:d>
                                  <m:dPr>
                                    <m:ctrlPr>
                                      <a:rPr lang="en-US" b="0" i="1" smtClean="0">
                                        <a:solidFill>
                                          <a:schemeClr val="tx2">
                                            <a:lumMod val="10000"/>
                                          </a:schemeClr>
                                        </a:solidFill>
                                        <a:latin typeface="Cambria Math" panose="02040503050406030204" pitchFamily="18" charset="0"/>
                                        <a:cs typeface="Aban" pitchFamily="2" charset="-78"/>
                                      </a:rPr>
                                    </m:ctrlPr>
                                  </m:dPr>
                                  <m:e>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𝑈</m:t>
                                        </m:r>
                                      </m:e>
                                      <m:sub>
                                        <m:r>
                                          <a:rPr lang="en-US" b="0" i="1" smtClean="0">
                                            <a:solidFill>
                                              <a:schemeClr val="tx2">
                                                <a:lumMod val="10000"/>
                                              </a:schemeClr>
                                            </a:solidFill>
                                            <a:latin typeface="Cambria Math" panose="02040503050406030204" pitchFamily="18" charset="0"/>
                                            <a:cs typeface="Aban" pitchFamily="2" charset="-78"/>
                                          </a:rPr>
                                          <m:t>1</m:t>
                                        </m:r>
                                      </m:sub>
                                    </m:sSub>
                                    <m:r>
                                      <a:rPr lang="en-US" b="0" i="1" smtClean="0">
                                        <a:solidFill>
                                          <a:schemeClr val="tx2">
                                            <a:lumMod val="10000"/>
                                          </a:schemeClr>
                                        </a:solidFill>
                                        <a:latin typeface="Cambria Math" panose="02040503050406030204" pitchFamily="18" charset="0"/>
                                        <a:cs typeface="Aban" pitchFamily="2" charset="-78"/>
                                      </a:rPr>
                                      <m:t>−</m:t>
                                    </m:r>
                                    <m:sSub>
                                      <m:sSubPr>
                                        <m:ctrlPr>
                                          <a:rPr lang="en-US" b="0" i="1" smtClean="0">
                                            <a:solidFill>
                                              <a:schemeClr val="tx2">
                                                <a:lumMod val="10000"/>
                                              </a:schemeClr>
                                            </a:solidFill>
                                            <a:latin typeface="Cambria Math" panose="02040503050406030204" pitchFamily="18" charset="0"/>
                                            <a:cs typeface="Aban" pitchFamily="2" charset="-78"/>
                                          </a:rPr>
                                        </m:ctrlPr>
                                      </m:sSubPr>
                                      <m:e>
                                        <m:r>
                                          <a:rPr lang="en-US" b="0" i="1" smtClean="0">
                                            <a:solidFill>
                                              <a:schemeClr val="tx2">
                                                <a:lumMod val="10000"/>
                                              </a:schemeClr>
                                            </a:solidFill>
                                            <a:latin typeface="Cambria Math" panose="02040503050406030204" pitchFamily="18" charset="0"/>
                                            <a:cs typeface="Aban" pitchFamily="2" charset="-78"/>
                                          </a:rPr>
                                          <m:t>𝑈</m:t>
                                        </m:r>
                                      </m:e>
                                      <m:sub>
                                        <m:r>
                                          <a:rPr lang="en-US" b="0" i="1" smtClean="0">
                                            <a:solidFill>
                                              <a:schemeClr val="tx2">
                                                <a:lumMod val="10000"/>
                                              </a:schemeClr>
                                            </a:solidFill>
                                            <a:latin typeface="Cambria Math" panose="02040503050406030204" pitchFamily="18" charset="0"/>
                                            <a:cs typeface="Aban" pitchFamily="2" charset="-78"/>
                                          </a:rPr>
                                          <m:t>3</m:t>
                                        </m:r>
                                      </m:sub>
                                    </m:sSub>
                                  </m:e>
                                </m:d>
                                <m:r>
                                  <a:rPr lang="en-US" b="0" i="1" smtClean="0">
                                    <a:solidFill>
                                      <a:schemeClr val="tx2">
                                        <a:lumMod val="10000"/>
                                      </a:schemeClr>
                                    </a:solidFill>
                                    <a:latin typeface="Cambria Math" panose="02040503050406030204" pitchFamily="18" charset="0"/>
                                    <a:cs typeface="Aban" pitchFamily="2" charset="-78"/>
                                  </a:rPr>
                                  <m:t>−</m:t>
                                </m:r>
                                <m:r>
                                  <a:rPr lang="en-US" b="0" i="1" smtClean="0">
                                    <a:solidFill>
                                      <a:schemeClr val="tx2">
                                        <a:lumMod val="10000"/>
                                      </a:schemeClr>
                                    </a:solidFill>
                                    <a:latin typeface="Cambria Math" panose="02040503050406030204" pitchFamily="18" charset="0"/>
                                    <a:cs typeface="Aban" pitchFamily="2" charset="-78"/>
                                  </a:rPr>
                                  <m:t>𝐻</m:t>
                                </m:r>
                                <m:r>
                                  <a:rPr lang="en-US" b="0" i="1" smtClean="0">
                                    <a:solidFill>
                                      <a:schemeClr val="tx2">
                                        <a:lumMod val="10000"/>
                                      </a:schemeClr>
                                    </a:solidFill>
                                    <a:latin typeface="Cambria Math" panose="02040503050406030204" pitchFamily="18" charset="0"/>
                                    <a:cs typeface="Aban" pitchFamily="2" charset="-78"/>
                                  </a:rPr>
                                  <m:t>+</m:t>
                                </m:r>
                                <m:r>
                                  <a:rPr lang="en-US" b="0" i="1" smtClean="0">
                                    <a:solidFill>
                                      <a:schemeClr val="tx2">
                                        <a:lumMod val="10000"/>
                                      </a:schemeClr>
                                    </a:solidFill>
                                    <a:latin typeface="Cambria Math" panose="02040503050406030204" pitchFamily="18" charset="0"/>
                                    <a:cs typeface="Aban" pitchFamily="2" charset="-78"/>
                                  </a:rPr>
                                  <m:t>𝛾</m:t>
                                </m:r>
                              </m:oMath>
                            </m:oMathPara>
                          </a14:m>
                          <a:endParaRPr lang="en-US" dirty="0">
                            <a:solidFill>
                              <a:schemeClr val="tx2">
                                <a:lumMod val="10000"/>
                              </a:schemeClr>
                            </a:solidFill>
                            <a:cs typeface="Aban" pitchFamily="2" charset="-78"/>
                          </a:endParaRPr>
                        </a:p>
                      </a:txBody>
                      <a:tcPr anchor="ctr"/>
                    </a:tc>
                    <a:extLst>
                      <a:ext uri="{0D108BD9-81ED-4DB2-BD59-A6C34878D82A}">
                        <a16:rowId xmlns:a16="http://schemas.microsoft.com/office/drawing/2014/main" val="341847718"/>
                      </a:ext>
                    </a:extLst>
                  </a:tr>
                </a:tbl>
              </a:graphicData>
            </a:graphic>
          </p:graphicFrame>
        </mc:Choice>
        <mc:Fallback xmlns="">
          <p:graphicFrame>
            <p:nvGraphicFramePr>
              <p:cNvPr id="2" name="Table 3">
                <a:extLst>
                  <a:ext uri="{FF2B5EF4-FFF2-40B4-BE49-F238E27FC236}">
                    <a16:creationId xmlns:a16="http://schemas.microsoft.com/office/drawing/2014/main" id="{4F462D7A-644B-4994-B014-5404B53875F7}"/>
                  </a:ext>
                </a:extLst>
              </p:cNvPr>
              <p:cNvGraphicFramePr>
                <a:graphicFrameLocks noGrp="1"/>
              </p:cNvGraphicFramePr>
              <p:nvPr>
                <p:extLst>
                  <p:ext uri="{D42A27DB-BD31-4B8C-83A1-F6EECF244321}">
                    <p14:modId xmlns:p14="http://schemas.microsoft.com/office/powerpoint/2010/main" val="1043463268"/>
                  </p:ext>
                </p:extLst>
              </p:nvPr>
            </p:nvGraphicFramePr>
            <p:xfrm>
              <a:off x="1060983" y="539750"/>
              <a:ext cx="7203518" cy="4034142"/>
            </p:xfrm>
            <a:graphic>
              <a:graphicData uri="http://schemas.openxmlformats.org/drawingml/2006/table">
                <a:tbl>
                  <a:tblPr bandRow="1">
                    <a:noFill/>
                    <a:tableStyleId>{284E427A-3D55-4303-BF80-6455036E1DE7}</a:tableStyleId>
                  </a:tblPr>
                  <a:tblGrid>
                    <a:gridCol w="1226248">
                      <a:extLst>
                        <a:ext uri="{9D8B030D-6E8A-4147-A177-3AD203B41FA5}">
                          <a16:colId xmlns:a16="http://schemas.microsoft.com/office/drawing/2014/main" val="1295714371"/>
                        </a:ext>
                      </a:extLst>
                    </a:gridCol>
                    <a:gridCol w="5977270">
                      <a:extLst>
                        <a:ext uri="{9D8B030D-6E8A-4147-A177-3AD203B41FA5}">
                          <a16:colId xmlns:a16="http://schemas.microsoft.com/office/drawing/2014/main" val="2524005478"/>
                        </a:ext>
                      </a:extLst>
                    </a:gridCol>
                  </a:tblGrid>
                  <a:tr h="508762">
                    <a:tc>
                      <a:txBody>
                        <a:bodyPr/>
                        <a:lstStyle/>
                        <a:p>
                          <a:pPr algn="ctr"/>
                          <a:endParaRPr lang="en-US" dirty="0">
                            <a:solidFill>
                              <a:schemeClr val="tx2">
                                <a:lumMod val="10000"/>
                              </a:schemeClr>
                            </a:solidFill>
                            <a:cs typeface="Aban" pitchFamily="2" charset="-78"/>
                          </a:endParaRPr>
                        </a:p>
                      </a:txBody>
                      <a:tcPr anchor="ctr">
                        <a:lnL w="9525" cap="flat" cmpd="sng" algn="ctr">
                          <a:noFill/>
                          <a:prstDash val="solid"/>
                        </a:lnL>
                        <a:lnR w="12700" cap="flat" cmpd="sng" algn="ctr">
                          <a:solidFill>
                            <a:schemeClr val="tx1"/>
                          </a:solidFill>
                          <a:prstDash val="solid"/>
                          <a:round/>
                          <a:headEnd type="none" w="med" len="med"/>
                          <a:tailEnd type="none" w="med" len="med"/>
                        </a:lnR>
                        <a:lnT w="9525" cap="flat" cmpd="sng" algn="ctr">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75000"/>
                            <a:lumOff val="25000"/>
                            <a:alpha val="0"/>
                          </a:schemeClr>
                        </a:solidFill>
                      </a:tcPr>
                    </a:tc>
                    <a:tc>
                      <a:txBody>
                        <a:bodyPr/>
                        <a:lstStyle/>
                        <a:p>
                          <a:pPr algn="ctr"/>
                          <a:r>
                            <a:rPr lang="fa-IR" dirty="0">
                              <a:solidFill>
                                <a:schemeClr val="tx2">
                                  <a:lumMod val="10000"/>
                                </a:schemeClr>
                              </a:solidFill>
                              <a:cs typeface="Aban" pitchFamily="2" charset="-78"/>
                            </a:rPr>
                            <a:t>تابع سود</a:t>
                          </a:r>
                          <a:endParaRPr lang="en-US" dirty="0">
                            <a:solidFill>
                              <a:schemeClr val="tx2">
                                <a:lumMod val="10000"/>
                              </a:schemeClr>
                            </a:solidFill>
                            <a:cs typeface="Aban" pitchFamily="2" charset="-78"/>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300195985"/>
                      </a:ext>
                    </a:extLst>
                  </a:tr>
                  <a:tr h="1762690">
                    <a:tc>
                      <a:txBody>
                        <a:bodyPr/>
                        <a:lstStyle/>
                        <a:p>
                          <a:pPr algn="ctr"/>
                          <a:r>
                            <a:rPr lang="fa-IR" dirty="0">
                              <a:solidFill>
                                <a:schemeClr val="tx2">
                                  <a:lumMod val="10000"/>
                                </a:schemeClr>
                              </a:solidFill>
                              <a:cs typeface="Aban" pitchFamily="2" charset="-78"/>
                            </a:rPr>
                            <a:t>دکتر</a:t>
                          </a:r>
                          <a:endParaRPr lang="en-US" dirty="0">
                            <a:solidFill>
                              <a:schemeClr val="tx2">
                                <a:lumMod val="10000"/>
                              </a:schemeClr>
                            </a:solidFill>
                            <a:cs typeface="Aban" pitchFamily="2" charset="-78"/>
                          </a:endParaRPr>
                        </a:p>
                      </a:txBody>
                      <a:tcPr anchor="ctr">
                        <a:lnT w="12700" cap="flat" cmpd="sng" algn="ctr">
                          <a:solidFill>
                            <a:schemeClr val="tx1"/>
                          </a:solidFill>
                          <a:prstDash val="solid"/>
                          <a:round/>
                          <a:headEnd type="none" w="med" len="med"/>
                          <a:tailEnd type="none" w="med" len="med"/>
                        </a:lnT>
                      </a:tcPr>
                    </a:tc>
                    <a:tc>
                      <a:txBody>
                        <a:bodyPr/>
                        <a:lstStyle/>
                        <a:p>
                          <a:endParaRPr lang="en-US"/>
                        </a:p>
                      </a:txBody>
                      <a:tcPr anchor="ctr">
                        <a:blipFill>
                          <a:blip r:embed="rId3"/>
                          <a:stretch>
                            <a:fillRect l="-21305" t="-30450" r="-815" b="-104152"/>
                          </a:stretch>
                        </a:blipFill>
                      </a:tcPr>
                    </a:tc>
                    <a:extLst>
                      <a:ext uri="{0D108BD9-81ED-4DB2-BD59-A6C34878D82A}">
                        <a16:rowId xmlns:a16="http://schemas.microsoft.com/office/drawing/2014/main" val="194951509"/>
                      </a:ext>
                    </a:extLst>
                  </a:tr>
                  <a:tr h="1762690">
                    <a:tc>
                      <a:txBody>
                        <a:bodyPr/>
                        <a:lstStyle/>
                        <a:p>
                          <a:pPr algn="ctr"/>
                          <a:r>
                            <a:rPr lang="fa-IR" dirty="0">
                              <a:solidFill>
                                <a:schemeClr val="tx2">
                                  <a:lumMod val="10000"/>
                                </a:schemeClr>
                              </a:solidFill>
                              <a:cs typeface="Aban" pitchFamily="2" charset="-78"/>
                            </a:rPr>
                            <a:t>بیمار</a:t>
                          </a:r>
                          <a:endParaRPr lang="en-US" dirty="0">
                            <a:solidFill>
                              <a:schemeClr val="tx2">
                                <a:lumMod val="10000"/>
                              </a:schemeClr>
                            </a:solidFill>
                            <a:cs typeface="Aban" pitchFamily="2" charset="-78"/>
                          </a:endParaRPr>
                        </a:p>
                      </a:txBody>
                      <a:tcPr anchor="ctr"/>
                    </a:tc>
                    <a:tc>
                      <a:txBody>
                        <a:bodyPr/>
                        <a:lstStyle/>
                        <a:p>
                          <a:endParaRPr lang="en-US"/>
                        </a:p>
                      </a:txBody>
                      <a:tcPr anchor="ctr">
                        <a:blipFill>
                          <a:blip r:embed="rId3"/>
                          <a:stretch>
                            <a:fillRect l="-21305" t="-130000" r="-815" b="-3793"/>
                          </a:stretch>
                        </a:blipFill>
                      </a:tcPr>
                    </a:tc>
                    <a:extLst>
                      <a:ext uri="{0D108BD9-81ED-4DB2-BD59-A6C34878D82A}">
                        <a16:rowId xmlns:a16="http://schemas.microsoft.com/office/drawing/2014/main" val="341847718"/>
                      </a:ext>
                    </a:extLst>
                  </a:tr>
                </a:tbl>
              </a:graphicData>
            </a:graphic>
          </p:graphicFrame>
        </mc:Fallback>
      </mc:AlternateContent>
    </p:spTree>
    <p:extLst>
      <p:ext uri="{BB962C8B-B14F-4D97-AF65-F5344CB8AC3E}">
        <p14:creationId xmlns:p14="http://schemas.microsoft.com/office/powerpoint/2010/main" val="1812235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92"/>
        <p:cNvGrpSpPr/>
        <p:nvPr/>
      </p:nvGrpSpPr>
      <p:grpSpPr>
        <a:xfrm>
          <a:off x="0" y="0"/>
          <a:ext cx="0" cy="0"/>
          <a:chOff x="0" y="0"/>
          <a:chExt cx="0" cy="0"/>
        </a:xfrm>
      </p:grpSpPr>
      <p:sp>
        <p:nvSpPr>
          <p:cNvPr id="2393" name="Google Shape;2393;p96"/>
          <p:cNvSpPr txBox="1">
            <a:spLocks noGrp="1"/>
          </p:cNvSpPr>
          <p:nvPr>
            <p:ph type="title"/>
          </p:nvPr>
        </p:nvSpPr>
        <p:spPr>
          <a:xfrm>
            <a:off x="6038480" y="1914463"/>
            <a:ext cx="2385600" cy="54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a-IR" dirty="0">
                <a:cs typeface="A Naskh Tahrir" panose="00000700000000000000" pitchFamily="2" charset="-78"/>
              </a:rPr>
              <a:t>تعادل های نش محض</a:t>
            </a:r>
            <a:endParaRPr dirty="0">
              <a:cs typeface="A Naskh Tahrir" panose="00000700000000000000" pitchFamily="2" charset="-78"/>
            </a:endParaRPr>
          </a:p>
        </p:txBody>
      </p:sp>
      <p:sp>
        <p:nvSpPr>
          <p:cNvPr id="2394" name="Google Shape;2394;p96"/>
          <p:cNvSpPr txBox="1">
            <a:spLocks noGrp="1"/>
          </p:cNvSpPr>
          <p:nvPr>
            <p:ph type="title" idx="2"/>
          </p:nvPr>
        </p:nvSpPr>
        <p:spPr>
          <a:xfrm>
            <a:off x="3721350" y="1878300"/>
            <a:ext cx="2024700" cy="1386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
        <p:nvSpPr>
          <p:cNvPr id="2395" name="Google Shape;2395;p96"/>
          <p:cNvSpPr txBox="1">
            <a:spLocks noGrp="1"/>
          </p:cNvSpPr>
          <p:nvPr>
            <p:ph type="subTitle" idx="1"/>
          </p:nvPr>
        </p:nvSpPr>
        <p:spPr>
          <a:xfrm>
            <a:off x="6032400" y="2526438"/>
            <a:ext cx="2391300" cy="702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96" name="Google Shape;2396;p96"/>
          <p:cNvSpPr/>
          <p:nvPr/>
        </p:nvSpPr>
        <p:spPr>
          <a:xfrm rot="-1800380">
            <a:off x="627619" y="1290097"/>
            <a:ext cx="2805062" cy="2805062"/>
          </a:xfrm>
          <a:prstGeom prst="roundRect">
            <a:avLst>
              <a:gd name="adj" fmla="val 16667"/>
            </a:avLst>
          </a:prstGeom>
          <a:solidFill>
            <a:srgbClr val="5081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a-IR" sz="3500" dirty="0">
                <a:solidFill>
                  <a:schemeClr val="dk1"/>
                </a:solidFill>
                <a:latin typeface="Lilita One"/>
                <a:ea typeface="Lilita One"/>
                <a:cs typeface="Aban" pitchFamily="2" charset="-78"/>
                <a:sym typeface="Lilita One"/>
              </a:rPr>
              <a:t>همه چیز واضح است !؟</a:t>
            </a:r>
            <a:endParaRPr sz="3500" dirty="0">
              <a:solidFill>
                <a:srgbClr val="CEEBFF"/>
              </a:solidFill>
              <a:latin typeface="Lilita One"/>
              <a:ea typeface="Lilita One"/>
              <a:cs typeface="Aban" pitchFamily="2" charset="-78"/>
              <a:sym typeface="Lilita One"/>
            </a:endParaRPr>
          </a:p>
        </p:txBody>
      </p:sp>
      <p:grpSp>
        <p:nvGrpSpPr>
          <p:cNvPr id="2397" name="Google Shape;2397;p96"/>
          <p:cNvGrpSpPr/>
          <p:nvPr/>
        </p:nvGrpSpPr>
        <p:grpSpPr>
          <a:xfrm>
            <a:off x="417435" y="237007"/>
            <a:ext cx="591604" cy="615737"/>
            <a:chOff x="5593285" y="1262634"/>
            <a:chExt cx="1852814" cy="1928398"/>
          </a:xfrm>
        </p:grpSpPr>
        <p:sp>
          <p:nvSpPr>
            <p:cNvPr id="2398" name="Google Shape;2398;p96"/>
            <p:cNvSpPr/>
            <p:nvPr/>
          </p:nvSpPr>
          <p:spPr>
            <a:xfrm rot="1799956">
              <a:off x="6377770" y="2014775"/>
              <a:ext cx="639880" cy="1089253"/>
            </a:xfrm>
            <a:custGeom>
              <a:avLst/>
              <a:gdLst/>
              <a:ahLst/>
              <a:cxnLst/>
              <a:rect l="l" t="t" r="r" b="b"/>
              <a:pathLst>
                <a:path w="18178" h="30944" extrusionOk="0">
                  <a:moveTo>
                    <a:pt x="18177" y="0"/>
                  </a:moveTo>
                  <a:lnTo>
                    <a:pt x="1" y="9818"/>
                  </a:lnTo>
                  <a:lnTo>
                    <a:pt x="1" y="30943"/>
                  </a:lnTo>
                  <a:lnTo>
                    <a:pt x="18177" y="20153"/>
                  </a:lnTo>
                  <a:lnTo>
                    <a:pt x="18177" y="0"/>
                  </a:lnTo>
                  <a:close/>
                </a:path>
              </a:pathLst>
            </a:custGeom>
            <a:solidFill>
              <a:srgbClr val="B59F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96"/>
            <p:cNvSpPr/>
            <p:nvPr/>
          </p:nvSpPr>
          <p:spPr>
            <a:xfrm rot="1799956">
              <a:off x="6065202" y="1533009"/>
              <a:ext cx="1280781" cy="743652"/>
            </a:xfrm>
            <a:custGeom>
              <a:avLst/>
              <a:gdLst/>
              <a:ahLst/>
              <a:cxnLst/>
              <a:rect l="l" t="t" r="r" b="b"/>
              <a:pathLst>
                <a:path w="36385" h="21126" extrusionOk="0">
                  <a:moveTo>
                    <a:pt x="18694" y="0"/>
                  </a:moveTo>
                  <a:lnTo>
                    <a:pt x="1" y="10821"/>
                  </a:lnTo>
                  <a:lnTo>
                    <a:pt x="18208" y="21125"/>
                  </a:lnTo>
                  <a:lnTo>
                    <a:pt x="36384" y="11307"/>
                  </a:lnTo>
                  <a:lnTo>
                    <a:pt x="18694" y="0"/>
                  </a:lnTo>
                  <a:close/>
                </a:path>
              </a:pathLst>
            </a:custGeom>
            <a:solidFill>
              <a:srgbClr val="E0CF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96"/>
            <p:cNvSpPr/>
            <p:nvPr/>
          </p:nvSpPr>
          <p:spPr>
            <a:xfrm rot="1799956">
              <a:off x="5826936" y="1678634"/>
              <a:ext cx="640936" cy="1106361"/>
            </a:xfrm>
            <a:custGeom>
              <a:avLst/>
              <a:gdLst/>
              <a:ahLst/>
              <a:cxnLst/>
              <a:rect l="l" t="t" r="r" b="b"/>
              <a:pathLst>
                <a:path w="18208" h="31430" extrusionOk="0">
                  <a:moveTo>
                    <a:pt x="1" y="0"/>
                  </a:moveTo>
                  <a:lnTo>
                    <a:pt x="1" y="20639"/>
                  </a:lnTo>
                  <a:lnTo>
                    <a:pt x="18208" y="31429"/>
                  </a:lnTo>
                  <a:lnTo>
                    <a:pt x="18208" y="10304"/>
                  </a:lnTo>
                  <a:lnTo>
                    <a:pt x="1" y="0"/>
                  </a:lnTo>
                  <a:close/>
                </a:path>
              </a:pathLst>
            </a:custGeom>
            <a:solidFill>
              <a:srgbClr val="CDB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96"/>
            <p:cNvSpPr/>
            <p:nvPr/>
          </p:nvSpPr>
          <p:spPr>
            <a:xfrm rot="1799956">
              <a:off x="6605689" y="2310697"/>
              <a:ext cx="77090" cy="139149"/>
            </a:xfrm>
            <a:custGeom>
              <a:avLst/>
              <a:gdLst/>
              <a:ahLst/>
              <a:cxnLst/>
              <a:rect l="l" t="t" r="r" b="b"/>
              <a:pathLst>
                <a:path w="2190" h="3953" extrusionOk="0">
                  <a:moveTo>
                    <a:pt x="244" y="1"/>
                  </a:moveTo>
                  <a:cubicBezTo>
                    <a:pt x="153" y="1"/>
                    <a:pt x="61" y="31"/>
                    <a:pt x="1" y="31"/>
                  </a:cubicBezTo>
                  <a:cubicBezTo>
                    <a:pt x="943" y="153"/>
                    <a:pt x="1703" y="973"/>
                    <a:pt x="1703" y="1976"/>
                  </a:cubicBezTo>
                  <a:cubicBezTo>
                    <a:pt x="1703" y="2979"/>
                    <a:pt x="943" y="3800"/>
                    <a:pt x="1" y="3922"/>
                  </a:cubicBezTo>
                  <a:cubicBezTo>
                    <a:pt x="61" y="3922"/>
                    <a:pt x="153" y="3952"/>
                    <a:pt x="244" y="3952"/>
                  </a:cubicBezTo>
                  <a:cubicBezTo>
                    <a:pt x="1308" y="3952"/>
                    <a:pt x="2189" y="3071"/>
                    <a:pt x="2189" y="1976"/>
                  </a:cubicBezTo>
                  <a:cubicBezTo>
                    <a:pt x="2189" y="882"/>
                    <a:pt x="130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96"/>
            <p:cNvSpPr/>
            <p:nvPr/>
          </p:nvSpPr>
          <p:spPr>
            <a:xfrm rot="1799956">
              <a:off x="6549921" y="2292252"/>
              <a:ext cx="120950" cy="136966"/>
            </a:xfrm>
            <a:custGeom>
              <a:avLst/>
              <a:gdLst/>
              <a:ahLst/>
              <a:cxnLst/>
              <a:rect l="l" t="t" r="r" b="b"/>
              <a:pathLst>
                <a:path w="3436" h="3891" extrusionOk="0">
                  <a:moveTo>
                    <a:pt x="1703" y="0"/>
                  </a:moveTo>
                  <a:cubicBezTo>
                    <a:pt x="761" y="0"/>
                    <a:pt x="1" y="882"/>
                    <a:pt x="1" y="1945"/>
                  </a:cubicBezTo>
                  <a:cubicBezTo>
                    <a:pt x="1" y="3009"/>
                    <a:pt x="761" y="3891"/>
                    <a:pt x="1703" y="3891"/>
                  </a:cubicBezTo>
                  <a:cubicBezTo>
                    <a:pt x="2676" y="3891"/>
                    <a:pt x="3436" y="3009"/>
                    <a:pt x="3436" y="1945"/>
                  </a:cubicBezTo>
                  <a:cubicBezTo>
                    <a:pt x="3436" y="882"/>
                    <a:pt x="2676" y="0"/>
                    <a:pt x="170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96"/>
            <p:cNvSpPr/>
            <p:nvPr/>
          </p:nvSpPr>
          <p:spPr>
            <a:xfrm rot="1799956">
              <a:off x="6442560" y="2687541"/>
              <a:ext cx="78146" cy="139114"/>
            </a:xfrm>
            <a:custGeom>
              <a:avLst/>
              <a:gdLst/>
              <a:ahLst/>
              <a:cxnLst/>
              <a:rect l="l" t="t" r="r" b="b"/>
              <a:pathLst>
                <a:path w="2220" h="3952" extrusionOk="0">
                  <a:moveTo>
                    <a:pt x="244" y="0"/>
                  </a:moveTo>
                  <a:cubicBezTo>
                    <a:pt x="183" y="0"/>
                    <a:pt x="92" y="31"/>
                    <a:pt x="1" y="31"/>
                  </a:cubicBezTo>
                  <a:cubicBezTo>
                    <a:pt x="974" y="152"/>
                    <a:pt x="1734" y="973"/>
                    <a:pt x="1734" y="1976"/>
                  </a:cubicBezTo>
                  <a:cubicBezTo>
                    <a:pt x="1734" y="2979"/>
                    <a:pt x="974" y="3800"/>
                    <a:pt x="1" y="3921"/>
                  </a:cubicBezTo>
                  <a:cubicBezTo>
                    <a:pt x="92" y="3921"/>
                    <a:pt x="183" y="3952"/>
                    <a:pt x="244" y="3952"/>
                  </a:cubicBezTo>
                  <a:cubicBezTo>
                    <a:pt x="1338" y="3952"/>
                    <a:pt x="2220" y="3070"/>
                    <a:pt x="2220" y="1976"/>
                  </a:cubicBezTo>
                  <a:cubicBezTo>
                    <a:pt x="2220" y="882"/>
                    <a:pt x="1338" y="0"/>
                    <a:pt x="24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96"/>
            <p:cNvSpPr/>
            <p:nvPr/>
          </p:nvSpPr>
          <p:spPr>
            <a:xfrm rot="1799956">
              <a:off x="6387808" y="2669343"/>
              <a:ext cx="120950" cy="137001"/>
            </a:xfrm>
            <a:custGeom>
              <a:avLst/>
              <a:gdLst/>
              <a:ahLst/>
              <a:cxnLst/>
              <a:rect l="l" t="t" r="r" b="b"/>
              <a:pathLst>
                <a:path w="3436" h="3892" extrusionOk="0">
                  <a:moveTo>
                    <a:pt x="1703" y="1"/>
                  </a:moveTo>
                  <a:cubicBezTo>
                    <a:pt x="761" y="1"/>
                    <a:pt x="1" y="882"/>
                    <a:pt x="1" y="1946"/>
                  </a:cubicBezTo>
                  <a:cubicBezTo>
                    <a:pt x="1" y="3010"/>
                    <a:pt x="761" y="3891"/>
                    <a:pt x="1703" y="3891"/>
                  </a:cubicBezTo>
                  <a:cubicBezTo>
                    <a:pt x="2676" y="3891"/>
                    <a:pt x="3436" y="3010"/>
                    <a:pt x="3436" y="1946"/>
                  </a:cubicBezTo>
                  <a:cubicBezTo>
                    <a:pt x="3436" y="882"/>
                    <a:pt x="2676" y="1"/>
                    <a:pt x="170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96"/>
            <p:cNvSpPr/>
            <p:nvPr/>
          </p:nvSpPr>
          <p:spPr>
            <a:xfrm rot="1799956">
              <a:off x="6923881" y="2314455"/>
              <a:ext cx="122006" cy="137001"/>
            </a:xfrm>
            <a:custGeom>
              <a:avLst/>
              <a:gdLst/>
              <a:ahLst/>
              <a:cxnLst/>
              <a:rect l="l" t="t" r="r" b="b"/>
              <a:pathLst>
                <a:path w="3466" h="3892" extrusionOk="0">
                  <a:moveTo>
                    <a:pt x="1733" y="1"/>
                  </a:moveTo>
                  <a:cubicBezTo>
                    <a:pt x="791" y="1"/>
                    <a:pt x="1" y="882"/>
                    <a:pt x="1" y="1946"/>
                  </a:cubicBezTo>
                  <a:cubicBezTo>
                    <a:pt x="1" y="3040"/>
                    <a:pt x="791" y="3892"/>
                    <a:pt x="1733" y="3892"/>
                  </a:cubicBezTo>
                  <a:cubicBezTo>
                    <a:pt x="2676" y="3892"/>
                    <a:pt x="3466" y="3040"/>
                    <a:pt x="3466" y="1946"/>
                  </a:cubicBezTo>
                  <a:cubicBezTo>
                    <a:pt x="3466" y="882"/>
                    <a:pt x="2676"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96"/>
            <p:cNvSpPr/>
            <p:nvPr/>
          </p:nvSpPr>
          <p:spPr>
            <a:xfrm rot="1799956">
              <a:off x="5913516" y="2179727"/>
              <a:ext cx="83496" cy="138550"/>
            </a:xfrm>
            <a:custGeom>
              <a:avLst/>
              <a:gdLst/>
              <a:ahLst/>
              <a:cxnLst/>
              <a:rect l="l" t="t" r="r" b="b"/>
              <a:pathLst>
                <a:path w="2372" h="3936" extrusionOk="0">
                  <a:moveTo>
                    <a:pt x="301" y="0"/>
                  </a:moveTo>
                  <a:cubicBezTo>
                    <a:pt x="282" y="0"/>
                    <a:pt x="263" y="1"/>
                    <a:pt x="244" y="1"/>
                  </a:cubicBezTo>
                  <a:cubicBezTo>
                    <a:pt x="152" y="31"/>
                    <a:pt x="61" y="31"/>
                    <a:pt x="0" y="62"/>
                  </a:cubicBezTo>
                  <a:cubicBezTo>
                    <a:pt x="973" y="123"/>
                    <a:pt x="1763" y="883"/>
                    <a:pt x="1824" y="1886"/>
                  </a:cubicBezTo>
                  <a:cubicBezTo>
                    <a:pt x="1855" y="2889"/>
                    <a:pt x="1155" y="3740"/>
                    <a:pt x="213" y="3922"/>
                  </a:cubicBezTo>
                  <a:cubicBezTo>
                    <a:pt x="254" y="3922"/>
                    <a:pt x="308" y="3936"/>
                    <a:pt x="366" y="3936"/>
                  </a:cubicBezTo>
                  <a:cubicBezTo>
                    <a:pt x="396" y="3936"/>
                    <a:pt x="426" y="3932"/>
                    <a:pt x="456" y="3922"/>
                  </a:cubicBezTo>
                  <a:cubicBezTo>
                    <a:pt x="1520" y="3892"/>
                    <a:pt x="2371" y="2949"/>
                    <a:pt x="2310" y="1855"/>
                  </a:cubicBezTo>
                  <a:cubicBezTo>
                    <a:pt x="2251" y="810"/>
                    <a:pt x="1341"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96"/>
            <p:cNvSpPr/>
            <p:nvPr/>
          </p:nvSpPr>
          <p:spPr>
            <a:xfrm rot="1799956">
              <a:off x="5858415" y="2162128"/>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7" y="3867"/>
                  </a:cubicBezTo>
                  <a:cubicBezTo>
                    <a:pt x="1819" y="3867"/>
                    <a:pt x="1852" y="3866"/>
                    <a:pt x="1885" y="3864"/>
                  </a:cubicBezTo>
                  <a:cubicBezTo>
                    <a:pt x="2827" y="3834"/>
                    <a:pt x="3557"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96"/>
            <p:cNvSpPr/>
            <p:nvPr/>
          </p:nvSpPr>
          <p:spPr>
            <a:xfrm rot="1799956">
              <a:off x="6026175" y="2006187"/>
              <a:ext cx="83496" cy="138163"/>
            </a:xfrm>
            <a:custGeom>
              <a:avLst/>
              <a:gdLst/>
              <a:ahLst/>
              <a:cxnLst/>
              <a:rect l="l" t="t" r="r" b="b"/>
              <a:pathLst>
                <a:path w="2372" h="3925" extrusionOk="0">
                  <a:moveTo>
                    <a:pt x="357" y="1"/>
                  </a:moveTo>
                  <a:cubicBezTo>
                    <a:pt x="320" y="1"/>
                    <a:pt x="282" y="2"/>
                    <a:pt x="244" y="4"/>
                  </a:cubicBezTo>
                  <a:cubicBezTo>
                    <a:pt x="152" y="4"/>
                    <a:pt x="92" y="34"/>
                    <a:pt x="0" y="34"/>
                  </a:cubicBezTo>
                  <a:cubicBezTo>
                    <a:pt x="973" y="95"/>
                    <a:pt x="1763" y="885"/>
                    <a:pt x="1824" y="1888"/>
                  </a:cubicBezTo>
                  <a:cubicBezTo>
                    <a:pt x="1885" y="2861"/>
                    <a:pt x="1186" y="3742"/>
                    <a:pt x="213" y="3894"/>
                  </a:cubicBezTo>
                  <a:cubicBezTo>
                    <a:pt x="304" y="3925"/>
                    <a:pt x="365" y="3925"/>
                    <a:pt x="456" y="3925"/>
                  </a:cubicBezTo>
                  <a:cubicBezTo>
                    <a:pt x="1551" y="3864"/>
                    <a:pt x="2371" y="2922"/>
                    <a:pt x="2310" y="1858"/>
                  </a:cubicBezTo>
                  <a:cubicBezTo>
                    <a:pt x="2252" y="802"/>
                    <a:pt x="1400" y="1"/>
                    <a:pt x="357"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96"/>
            <p:cNvSpPr/>
            <p:nvPr/>
          </p:nvSpPr>
          <p:spPr>
            <a:xfrm rot="1799956">
              <a:off x="5972129" y="1988203"/>
              <a:ext cx="125209" cy="137107"/>
            </a:xfrm>
            <a:custGeom>
              <a:avLst/>
              <a:gdLst/>
              <a:ahLst/>
              <a:cxnLst/>
              <a:rect l="l" t="t" r="r" b="b"/>
              <a:pathLst>
                <a:path w="3557" h="3895" extrusionOk="0">
                  <a:moveTo>
                    <a:pt x="1767" y="0"/>
                  </a:moveTo>
                  <a:cubicBezTo>
                    <a:pt x="1736" y="0"/>
                    <a:pt x="1704" y="1"/>
                    <a:pt x="1672" y="3"/>
                  </a:cubicBezTo>
                  <a:cubicBezTo>
                    <a:pt x="700" y="64"/>
                    <a:pt x="1" y="976"/>
                    <a:pt x="61" y="2040"/>
                  </a:cubicBezTo>
                  <a:cubicBezTo>
                    <a:pt x="121" y="3084"/>
                    <a:pt x="884" y="3895"/>
                    <a:pt x="1833" y="3895"/>
                  </a:cubicBezTo>
                  <a:cubicBezTo>
                    <a:pt x="1850" y="3895"/>
                    <a:pt x="1868" y="3894"/>
                    <a:pt x="1885" y="3894"/>
                  </a:cubicBezTo>
                  <a:cubicBezTo>
                    <a:pt x="2827" y="3833"/>
                    <a:pt x="3557" y="2921"/>
                    <a:pt x="3496" y="1857"/>
                  </a:cubicBezTo>
                  <a:cubicBezTo>
                    <a:pt x="3437" y="829"/>
                    <a:pt x="2669" y="0"/>
                    <a:pt x="1767"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96"/>
            <p:cNvSpPr/>
            <p:nvPr/>
          </p:nvSpPr>
          <p:spPr>
            <a:xfrm rot="1799956">
              <a:off x="6133528" y="1828513"/>
              <a:ext cx="83496" cy="138656"/>
            </a:xfrm>
            <a:custGeom>
              <a:avLst/>
              <a:gdLst/>
              <a:ahLst/>
              <a:cxnLst/>
              <a:rect l="l" t="t" r="r" b="b"/>
              <a:pathLst>
                <a:path w="2372" h="3939" extrusionOk="0">
                  <a:moveTo>
                    <a:pt x="354" y="1"/>
                  </a:moveTo>
                  <a:cubicBezTo>
                    <a:pt x="318" y="1"/>
                    <a:pt x="281" y="2"/>
                    <a:pt x="244" y="4"/>
                  </a:cubicBezTo>
                  <a:cubicBezTo>
                    <a:pt x="153" y="4"/>
                    <a:pt x="92" y="34"/>
                    <a:pt x="1" y="65"/>
                  </a:cubicBezTo>
                  <a:cubicBezTo>
                    <a:pt x="974" y="126"/>
                    <a:pt x="1764" y="885"/>
                    <a:pt x="1825" y="1889"/>
                  </a:cubicBezTo>
                  <a:cubicBezTo>
                    <a:pt x="1885" y="2892"/>
                    <a:pt x="1186" y="3743"/>
                    <a:pt x="214" y="3925"/>
                  </a:cubicBezTo>
                  <a:cubicBezTo>
                    <a:pt x="275" y="3925"/>
                    <a:pt x="335" y="3939"/>
                    <a:pt x="387" y="3939"/>
                  </a:cubicBezTo>
                  <a:cubicBezTo>
                    <a:pt x="413" y="3939"/>
                    <a:pt x="437" y="3935"/>
                    <a:pt x="457" y="3925"/>
                  </a:cubicBezTo>
                  <a:cubicBezTo>
                    <a:pt x="1551" y="3864"/>
                    <a:pt x="2372" y="2952"/>
                    <a:pt x="2311" y="1858"/>
                  </a:cubicBezTo>
                  <a:cubicBezTo>
                    <a:pt x="2252" y="830"/>
                    <a:pt x="1399" y="1"/>
                    <a:pt x="3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96"/>
            <p:cNvSpPr/>
            <p:nvPr/>
          </p:nvSpPr>
          <p:spPr>
            <a:xfrm rot="1799956">
              <a:off x="6079344" y="1811559"/>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6" y="3867"/>
                  </a:cubicBezTo>
                  <a:cubicBezTo>
                    <a:pt x="1819" y="3867"/>
                    <a:pt x="1852" y="3866"/>
                    <a:pt x="1885" y="3864"/>
                  </a:cubicBezTo>
                  <a:cubicBezTo>
                    <a:pt x="2827" y="3834"/>
                    <a:pt x="3556"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96"/>
            <p:cNvSpPr/>
            <p:nvPr/>
          </p:nvSpPr>
          <p:spPr>
            <a:xfrm rot="1799956">
              <a:off x="6105082" y="2510591"/>
              <a:ext cx="80258" cy="139149"/>
            </a:xfrm>
            <a:custGeom>
              <a:avLst/>
              <a:gdLst/>
              <a:ahLst/>
              <a:cxnLst/>
              <a:rect l="l" t="t" r="r" b="b"/>
              <a:pathLst>
                <a:path w="2280" h="3953" extrusionOk="0">
                  <a:moveTo>
                    <a:pt x="300" y="0"/>
                  </a:moveTo>
                  <a:cubicBezTo>
                    <a:pt x="281" y="0"/>
                    <a:pt x="262" y="0"/>
                    <a:pt x="243" y="1"/>
                  </a:cubicBezTo>
                  <a:cubicBezTo>
                    <a:pt x="152" y="1"/>
                    <a:pt x="91" y="31"/>
                    <a:pt x="0" y="31"/>
                  </a:cubicBezTo>
                  <a:cubicBezTo>
                    <a:pt x="973" y="122"/>
                    <a:pt x="1733" y="943"/>
                    <a:pt x="1763" y="1916"/>
                  </a:cubicBezTo>
                  <a:cubicBezTo>
                    <a:pt x="1793" y="2919"/>
                    <a:pt x="1064" y="3770"/>
                    <a:pt x="91" y="3922"/>
                  </a:cubicBezTo>
                  <a:cubicBezTo>
                    <a:pt x="182" y="3922"/>
                    <a:pt x="274" y="3952"/>
                    <a:pt x="365" y="3952"/>
                  </a:cubicBezTo>
                  <a:cubicBezTo>
                    <a:pt x="1429" y="3922"/>
                    <a:pt x="2280" y="3010"/>
                    <a:pt x="2249" y="1916"/>
                  </a:cubicBezTo>
                  <a:cubicBezTo>
                    <a:pt x="2220" y="841"/>
                    <a:pt x="1368" y="0"/>
                    <a:pt x="300"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96"/>
            <p:cNvSpPr/>
            <p:nvPr/>
          </p:nvSpPr>
          <p:spPr>
            <a:xfrm rot="1799956">
              <a:off x="6050226" y="2492648"/>
              <a:ext cx="124153" cy="137037"/>
            </a:xfrm>
            <a:custGeom>
              <a:avLst/>
              <a:gdLst/>
              <a:ahLst/>
              <a:cxnLst/>
              <a:rect l="l" t="t" r="r" b="b"/>
              <a:pathLst>
                <a:path w="3527" h="3893" extrusionOk="0">
                  <a:moveTo>
                    <a:pt x="1752" y="0"/>
                  </a:moveTo>
                  <a:cubicBezTo>
                    <a:pt x="1736" y="0"/>
                    <a:pt x="1719" y="1"/>
                    <a:pt x="1703" y="1"/>
                  </a:cubicBezTo>
                  <a:cubicBezTo>
                    <a:pt x="761" y="32"/>
                    <a:pt x="1" y="913"/>
                    <a:pt x="31" y="2007"/>
                  </a:cubicBezTo>
                  <a:cubicBezTo>
                    <a:pt x="61" y="3053"/>
                    <a:pt x="854" y="3893"/>
                    <a:pt x="1776" y="3893"/>
                  </a:cubicBezTo>
                  <a:cubicBezTo>
                    <a:pt x="1792" y="3893"/>
                    <a:pt x="1808" y="3892"/>
                    <a:pt x="1825" y="3892"/>
                  </a:cubicBezTo>
                  <a:cubicBezTo>
                    <a:pt x="2767" y="3862"/>
                    <a:pt x="3527" y="2980"/>
                    <a:pt x="3496" y="1886"/>
                  </a:cubicBezTo>
                  <a:cubicBezTo>
                    <a:pt x="3467" y="840"/>
                    <a:pt x="2674" y="0"/>
                    <a:pt x="1752"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96"/>
            <p:cNvSpPr/>
            <p:nvPr/>
          </p:nvSpPr>
          <p:spPr>
            <a:xfrm rot="1799956">
              <a:off x="6222434" y="2340105"/>
              <a:ext cx="81349" cy="138093"/>
            </a:xfrm>
            <a:custGeom>
              <a:avLst/>
              <a:gdLst/>
              <a:ahLst/>
              <a:cxnLst/>
              <a:rect l="l" t="t" r="r" b="b"/>
              <a:pathLst>
                <a:path w="2311" h="3923" extrusionOk="0">
                  <a:moveTo>
                    <a:pt x="300" y="1"/>
                  </a:moveTo>
                  <a:cubicBezTo>
                    <a:pt x="281" y="1"/>
                    <a:pt x="262" y="1"/>
                    <a:pt x="243" y="2"/>
                  </a:cubicBezTo>
                  <a:cubicBezTo>
                    <a:pt x="152" y="2"/>
                    <a:pt x="91" y="32"/>
                    <a:pt x="0" y="32"/>
                  </a:cubicBezTo>
                  <a:cubicBezTo>
                    <a:pt x="973" y="123"/>
                    <a:pt x="1763" y="913"/>
                    <a:pt x="1793" y="1916"/>
                  </a:cubicBezTo>
                  <a:cubicBezTo>
                    <a:pt x="1824" y="2920"/>
                    <a:pt x="1094" y="3771"/>
                    <a:pt x="122" y="3923"/>
                  </a:cubicBezTo>
                  <a:lnTo>
                    <a:pt x="365" y="3923"/>
                  </a:lnTo>
                  <a:cubicBezTo>
                    <a:pt x="1459" y="3892"/>
                    <a:pt x="2310" y="2980"/>
                    <a:pt x="2280" y="1916"/>
                  </a:cubicBezTo>
                  <a:cubicBezTo>
                    <a:pt x="2250" y="841"/>
                    <a:pt x="1369" y="1"/>
                    <a:pt x="30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96"/>
            <p:cNvSpPr/>
            <p:nvPr/>
          </p:nvSpPr>
          <p:spPr>
            <a:xfrm rot="1799956">
              <a:off x="6168660" y="2322194"/>
              <a:ext cx="123062" cy="135945"/>
            </a:xfrm>
            <a:custGeom>
              <a:avLst/>
              <a:gdLst/>
              <a:ahLst/>
              <a:cxnLst/>
              <a:rect l="l" t="t" r="r" b="b"/>
              <a:pathLst>
                <a:path w="3496" h="3862" extrusionOk="0">
                  <a:moveTo>
                    <a:pt x="1723" y="0"/>
                  </a:moveTo>
                  <a:cubicBezTo>
                    <a:pt x="1706" y="0"/>
                    <a:pt x="1689" y="0"/>
                    <a:pt x="1672" y="1"/>
                  </a:cubicBezTo>
                  <a:cubicBezTo>
                    <a:pt x="730" y="31"/>
                    <a:pt x="0" y="913"/>
                    <a:pt x="31" y="1977"/>
                  </a:cubicBezTo>
                  <a:cubicBezTo>
                    <a:pt x="61" y="3022"/>
                    <a:pt x="824" y="3862"/>
                    <a:pt x="1745" y="3862"/>
                  </a:cubicBezTo>
                  <a:cubicBezTo>
                    <a:pt x="1761" y="3862"/>
                    <a:pt x="1777" y="3862"/>
                    <a:pt x="1794" y="3861"/>
                  </a:cubicBezTo>
                  <a:cubicBezTo>
                    <a:pt x="2736" y="3831"/>
                    <a:pt x="3496" y="2949"/>
                    <a:pt x="3465" y="1885"/>
                  </a:cubicBezTo>
                  <a:cubicBezTo>
                    <a:pt x="3436" y="840"/>
                    <a:pt x="2672" y="0"/>
                    <a:pt x="172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96"/>
            <p:cNvSpPr/>
            <p:nvPr/>
          </p:nvSpPr>
          <p:spPr>
            <a:xfrm rot="1799956">
              <a:off x="6333998" y="2166084"/>
              <a:ext cx="81349" cy="138093"/>
            </a:xfrm>
            <a:custGeom>
              <a:avLst/>
              <a:gdLst/>
              <a:ahLst/>
              <a:cxnLst/>
              <a:rect l="l" t="t" r="r" b="b"/>
              <a:pathLst>
                <a:path w="2311" h="3923" extrusionOk="0">
                  <a:moveTo>
                    <a:pt x="301" y="0"/>
                  </a:moveTo>
                  <a:cubicBezTo>
                    <a:pt x="282" y="0"/>
                    <a:pt x="263" y="1"/>
                    <a:pt x="244" y="1"/>
                  </a:cubicBezTo>
                  <a:cubicBezTo>
                    <a:pt x="183" y="1"/>
                    <a:pt x="92" y="1"/>
                    <a:pt x="1" y="32"/>
                  </a:cubicBezTo>
                  <a:cubicBezTo>
                    <a:pt x="973" y="123"/>
                    <a:pt x="1764" y="913"/>
                    <a:pt x="1794" y="1916"/>
                  </a:cubicBezTo>
                  <a:cubicBezTo>
                    <a:pt x="1824" y="2919"/>
                    <a:pt x="1095" y="3740"/>
                    <a:pt x="122" y="3892"/>
                  </a:cubicBezTo>
                  <a:cubicBezTo>
                    <a:pt x="213" y="3922"/>
                    <a:pt x="274" y="3922"/>
                    <a:pt x="365" y="3922"/>
                  </a:cubicBezTo>
                  <a:cubicBezTo>
                    <a:pt x="1460" y="3892"/>
                    <a:pt x="2311" y="2980"/>
                    <a:pt x="2280" y="1916"/>
                  </a:cubicBezTo>
                  <a:cubicBezTo>
                    <a:pt x="2250" y="841"/>
                    <a:pt x="1369"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96"/>
            <p:cNvSpPr/>
            <p:nvPr/>
          </p:nvSpPr>
          <p:spPr>
            <a:xfrm rot="1799956">
              <a:off x="6280230" y="2148150"/>
              <a:ext cx="123097" cy="135981"/>
            </a:xfrm>
            <a:custGeom>
              <a:avLst/>
              <a:gdLst/>
              <a:ahLst/>
              <a:cxnLst/>
              <a:rect l="l" t="t" r="r" b="b"/>
              <a:pathLst>
                <a:path w="3497" h="3863" extrusionOk="0">
                  <a:moveTo>
                    <a:pt x="1754" y="1"/>
                  </a:moveTo>
                  <a:cubicBezTo>
                    <a:pt x="1737" y="1"/>
                    <a:pt x="1720" y="1"/>
                    <a:pt x="1703" y="2"/>
                  </a:cubicBezTo>
                  <a:cubicBezTo>
                    <a:pt x="730" y="2"/>
                    <a:pt x="1" y="913"/>
                    <a:pt x="31" y="1977"/>
                  </a:cubicBezTo>
                  <a:cubicBezTo>
                    <a:pt x="61" y="3023"/>
                    <a:pt x="825" y="3863"/>
                    <a:pt x="1745" y="3863"/>
                  </a:cubicBezTo>
                  <a:cubicBezTo>
                    <a:pt x="1762" y="3863"/>
                    <a:pt x="1778" y="3862"/>
                    <a:pt x="1794" y="3862"/>
                  </a:cubicBezTo>
                  <a:cubicBezTo>
                    <a:pt x="2767" y="3831"/>
                    <a:pt x="3496" y="2950"/>
                    <a:pt x="3466" y="1886"/>
                  </a:cubicBezTo>
                  <a:cubicBezTo>
                    <a:pt x="3436" y="812"/>
                    <a:pt x="2673" y="1"/>
                    <a:pt x="17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96"/>
            <p:cNvSpPr/>
            <p:nvPr/>
          </p:nvSpPr>
          <p:spPr>
            <a:xfrm rot="1799956">
              <a:off x="7043305" y="2079862"/>
              <a:ext cx="93106" cy="137705"/>
            </a:xfrm>
            <a:custGeom>
              <a:avLst/>
              <a:gdLst/>
              <a:ahLst/>
              <a:cxnLst/>
              <a:rect l="l" t="t" r="r" b="b"/>
              <a:pathLst>
                <a:path w="2645" h="3912" extrusionOk="0">
                  <a:moveTo>
                    <a:pt x="578" y="0"/>
                  </a:moveTo>
                  <a:cubicBezTo>
                    <a:pt x="1520" y="244"/>
                    <a:pt x="2128" y="1186"/>
                    <a:pt x="2007" y="2158"/>
                  </a:cubicBezTo>
                  <a:cubicBezTo>
                    <a:pt x="1858" y="3140"/>
                    <a:pt x="1010" y="3831"/>
                    <a:pt x="62" y="3831"/>
                  </a:cubicBezTo>
                  <a:cubicBezTo>
                    <a:pt x="41" y="3831"/>
                    <a:pt x="21" y="3831"/>
                    <a:pt x="0" y="3830"/>
                  </a:cubicBezTo>
                  <a:lnTo>
                    <a:pt x="0" y="3830"/>
                  </a:lnTo>
                  <a:cubicBezTo>
                    <a:pt x="92" y="3861"/>
                    <a:pt x="152" y="3891"/>
                    <a:pt x="244" y="3891"/>
                  </a:cubicBezTo>
                  <a:cubicBezTo>
                    <a:pt x="341" y="3904"/>
                    <a:pt x="437" y="3911"/>
                    <a:pt x="531" y="3911"/>
                  </a:cubicBezTo>
                  <a:cubicBezTo>
                    <a:pt x="1504" y="3911"/>
                    <a:pt x="2327" y="3219"/>
                    <a:pt x="2493" y="2250"/>
                  </a:cubicBezTo>
                  <a:cubicBezTo>
                    <a:pt x="2645" y="1155"/>
                    <a:pt x="1885" y="152"/>
                    <a:pt x="82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96"/>
            <p:cNvSpPr/>
            <p:nvPr/>
          </p:nvSpPr>
          <p:spPr>
            <a:xfrm rot="1799956">
              <a:off x="6993310" y="2060930"/>
              <a:ext cx="130595" cy="136192"/>
            </a:xfrm>
            <a:custGeom>
              <a:avLst/>
              <a:gdLst/>
              <a:ahLst/>
              <a:cxnLst/>
              <a:rect l="l" t="t" r="r" b="b"/>
              <a:pathLst>
                <a:path w="3710" h="3869" extrusionOk="0">
                  <a:moveTo>
                    <a:pt x="1918" y="0"/>
                  </a:moveTo>
                  <a:cubicBezTo>
                    <a:pt x="1066" y="0"/>
                    <a:pt x="292" y="719"/>
                    <a:pt x="153" y="1691"/>
                  </a:cubicBezTo>
                  <a:cubicBezTo>
                    <a:pt x="1" y="2755"/>
                    <a:pt x="639" y="3728"/>
                    <a:pt x="1581" y="3849"/>
                  </a:cubicBezTo>
                  <a:cubicBezTo>
                    <a:pt x="1662" y="3862"/>
                    <a:pt x="1743" y="3869"/>
                    <a:pt x="1822" y="3869"/>
                  </a:cubicBezTo>
                  <a:cubicBezTo>
                    <a:pt x="2670" y="3869"/>
                    <a:pt x="3418" y="3150"/>
                    <a:pt x="3557" y="2177"/>
                  </a:cubicBezTo>
                  <a:cubicBezTo>
                    <a:pt x="3709" y="1114"/>
                    <a:pt x="3101" y="141"/>
                    <a:pt x="2159" y="19"/>
                  </a:cubicBezTo>
                  <a:cubicBezTo>
                    <a:pt x="2078" y="6"/>
                    <a:pt x="1998" y="0"/>
                    <a:pt x="191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96"/>
            <p:cNvSpPr/>
            <p:nvPr/>
          </p:nvSpPr>
          <p:spPr>
            <a:xfrm rot="1799956">
              <a:off x="6578787" y="2060069"/>
              <a:ext cx="93106" cy="138761"/>
            </a:xfrm>
            <a:custGeom>
              <a:avLst/>
              <a:gdLst/>
              <a:ahLst/>
              <a:cxnLst/>
              <a:rect l="l" t="t" r="r" b="b"/>
              <a:pathLst>
                <a:path w="2645" h="3942" extrusionOk="0">
                  <a:moveTo>
                    <a:pt x="578" y="1"/>
                  </a:moveTo>
                  <a:cubicBezTo>
                    <a:pt x="1520" y="274"/>
                    <a:pt x="2128" y="1186"/>
                    <a:pt x="2006" y="2189"/>
                  </a:cubicBezTo>
                  <a:cubicBezTo>
                    <a:pt x="1854" y="3162"/>
                    <a:pt x="973" y="3861"/>
                    <a:pt x="0" y="3861"/>
                  </a:cubicBezTo>
                  <a:cubicBezTo>
                    <a:pt x="91" y="3861"/>
                    <a:pt x="152" y="3892"/>
                    <a:pt x="243" y="3922"/>
                  </a:cubicBezTo>
                  <a:cubicBezTo>
                    <a:pt x="337" y="3935"/>
                    <a:pt x="430" y="3941"/>
                    <a:pt x="522" y="3941"/>
                  </a:cubicBezTo>
                  <a:cubicBezTo>
                    <a:pt x="1499" y="3941"/>
                    <a:pt x="2326" y="3223"/>
                    <a:pt x="2493" y="2250"/>
                  </a:cubicBezTo>
                  <a:cubicBezTo>
                    <a:pt x="2645" y="1186"/>
                    <a:pt x="1885" y="183"/>
                    <a:pt x="821" y="31"/>
                  </a:cubicBezTo>
                  <a:cubicBezTo>
                    <a:pt x="730" y="1"/>
                    <a:pt x="669" y="1"/>
                    <a:pt x="578"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96"/>
            <p:cNvSpPr/>
            <p:nvPr/>
          </p:nvSpPr>
          <p:spPr>
            <a:xfrm rot="1799956">
              <a:off x="6528794" y="2041340"/>
              <a:ext cx="130560" cy="136825"/>
            </a:xfrm>
            <a:custGeom>
              <a:avLst/>
              <a:gdLst/>
              <a:ahLst/>
              <a:cxnLst/>
              <a:rect l="l" t="t" r="r" b="b"/>
              <a:pathLst>
                <a:path w="3709" h="3887" extrusionOk="0">
                  <a:moveTo>
                    <a:pt x="1953" y="1"/>
                  </a:moveTo>
                  <a:cubicBezTo>
                    <a:pt x="1087" y="1"/>
                    <a:pt x="293" y="700"/>
                    <a:pt x="153" y="1686"/>
                  </a:cubicBezTo>
                  <a:cubicBezTo>
                    <a:pt x="1" y="2749"/>
                    <a:pt x="639" y="3722"/>
                    <a:pt x="1581" y="3874"/>
                  </a:cubicBezTo>
                  <a:cubicBezTo>
                    <a:pt x="1648" y="3883"/>
                    <a:pt x="1714" y="3887"/>
                    <a:pt x="1780" y="3887"/>
                  </a:cubicBezTo>
                  <a:cubicBezTo>
                    <a:pt x="2644" y="3887"/>
                    <a:pt x="3416" y="3163"/>
                    <a:pt x="3557" y="2202"/>
                  </a:cubicBezTo>
                  <a:cubicBezTo>
                    <a:pt x="3709" y="1139"/>
                    <a:pt x="3101" y="166"/>
                    <a:pt x="2159" y="14"/>
                  </a:cubicBezTo>
                  <a:cubicBezTo>
                    <a:pt x="2090" y="5"/>
                    <a:pt x="2021" y="1"/>
                    <a:pt x="195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96"/>
            <p:cNvSpPr/>
            <p:nvPr/>
          </p:nvSpPr>
          <p:spPr>
            <a:xfrm rot="1799956">
              <a:off x="6345570" y="16487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96"/>
            <p:cNvSpPr/>
            <p:nvPr/>
          </p:nvSpPr>
          <p:spPr>
            <a:xfrm rot="1799956">
              <a:off x="6295495" y="16302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96"/>
            <p:cNvSpPr/>
            <p:nvPr/>
          </p:nvSpPr>
          <p:spPr>
            <a:xfrm rot="1799956">
              <a:off x="6698617" y="1852529"/>
              <a:ext cx="93106" cy="138726"/>
            </a:xfrm>
            <a:custGeom>
              <a:avLst/>
              <a:gdLst/>
              <a:ahLst/>
              <a:cxnLst/>
              <a:rect l="l" t="t" r="r" b="b"/>
              <a:pathLst>
                <a:path w="2645" h="3941" extrusionOk="0">
                  <a:moveTo>
                    <a:pt x="578" y="0"/>
                  </a:moveTo>
                  <a:cubicBezTo>
                    <a:pt x="1520" y="274"/>
                    <a:pt x="2128" y="1186"/>
                    <a:pt x="2006" y="2189"/>
                  </a:cubicBezTo>
                  <a:cubicBezTo>
                    <a:pt x="1854" y="3161"/>
                    <a:pt x="973" y="3861"/>
                    <a:pt x="0" y="3861"/>
                  </a:cubicBezTo>
                  <a:cubicBezTo>
                    <a:pt x="91" y="3861"/>
                    <a:pt x="152" y="3891"/>
                    <a:pt x="243"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96"/>
            <p:cNvSpPr/>
            <p:nvPr/>
          </p:nvSpPr>
          <p:spPr>
            <a:xfrm rot="1799956">
              <a:off x="6648542" y="1834071"/>
              <a:ext cx="131651" cy="136825"/>
            </a:xfrm>
            <a:custGeom>
              <a:avLst/>
              <a:gdLst/>
              <a:ahLst/>
              <a:cxnLst/>
              <a:rect l="l" t="t" r="r" b="b"/>
              <a:pathLst>
                <a:path w="3740" h="3887" extrusionOk="0">
                  <a:moveTo>
                    <a:pt x="1953" y="0"/>
                  </a:moveTo>
                  <a:cubicBezTo>
                    <a:pt x="1087" y="0"/>
                    <a:pt x="293" y="699"/>
                    <a:pt x="153" y="1685"/>
                  </a:cubicBezTo>
                  <a:cubicBezTo>
                    <a:pt x="1" y="2749"/>
                    <a:pt x="639" y="3722"/>
                    <a:pt x="1581" y="3874"/>
                  </a:cubicBezTo>
                  <a:cubicBezTo>
                    <a:pt x="1648" y="3882"/>
                    <a:pt x="1714" y="3886"/>
                    <a:pt x="1780" y="3886"/>
                  </a:cubicBezTo>
                  <a:cubicBezTo>
                    <a:pt x="2644" y="3886"/>
                    <a:pt x="3416" y="3162"/>
                    <a:pt x="3557" y="2202"/>
                  </a:cubicBezTo>
                  <a:cubicBezTo>
                    <a:pt x="3739" y="1138"/>
                    <a:pt x="3101" y="165"/>
                    <a:pt x="2159" y="13"/>
                  </a:cubicBezTo>
                  <a:cubicBezTo>
                    <a:pt x="2090" y="4"/>
                    <a:pt x="2021" y="0"/>
                    <a:pt x="195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96"/>
            <p:cNvSpPr/>
            <p:nvPr/>
          </p:nvSpPr>
          <p:spPr>
            <a:xfrm rot="1799956">
              <a:off x="6773797" y="2671255"/>
              <a:ext cx="122006" cy="135945"/>
            </a:xfrm>
            <a:custGeom>
              <a:avLst/>
              <a:gdLst/>
              <a:ahLst/>
              <a:cxnLst/>
              <a:rect l="l" t="t" r="r" b="b"/>
              <a:pathLst>
                <a:path w="3466" h="3862" extrusionOk="0">
                  <a:moveTo>
                    <a:pt x="1733" y="1"/>
                  </a:moveTo>
                  <a:cubicBezTo>
                    <a:pt x="791" y="1"/>
                    <a:pt x="1" y="852"/>
                    <a:pt x="1" y="1946"/>
                  </a:cubicBezTo>
                  <a:cubicBezTo>
                    <a:pt x="1" y="3010"/>
                    <a:pt x="791" y="3861"/>
                    <a:pt x="1733" y="3861"/>
                  </a:cubicBezTo>
                  <a:cubicBezTo>
                    <a:pt x="2675" y="3861"/>
                    <a:pt x="3466" y="3010"/>
                    <a:pt x="3466" y="1946"/>
                  </a:cubicBezTo>
                  <a:cubicBezTo>
                    <a:pt x="3466" y="852"/>
                    <a:pt x="2675"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96"/>
            <p:cNvSpPr/>
            <p:nvPr/>
          </p:nvSpPr>
          <p:spPr>
            <a:xfrm rot="1799956">
              <a:off x="6979385" y="2333920"/>
              <a:ext cx="78146" cy="138057"/>
            </a:xfrm>
            <a:custGeom>
              <a:avLst/>
              <a:gdLst/>
              <a:ahLst/>
              <a:cxnLst/>
              <a:rect l="l" t="t" r="r" b="b"/>
              <a:pathLst>
                <a:path w="2220" h="3922" extrusionOk="0">
                  <a:moveTo>
                    <a:pt x="0" y="1"/>
                  </a:moveTo>
                  <a:cubicBezTo>
                    <a:pt x="973" y="123"/>
                    <a:pt x="1733" y="943"/>
                    <a:pt x="1733" y="1946"/>
                  </a:cubicBezTo>
                  <a:cubicBezTo>
                    <a:pt x="1733" y="2949"/>
                    <a:pt x="973" y="3770"/>
                    <a:pt x="0" y="3892"/>
                  </a:cubicBezTo>
                  <a:cubicBezTo>
                    <a:pt x="92" y="3922"/>
                    <a:pt x="183" y="3922"/>
                    <a:pt x="244" y="3922"/>
                  </a:cubicBezTo>
                  <a:cubicBezTo>
                    <a:pt x="1338" y="3922"/>
                    <a:pt x="2219" y="3040"/>
                    <a:pt x="2219" y="1946"/>
                  </a:cubicBezTo>
                  <a:cubicBezTo>
                    <a:pt x="2219" y="882"/>
                    <a:pt x="133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96"/>
            <p:cNvSpPr/>
            <p:nvPr/>
          </p:nvSpPr>
          <p:spPr>
            <a:xfrm rot="1799956">
              <a:off x="6829301" y="2689664"/>
              <a:ext cx="78146" cy="139114"/>
            </a:xfrm>
            <a:custGeom>
              <a:avLst/>
              <a:gdLst/>
              <a:ahLst/>
              <a:cxnLst/>
              <a:rect l="l" t="t" r="r" b="b"/>
              <a:pathLst>
                <a:path w="2220" h="3952" extrusionOk="0">
                  <a:moveTo>
                    <a:pt x="243" y="1"/>
                  </a:moveTo>
                  <a:cubicBezTo>
                    <a:pt x="152" y="1"/>
                    <a:pt x="91" y="31"/>
                    <a:pt x="0" y="31"/>
                  </a:cubicBezTo>
                  <a:cubicBezTo>
                    <a:pt x="973" y="153"/>
                    <a:pt x="1733" y="973"/>
                    <a:pt x="1733" y="1976"/>
                  </a:cubicBezTo>
                  <a:cubicBezTo>
                    <a:pt x="1733" y="2979"/>
                    <a:pt x="973" y="3800"/>
                    <a:pt x="0" y="3922"/>
                  </a:cubicBezTo>
                  <a:cubicBezTo>
                    <a:pt x="91" y="3922"/>
                    <a:pt x="152" y="3952"/>
                    <a:pt x="243" y="3952"/>
                  </a:cubicBezTo>
                  <a:cubicBezTo>
                    <a:pt x="1338" y="3952"/>
                    <a:pt x="2219" y="3070"/>
                    <a:pt x="2219" y="1976"/>
                  </a:cubicBezTo>
                  <a:cubicBezTo>
                    <a:pt x="2219" y="882"/>
                    <a:pt x="1338" y="1"/>
                    <a:pt x="24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96"/>
            <p:cNvSpPr/>
            <p:nvPr/>
          </p:nvSpPr>
          <p:spPr>
            <a:xfrm rot="1799956">
              <a:off x="6823445" y="16434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96"/>
            <p:cNvSpPr/>
            <p:nvPr/>
          </p:nvSpPr>
          <p:spPr>
            <a:xfrm rot="1799956">
              <a:off x="6773370" y="16249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31" name="Google Shape;2431;p96"/>
          <p:cNvSpPr txBox="1"/>
          <p:nvPr/>
        </p:nvSpPr>
        <p:spPr>
          <a:xfrm>
            <a:off x="241628" y="690571"/>
            <a:ext cx="943200" cy="38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802733"/>
                </a:solidFill>
                <a:latin typeface="Lilita One"/>
                <a:ea typeface="Lilita One"/>
                <a:cs typeface="Lilita One"/>
                <a:sym typeface="Lilita One"/>
              </a:rPr>
              <a:t>Roll the Dice</a:t>
            </a:r>
            <a:endParaRPr sz="1000">
              <a:solidFill>
                <a:srgbClr val="802733"/>
              </a:solidFill>
              <a:latin typeface="Lilita One"/>
              <a:ea typeface="Lilita One"/>
              <a:cs typeface="Lilita One"/>
              <a:sym typeface="Lilita One"/>
            </a:endParaRPr>
          </a:p>
        </p:txBody>
      </p:sp>
      <p:sp>
        <p:nvSpPr>
          <p:cNvPr id="2432" name="Google Shape;2432;p96">
            <a:hlinkClick r:id="rId3" action="ppaction://hlinksldjump"/>
          </p:cNvPr>
          <p:cNvSpPr/>
          <p:nvPr/>
        </p:nvSpPr>
        <p:spPr>
          <a:xfrm>
            <a:off x="312438" y="237000"/>
            <a:ext cx="801600" cy="8016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50"/>
        <p:cNvGrpSpPr/>
        <p:nvPr/>
      </p:nvGrpSpPr>
      <p:grpSpPr>
        <a:xfrm>
          <a:off x="0" y="0"/>
          <a:ext cx="0" cy="0"/>
          <a:chOff x="0" y="0"/>
          <a:chExt cx="0" cy="0"/>
        </a:xfrm>
      </p:grpSpPr>
      <p:sp>
        <p:nvSpPr>
          <p:cNvPr id="2451" name="Google Shape;2451;p99"/>
          <p:cNvSpPr/>
          <p:nvPr/>
        </p:nvSpPr>
        <p:spPr>
          <a:xfrm flipH="1">
            <a:off x="5340875" y="352076"/>
            <a:ext cx="1533900" cy="1153200"/>
          </a:xfrm>
          <a:prstGeom prst="cloudCallout">
            <a:avLst>
              <a:gd name="adj1" fmla="val -55114"/>
              <a:gd name="adj2" fmla="val 69935"/>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mc:AlternateContent xmlns:mc="http://schemas.openxmlformats.org/markup-compatibility/2006" xmlns:a14="http://schemas.microsoft.com/office/drawing/2010/main">
        <mc:Choice Requires="a14">
          <p:sp>
            <p:nvSpPr>
              <p:cNvPr id="2453" name="Google Shape;2453;p99"/>
              <p:cNvSpPr txBox="1">
                <a:spLocks noGrp="1"/>
              </p:cNvSpPr>
              <p:nvPr>
                <p:ph type="body" idx="1"/>
              </p:nvPr>
            </p:nvSpPr>
            <p:spPr>
              <a:xfrm>
                <a:off x="726100" y="1088844"/>
                <a:ext cx="3813900" cy="3512181"/>
              </a:xfrm>
              <a:prstGeom prst="rect">
                <a:avLst/>
              </a:prstGeom>
            </p:spPr>
            <p:txBody>
              <a:bodyPr spcFirstLastPara="1" wrap="square" lIns="91425" tIns="91425" rIns="91425" bIns="91425" anchor="t" anchorCtr="0">
                <a:noAutofit/>
              </a:bodyPr>
              <a:lstStyle/>
              <a:p>
                <a:pPr marL="0" lvl="0" indent="0" algn="just" rtl="1">
                  <a:spcBef>
                    <a:spcPts val="0"/>
                  </a:spcBef>
                  <a:spcAft>
                    <a:spcPts val="0"/>
                  </a:spcAft>
                  <a:buNone/>
                </a:pPr>
                <a:r>
                  <a:rPr lang="fa-IR" dirty="0">
                    <a:latin typeface="Baran"/>
                    <a:cs typeface="Aban" pitchFamily="2" charset="-78"/>
                  </a:rPr>
                  <a:t>در اسلاید های پیش رو سعی داریم تا تعادل نش بازی را تبیین کنیم. فرض بر این است که دو بازیکن همزمان تصمیم گیری می‌کنند.</a:t>
                </a:r>
              </a:p>
              <a:p>
                <a:pPr marL="0" lvl="0" indent="0" algn="just" rtl="1">
                  <a:spcBef>
                    <a:spcPts val="0"/>
                  </a:spcBef>
                  <a:spcAft>
                    <a:spcPts val="0"/>
                  </a:spcAft>
                  <a:buNone/>
                </a:pPr>
                <a:r>
                  <a:rPr lang="fa-IR" dirty="0">
                    <a:latin typeface="Baran"/>
                    <a:cs typeface="Aban" pitchFamily="2" charset="-78"/>
                  </a:rPr>
                  <a:t>در پایان بحث با تغییر متغیر های </a:t>
                </a:r>
                <a14:m>
                  <m:oMath xmlns:m="http://schemas.openxmlformats.org/officeDocument/2006/math">
                    <m:r>
                      <a:rPr lang="en-US" b="0" i="1" smtClean="0">
                        <a:latin typeface="Cambria Math" panose="02040503050406030204" pitchFamily="18" charset="0"/>
                        <a:cs typeface="Aban" pitchFamily="2" charset="-78"/>
                      </a:rPr>
                      <m:t>𝛾</m:t>
                    </m:r>
                  </m:oMath>
                </a14:m>
                <a:r>
                  <a:rPr lang="fa-IR" dirty="0">
                    <a:latin typeface="Baran"/>
                    <a:cs typeface="Aban" pitchFamily="2" charset="-78"/>
                  </a:rPr>
                  <a:t> و </a:t>
                </a:r>
                <a14:m>
                  <m:oMath xmlns:m="http://schemas.openxmlformats.org/officeDocument/2006/math">
                    <m:r>
                      <a:rPr lang="en-US" b="0" i="1" smtClean="0">
                        <a:latin typeface="Cambria Math" panose="02040503050406030204" pitchFamily="18" charset="0"/>
                        <a:cs typeface="Aban" pitchFamily="2" charset="-78"/>
                      </a:rPr>
                      <m:t>𝛽</m:t>
                    </m:r>
                  </m:oMath>
                </a14:m>
                <a:r>
                  <a:rPr lang="fa-IR" dirty="0">
                    <a:latin typeface="Baran"/>
                    <a:cs typeface="Aban" pitchFamily="2" charset="-78"/>
                  </a:rPr>
                  <a:t> تحلیل حساسیت می‌کنیم.</a:t>
                </a:r>
              </a:p>
              <a:p>
                <a:pPr marL="0" lvl="0" indent="0" algn="just" rtl="1">
                  <a:spcBef>
                    <a:spcPts val="0"/>
                  </a:spcBef>
                  <a:spcAft>
                    <a:spcPts val="0"/>
                  </a:spcAft>
                  <a:buNone/>
                </a:pPr>
                <a:r>
                  <a:rPr lang="fa-IR" dirty="0">
                    <a:latin typeface="Baran"/>
                    <a:cs typeface="Aban" pitchFamily="2" charset="-78"/>
                  </a:rPr>
                  <a:t>این روند در همه حالات تعادل نش انجام می‌دهیم.</a:t>
                </a:r>
                <a:endParaRPr dirty="0">
                  <a:latin typeface="Baran"/>
                  <a:cs typeface="Aban" pitchFamily="2" charset="-78"/>
                </a:endParaRPr>
              </a:p>
            </p:txBody>
          </p:sp>
        </mc:Choice>
        <mc:Fallback xmlns="">
          <p:sp>
            <p:nvSpPr>
              <p:cNvPr id="2453" name="Google Shape;2453;p99"/>
              <p:cNvSpPr txBox="1">
                <a:spLocks noGrp="1" noRot="1" noChangeAspect="1" noMove="1" noResize="1" noEditPoints="1" noAdjustHandles="1" noChangeArrowheads="1" noChangeShapeType="1" noTextEdit="1"/>
              </p:cNvSpPr>
              <p:nvPr>
                <p:ph type="body" idx="1"/>
              </p:nvPr>
            </p:nvSpPr>
            <p:spPr>
              <a:xfrm>
                <a:off x="726100" y="1088844"/>
                <a:ext cx="3813900" cy="3512181"/>
              </a:xfrm>
              <a:prstGeom prst="rect">
                <a:avLst/>
              </a:prstGeom>
              <a:blipFill>
                <a:blip r:embed="rId3"/>
                <a:stretch>
                  <a:fillRect l="-2236" r="-958"/>
                </a:stretch>
              </a:blipFill>
            </p:spPr>
            <p:txBody>
              <a:bodyPr/>
              <a:lstStyle/>
              <a:p>
                <a:r>
                  <a:rPr lang="en-US">
                    <a:noFill/>
                  </a:rPr>
                  <a:t> </a:t>
                </a:r>
              </a:p>
            </p:txBody>
          </p:sp>
        </mc:Fallback>
      </mc:AlternateContent>
      <p:sp>
        <p:nvSpPr>
          <p:cNvPr id="2454" name="Google Shape;2454;p99"/>
          <p:cNvSpPr/>
          <p:nvPr/>
        </p:nvSpPr>
        <p:spPr>
          <a:xfrm>
            <a:off x="7115560" y="1725187"/>
            <a:ext cx="733514" cy="1488374"/>
          </a:xfrm>
          <a:custGeom>
            <a:avLst/>
            <a:gdLst/>
            <a:ahLst/>
            <a:cxnLst/>
            <a:rect l="l" t="t" r="r" b="b"/>
            <a:pathLst>
              <a:path w="2236" h="4537" extrusionOk="0">
                <a:moveTo>
                  <a:pt x="0" y="0"/>
                </a:moveTo>
                <a:lnTo>
                  <a:pt x="0" y="4537"/>
                </a:lnTo>
                <a:lnTo>
                  <a:pt x="2235" y="4537"/>
                </a:lnTo>
                <a:lnTo>
                  <a:pt x="2235" y="734"/>
                </a:lnTo>
                <a:cubicBezTo>
                  <a:pt x="2235" y="334"/>
                  <a:pt x="1935" y="0"/>
                  <a:pt x="15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99"/>
          <p:cNvSpPr/>
          <p:nvPr/>
        </p:nvSpPr>
        <p:spPr>
          <a:xfrm>
            <a:off x="7301563" y="2655209"/>
            <a:ext cx="853908" cy="1641903"/>
          </a:xfrm>
          <a:custGeom>
            <a:avLst/>
            <a:gdLst/>
            <a:ahLst/>
            <a:cxnLst/>
            <a:rect l="l" t="t" r="r" b="b"/>
            <a:pathLst>
              <a:path w="2603" h="5005" extrusionOk="0">
                <a:moveTo>
                  <a:pt x="0" y="1"/>
                </a:moveTo>
                <a:lnTo>
                  <a:pt x="0" y="5004"/>
                </a:lnTo>
                <a:lnTo>
                  <a:pt x="1135" y="5004"/>
                </a:lnTo>
                <a:cubicBezTo>
                  <a:pt x="1935" y="5004"/>
                  <a:pt x="2602" y="4304"/>
                  <a:pt x="2536" y="3503"/>
                </a:cubicBezTo>
                <a:lnTo>
                  <a:pt x="2369" y="1302"/>
                </a:lnTo>
                <a:cubicBezTo>
                  <a:pt x="2335" y="568"/>
                  <a:pt x="1735" y="1"/>
                  <a:pt x="96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99"/>
          <p:cNvSpPr/>
          <p:nvPr/>
        </p:nvSpPr>
        <p:spPr>
          <a:xfrm>
            <a:off x="6360396" y="2797583"/>
            <a:ext cx="897538" cy="1514618"/>
          </a:xfrm>
          <a:custGeom>
            <a:avLst/>
            <a:gdLst/>
            <a:ahLst/>
            <a:cxnLst/>
            <a:rect l="l" t="t" r="r" b="b"/>
            <a:pathLst>
              <a:path w="2736" h="4617" extrusionOk="0">
                <a:moveTo>
                  <a:pt x="2436" y="0"/>
                </a:moveTo>
                <a:cubicBezTo>
                  <a:pt x="2269" y="0"/>
                  <a:pt x="2102" y="134"/>
                  <a:pt x="2102" y="300"/>
                </a:cubicBezTo>
                <a:cubicBezTo>
                  <a:pt x="2102" y="300"/>
                  <a:pt x="2069" y="1234"/>
                  <a:pt x="1602" y="2135"/>
                </a:cubicBezTo>
                <a:cubicBezTo>
                  <a:pt x="1101" y="3069"/>
                  <a:pt x="134" y="4103"/>
                  <a:pt x="134" y="4103"/>
                </a:cubicBezTo>
                <a:cubicBezTo>
                  <a:pt x="1" y="4237"/>
                  <a:pt x="1" y="4403"/>
                  <a:pt x="134" y="4537"/>
                </a:cubicBezTo>
                <a:cubicBezTo>
                  <a:pt x="183" y="4586"/>
                  <a:pt x="268" y="4617"/>
                  <a:pt x="349" y="4617"/>
                </a:cubicBezTo>
                <a:cubicBezTo>
                  <a:pt x="378" y="4617"/>
                  <a:pt x="408" y="4612"/>
                  <a:pt x="434" y="4604"/>
                </a:cubicBezTo>
                <a:cubicBezTo>
                  <a:pt x="468" y="4604"/>
                  <a:pt x="534" y="4570"/>
                  <a:pt x="568" y="4537"/>
                </a:cubicBezTo>
                <a:cubicBezTo>
                  <a:pt x="601" y="4503"/>
                  <a:pt x="1602" y="3469"/>
                  <a:pt x="2136" y="2435"/>
                </a:cubicBezTo>
                <a:cubicBezTo>
                  <a:pt x="2669" y="1401"/>
                  <a:pt x="2736" y="367"/>
                  <a:pt x="2736" y="334"/>
                </a:cubicBezTo>
                <a:cubicBezTo>
                  <a:pt x="2736" y="167"/>
                  <a:pt x="2603" y="0"/>
                  <a:pt x="24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99"/>
          <p:cNvSpPr/>
          <p:nvPr/>
        </p:nvSpPr>
        <p:spPr>
          <a:xfrm>
            <a:off x="6655966" y="2797583"/>
            <a:ext cx="601967" cy="1171147"/>
          </a:xfrm>
          <a:custGeom>
            <a:avLst/>
            <a:gdLst/>
            <a:ahLst/>
            <a:cxnLst/>
            <a:rect l="l" t="t" r="r" b="b"/>
            <a:pathLst>
              <a:path w="1835" h="3570" extrusionOk="0">
                <a:moveTo>
                  <a:pt x="1535" y="0"/>
                </a:moveTo>
                <a:cubicBezTo>
                  <a:pt x="1368" y="0"/>
                  <a:pt x="1235" y="134"/>
                  <a:pt x="1201" y="300"/>
                </a:cubicBezTo>
                <a:cubicBezTo>
                  <a:pt x="1201" y="300"/>
                  <a:pt x="1168" y="1234"/>
                  <a:pt x="701" y="2135"/>
                </a:cubicBezTo>
                <a:cubicBezTo>
                  <a:pt x="501" y="2502"/>
                  <a:pt x="267" y="2869"/>
                  <a:pt x="0" y="3169"/>
                </a:cubicBezTo>
                <a:cubicBezTo>
                  <a:pt x="167" y="3269"/>
                  <a:pt x="301" y="3369"/>
                  <a:pt x="401" y="3469"/>
                </a:cubicBezTo>
                <a:lnTo>
                  <a:pt x="501" y="3569"/>
                </a:lnTo>
                <a:cubicBezTo>
                  <a:pt x="768" y="3236"/>
                  <a:pt x="1034" y="2836"/>
                  <a:pt x="1235" y="2435"/>
                </a:cubicBezTo>
                <a:cubicBezTo>
                  <a:pt x="1768" y="1401"/>
                  <a:pt x="1835" y="367"/>
                  <a:pt x="1835" y="334"/>
                </a:cubicBezTo>
                <a:cubicBezTo>
                  <a:pt x="1835" y="167"/>
                  <a:pt x="1702" y="0"/>
                  <a:pt x="15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99"/>
          <p:cNvSpPr/>
          <p:nvPr/>
        </p:nvSpPr>
        <p:spPr>
          <a:xfrm>
            <a:off x="6754375" y="3990375"/>
            <a:ext cx="1368297" cy="1153124"/>
          </a:xfrm>
          <a:custGeom>
            <a:avLst/>
            <a:gdLst/>
            <a:ahLst/>
            <a:cxnLst/>
            <a:rect l="l" t="t" r="r" b="b"/>
            <a:pathLst>
              <a:path w="4171" h="4270" extrusionOk="0">
                <a:moveTo>
                  <a:pt x="768" y="0"/>
                </a:moveTo>
                <a:lnTo>
                  <a:pt x="1" y="4270"/>
                </a:lnTo>
                <a:lnTo>
                  <a:pt x="4170" y="4270"/>
                </a:lnTo>
                <a:lnTo>
                  <a:pt x="343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99"/>
          <p:cNvSpPr/>
          <p:nvPr/>
        </p:nvSpPr>
        <p:spPr>
          <a:xfrm>
            <a:off x="6907578" y="2685062"/>
            <a:ext cx="1050736" cy="1360106"/>
          </a:xfrm>
          <a:custGeom>
            <a:avLst/>
            <a:gdLst/>
            <a:ahLst/>
            <a:cxnLst/>
            <a:rect l="l" t="t" r="r" b="b"/>
            <a:pathLst>
              <a:path w="3203" h="4146" extrusionOk="0">
                <a:moveTo>
                  <a:pt x="1634" y="1"/>
                </a:moveTo>
                <a:cubicBezTo>
                  <a:pt x="1371" y="1"/>
                  <a:pt x="1110" y="68"/>
                  <a:pt x="968" y="210"/>
                </a:cubicBezTo>
                <a:cubicBezTo>
                  <a:pt x="1" y="1044"/>
                  <a:pt x="234" y="4146"/>
                  <a:pt x="234" y="4146"/>
                </a:cubicBezTo>
                <a:lnTo>
                  <a:pt x="3036" y="4146"/>
                </a:lnTo>
                <a:cubicBezTo>
                  <a:pt x="3036" y="4146"/>
                  <a:pt x="3203" y="1177"/>
                  <a:pt x="2369" y="243"/>
                </a:cubicBezTo>
                <a:cubicBezTo>
                  <a:pt x="2228" y="85"/>
                  <a:pt x="1929" y="1"/>
                  <a:pt x="16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99"/>
          <p:cNvSpPr/>
          <p:nvPr/>
        </p:nvSpPr>
        <p:spPr>
          <a:xfrm>
            <a:off x="7148365" y="2685062"/>
            <a:ext cx="536358" cy="484862"/>
          </a:xfrm>
          <a:custGeom>
            <a:avLst/>
            <a:gdLst/>
            <a:ahLst/>
            <a:cxnLst/>
            <a:rect l="l" t="t" r="r" b="b"/>
            <a:pathLst>
              <a:path w="1635" h="1478" extrusionOk="0">
                <a:moveTo>
                  <a:pt x="900" y="1"/>
                </a:moveTo>
                <a:cubicBezTo>
                  <a:pt x="637" y="1"/>
                  <a:pt x="376" y="68"/>
                  <a:pt x="234" y="210"/>
                </a:cubicBezTo>
                <a:cubicBezTo>
                  <a:pt x="167" y="277"/>
                  <a:pt x="67" y="310"/>
                  <a:pt x="0" y="443"/>
                </a:cubicBezTo>
                <a:lnTo>
                  <a:pt x="534" y="1477"/>
                </a:lnTo>
                <a:cubicBezTo>
                  <a:pt x="534" y="1477"/>
                  <a:pt x="1268" y="643"/>
                  <a:pt x="1635" y="243"/>
                </a:cubicBezTo>
                <a:cubicBezTo>
                  <a:pt x="1494" y="85"/>
                  <a:pt x="1195" y="1"/>
                  <a:pt x="90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99"/>
          <p:cNvSpPr/>
          <p:nvPr/>
        </p:nvSpPr>
        <p:spPr>
          <a:xfrm>
            <a:off x="7279584" y="2534815"/>
            <a:ext cx="251940" cy="372340"/>
          </a:xfrm>
          <a:custGeom>
            <a:avLst/>
            <a:gdLst/>
            <a:ahLst/>
            <a:cxnLst/>
            <a:rect l="l" t="t" r="r" b="b"/>
            <a:pathLst>
              <a:path w="768" h="1135" extrusionOk="0">
                <a:moveTo>
                  <a:pt x="1" y="1"/>
                </a:moveTo>
                <a:lnTo>
                  <a:pt x="1" y="768"/>
                </a:lnTo>
                <a:cubicBezTo>
                  <a:pt x="1" y="968"/>
                  <a:pt x="201" y="1135"/>
                  <a:pt x="401" y="1135"/>
                </a:cubicBezTo>
                <a:cubicBezTo>
                  <a:pt x="601" y="1135"/>
                  <a:pt x="768" y="968"/>
                  <a:pt x="768" y="768"/>
                </a:cubicBezTo>
                <a:lnTo>
                  <a:pt x="76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99"/>
          <p:cNvSpPr/>
          <p:nvPr/>
        </p:nvSpPr>
        <p:spPr>
          <a:xfrm>
            <a:off x="7071602" y="1845582"/>
            <a:ext cx="613121" cy="787982"/>
          </a:xfrm>
          <a:custGeom>
            <a:avLst/>
            <a:gdLst/>
            <a:ahLst/>
            <a:cxnLst/>
            <a:rect l="l" t="t" r="r" b="b"/>
            <a:pathLst>
              <a:path w="1869" h="2402" extrusionOk="0">
                <a:moveTo>
                  <a:pt x="1" y="0"/>
                </a:moveTo>
                <a:lnTo>
                  <a:pt x="1" y="1635"/>
                </a:lnTo>
                <a:cubicBezTo>
                  <a:pt x="1" y="2068"/>
                  <a:pt x="334" y="2402"/>
                  <a:pt x="768" y="2402"/>
                </a:cubicBezTo>
                <a:lnTo>
                  <a:pt x="1102" y="2402"/>
                </a:lnTo>
                <a:cubicBezTo>
                  <a:pt x="1502" y="2402"/>
                  <a:pt x="1869" y="2068"/>
                  <a:pt x="1836" y="1635"/>
                </a:cubicBezTo>
                <a:lnTo>
                  <a:pt x="183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99"/>
          <p:cNvSpPr/>
          <p:nvPr/>
        </p:nvSpPr>
        <p:spPr>
          <a:xfrm>
            <a:off x="7443935" y="3184026"/>
            <a:ext cx="415964" cy="456321"/>
          </a:xfrm>
          <a:custGeom>
            <a:avLst/>
            <a:gdLst/>
            <a:ahLst/>
            <a:cxnLst/>
            <a:rect l="l" t="t" r="r" b="b"/>
            <a:pathLst>
              <a:path w="1268" h="1391" extrusionOk="0">
                <a:moveTo>
                  <a:pt x="351" y="0"/>
                </a:moveTo>
                <a:cubicBezTo>
                  <a:pt x="292" y="0"/>
                  <a:pt x="229" y="19"/>
                  <a:pt x="167" y="56"/>
                </a:cubicBezTo>
                <a:cubicBezTo>
                  <a:pt x="33" y="157"/>
                  <a:pt x="0" y="357"/>
                  <a:pt x="100" y="490"/>
                </a:cubicBezTo>
                <a:cubicBezTo>
                  <a:pt x="200" y="624"/>
                  <a:pt x="534" y="1091"/>
                  <a:pt x="967" y="1391"/>
                </a:cubicBezTo>
                <a:cubicBezTo>
                  <a:pt x="967" y="1391"/>
                  <a:pt x="967" y="1357"/>
                  <a:pt x="967" y="1357"/>
                </a:cubicBezTo>
                <a:cubicBezTo>
                  <a:pt x="1067" y="1157"/>
                  <a:pt x="1168" y="990"/>
                  <a:pt x="1268" y="824"/>
                </a:cubicBezTo>
                <a:cubicBezTo>
                  <a:pt x="1034" y="657"/>
                  <a:pt x="767" y="357"/>
                  <a:pt x="600" y="157"/>
                </a:cubicBezTo>
                <a:cubicBezTo>
                  <a:pt x="538" y="52"/>
                  <a:pt x="449" y="0"/>
                  <a:pt x="351" y="0"/>
                </a:cubicBezTo>
                <a:close/>
              </a:path>
            </a:pathLst>
          </a:custGeom>
          <a:solidFill>
            <a:srgbClr val="F6C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99"/>
          <p:cNvSpPr/>
          <p:nvPr/>
        </p:nvSpPr>
        <p:spPr>
          <a:xfrm>
            <a:off x="7597133" y="2814642"/>
            <a:ext cx="820775" cy="913298"/>
          </a:xfrm>
          <a:custGeom>
            <a:avLst/>
            <a:gdLst/>
            <a:ahLst/>
            <a:cxnLst/>
            <a:rect l="l" t="t" r="r" b="b"/>
            <a:pathLst>
              <a:path w="2502" h="2784" extrusionOk="0">
                <a:moveTo>
                  <a:pt x="362" y="0"/>
                </a:moveTo>
                <a:cubicBezTo>
                  <a:pt x="248" y="0"/>
                  <a:pt x="145" y="59"/>
                  <a:pt x="100" y="148"/>
                </a:cubicBezTo>
                <a:cubicBezTo>
                  <a:pt x="0" y="282"/>
                  <a:pt x="33" y="482"/>
                  <a:pt x="167" y="582"/>
                </a:cubicBezTo>
                <a:cubicBezTo>
                  <a:pt x="801" y="982"/>
                  <a:pt x="1568" y="1716"/>
                  <a:pt x="1401" y="2016"/>
                </a:cubicBezTo>
                <a:cubicBezTo>
                  <a:pt x="1301" y="2183"/>
                  <a:pt x="1234" y="2183"/>
                  <a:pt x="1201" y="2183"/>
                </a:cubicBezTo>
                <a:cubicBezTo>
                  <a:pt x="1067" y="2183"/>
                  <a:pt x="834" y="2016"/>
                  <a:pt x="634" y="1850"/>
                </a:cubicBezTo>
                <a:cubicBezTo>
                  <a:pt x="567" y="1916"/>
                  <a:pt x="467" y="2016"/>
                  <a:pt x="400" y="2083"/>
                </a:cubicBezTo>
                <a:cubicBezTo>
                  <a:pt x="334" y="2150"/>
                  <a:pt x="300" y="2217"/>
                  <a:pt x="234" y="2317"/>
                </a:cubicBezTo>
                <a:cubicBezTo>
                  <a:pt x="500" y="2550"/>
                  <a:pt x="867" y="2784"/>
                  <a:pt x="1201" y="2784"/>
                </a:cubicBezTo>
                <a:lnTo>
                  <a:pt x="1234" y="2784"/>
                </a:lnTo>
                <a:cubicBezTo>
                  <a:pt x="1434" y="2784"/>
                  <a:pt x="1701" y="2717"/>
                  <a:pt x="1935" y="2350"/>
                </a:cubicBezTo>
                <a:cubicBezTo>
                  <a:pt x="2502" y="1416"/>
                  <a:pt x="867" y="282"/>
                  <a:pt x="534" y="48"/>
                </a:cubicBezTo>
                <a:cubicBezTo>
                  <a:pt x="478" y="15"/>
                  <a:pt x="419" y="0"/>
                  <a:pt x="36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99"/>
          <p:cNvSpPr/>
          <p:nvPr/>
        </p:nvSpPr>
        <p:spPr>
          <a:xfrm>
            <a:off x="7498391" y="2688014"/>
            <a:ext cx="503881" cy="1368307"/>
          </a:xfrm>
          <a:custGeom>
            <a:avLst/>
            <a:gdLst/>
            <a:ahLst/>
            <a:cxnLst/>
            <a:rect l="l" t="t" r="r" b="b"/>
            <a:pathLst>
              <a:path w="1536" h="4171" extrusionOk="0">
                <a:moveTo>
                  <a:pt x="735" y="1"/>
                </a:moveTo>
                <a:cubicBezTo>
                  <a:pt x="735" y="34"/>
                  <a:pt x="101" y="701"/>
                  <a:pt x="68" y="1735"/>
                </a:cubicBezTo>
                <a:cubicBezTo>
                  <a:pt x="1" y="2769"/>
                  <a:pt x="1202" y="4137"/>
                  <a:pt x="1268" y="4170"/>
                </a:cubicBezTo>
                <a:lnTo>
                  <a:pt x="1535" y="3937"/>
                </a:lnTo>
                <a:cubicBezTo>
                  <a:pt x="1502" y="3937"/>
                  <a:pt x="368" y="2636"/>
                  <a:pt x="401" y="1769"/>
                </a:cubicBezTo>
                <a:cubicBezTo>
                  <a:pt x="468" y="868"/>
                  <a:pt x="1002" y="268"/>
                  <a:pt x="1002" y="234"/>
                </a:cubicBezTo>
                <a:lnTo>
                  <a:pt x="73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99"/>
          <p:cNvSpPr/>
          <p:nvPr/>
        </p:nvSpPr>
        <p:spPr>
          <a:xfrm>
            <a:off x="6874774" y="2709994"/>
            <a:ext cx="394313" cy="1225932"/>
          </a:xfrm>
          <a:custGeom>
            <a:avLst/>
            <a:gdLst/>
            <a:ahLst/>
            <a:cxnLst/>
            <a:rect l="l" t="t" r="r" b="b"/>
            <a:pathLst>
              <a:path w="1202" h="3737" extrusionOk="0">
                <a:moveTo>
                  <a:pt x="968" y="0"/>
                </a:moveTo>
                <a:cubicBezTo>
                  <a:pt x="968" y="34"/>
                  <a:pt x="267" y="501"/>
                  <a:pt x="134" y="1835"/>
                </a:cubicBezTo>
                <a:cubicBezTo>
                  <a:pt x="0" y="3169"/>
                  <a:pt x="301" y="3703"/>
                  <a:pt x="301" y="3736"/>
                </a:cubicBezTo>
                <a:cubicBezTo>
                  <a:pt x="301" y="3736"/>
                  <a:pt x="301" y="3069"/>
                  <a:pt x="501" y="1868"/>
                </a:cubicBezTo>
                <a:cubicBezTo>
                  <a:pt x="668" y="701"/>
                  <a:pt x="1201" y="0"/>
                  <a:pt x="12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99"/>
          <p:cNvSpPr/>
          <p:nvPr/>
        </p:nvSpPr>
        <p:spPr>
          <a:xfrm>
            <a:off x="7443935" y="3184026"/>
            <a:ext cx="415964" cy="456321"/>
          </a:xfrm>
          <a:custGeom>
            <a:avLst/>
            <a:gdLst/>
            <a:ahLst/>
            <a:cxnLst/>
            <a:rect l="l" t="t" r="r" b="b"/>
            <a:pathLst>
              <a:path w="1268" h="1391" extrusionOk="0">
                <a:moveTo>
                  <a:pt x="351" y="0"/>
                </a:moveTo>
                <a:cubicBezTo>
                  <a:pt x="292" y="0"/>
                  <a:pt x="229" y="19"/>
                  <a:pt x="167" y="56"/>
                </a:cubicBezTo>
                <a:cubicBezTo>
                  <a:pt x="33" y="157"/>
                  <a:pt x="0" y="357"/>
                  <a:pt x="100" y="490"/>
                </a:cubicBezTo>
                <a:cubicBezTo>
                  <a:pt x="200" y="624"/>
                  <a:pt x="534" y="1091"/>
                  <a:pt x="967" y="1391"/>
                </a:cubicBezTo>
                <a:cubicBezTo>
                  <a:pt x="967" y="1391"/>
                  <a:pt x="967" y="1357"/>
                  <a:pt x="967" y="1357"/>
                </a:cubicBezTo>
                <a:cubicBezTo>
                  <a:pt x="1067" y="1157"/>
                  <a:pt x="1168" y="990"/>
                  <a:pt x="1268" y="824"/>
                </a:cubicBezTo>
                <a:cubicBezTo>
                  <a:pt x="1034" y="657"/>
                  <a:pt x="767" y="357"/>
                  <a:pt x="600" y="157"/>
                </a:cubicBezTo>
                <a:cubicBezTo>
                  <a:pt x="538" y="52"/>
                  <a:pt x="449" y="0"/>
                  <a:pt x="3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99"/>
          <p:cNvSpPr/>
          <p:nvPr/>
        </p:nvSpPr>
        <p:spPr>
          <a:xfrm>
            <a:off x="7673568" y="3027218"/>
            <a:ext cx="667905" cy="700720"/>
          </a:xfrm>
          <a:custGeom>
            <a:avLst/>
            <a:gdLst/>
            <a:ahLst/>
            <a:cxnLst/>
            <a:rect l="l" t="t" r="r" b="b"/>
            <a:pathLst>
              <a:path w="2036" h="2136" extrusionOk="0">
                <a:moveTo>
                  <a:pt x="1068" y="1"/>
                </a:moveTo>
                <a:cubicBezTo>
                  <a:pt x="901" y="134"/>
                  <a:pt x="734" y="268"/>
                  <a:pt x="568" y="401"/>
                </a:cubicBezTo>
                <a:cubicBezTo>
                  <a:pt x="968" y="768"/>
                  <a:pt x="1301" y="1168"/>
                  <a:pt x="1168" y="1368"/>
                </a:cubicBezTo>
                <a:cubicBezTo>
                  <a:pt x="1068" y="1502"/>
                  <a:pt x="1001" y="1502"/>
                  <a:pt x="968" y="1502"/>
                </a:cubicBezTo>
                <a:cubicBezTo>
                  <a:pt x="834" y="1502"/>
                  <a:pt x="601" y="1368"/>
                  <a:pt x="401" y="1202"/>
                </a:cubicBezTo>
                <a:cubicBezTo>
                  <a:pt x="334" y="1268"/>
                  <a:pt x="234" y="1368"/>
                  <a:pt x="167" y="1435"/>
                </a:cubicBezTo>
                <a:cubicBezTo>
                  <a:pt x="101" y="1502"/>
                  <a:pt x="67" y="1569"/>
                  <a:pt x="1" y="1635"/>
                </a:cubicBezTo>
                <a:cubicBezTo>
                  <a:pt x="267" y="1902"/>
                  <a:pt x="601" y="2136"/>
                  <a:pt x="968" y="2136"/>
                </a:cubicBezTo>
                <a:lnTo>
                  <a:pt x="1001" y="2136"/>
                </a:lnTo>
                <a:cubicBezTo>
                  <a:pt x="1201" y="2136"/>
                  <a:pt x="1468" y="2069"/>
                  <a:pt x="1702" y="1702"/>
                </a:cubicBezTo>
                <a:cubicBezTo>
                  <a:pt x="2035" y="1135"/>
                  <a:pt x="1568" y="468"/>
                  <a:pt x="10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99"/>
          <p:cNvSpPr/>
          <p:nvPr/>
        </p:nvSpPr>
        <p:spPr>
          <a:xfrm>
            <a:off x="6995167" y="1725187"/>
            <a:ext cx="744340" cy="197160"/>
          </a:xfrm>
          <a:custGeom>
            <a:avLst/>
            <a:gdLst/>
            <a:ahLst/>
            <a:cxnLst/>
            <a:rect l="l" t="t" r="r" b="b"/>
            <a:pathLst>
              <a:path w="2269" h="601" extrusionOk="0">
                <a:moveTo>
                  <a:pt x="301" y="0"/>
                </a:moveTo>
                <a:cubicBezTo>
                  <a:pt x="134" y="0"/>
                  <a:pt x="0" y="134"/>
                  <a:pt x="0" y="300"/>
                </a:cubicBezTo>
                <a:cubicBezTo>
                  <a:pt x="0" y="467"/>
                  <a:pt x="134" y="601"/>
                  <a:pt x="301" y="601"/>
                </a:cubicBezTo>
                <a:lnTo>
                  <a:pt x="1968" y="601"/>
                </a:lnTo>
                <a:cubicBezTo>
                  <a:pt x="2135" y="601"/>
                  <a:pt x="2269" y="467"/>
                  <a:pt x="2269" y="300"/>
                </a:cubicBezTo>
                <a:cubicBezTo>
                  <a:pt x="2269" y="134"/>
                  <a:pt x="2135" y="0"/>
                  <a:pt x="196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99"/>
          <p:cNvSpPr/>
          <p:nvPr/>
        </p:nvSpPr>
        <p:spPr>
          <a:xfrm>
            <a:off x="7399977" y="1790797"/>
            <a:ext cx="284745" cy="525540"/>
          </a:xfrm>
          <a:custGeom>
            <a:avLst/>
            <a:gdLst/>
            <a:ahLst/>
            <a:cxnLst/>
            <a:rect l="l" t="t" r="r" b="b"/>
            <a:pathLst>
              <a:path w="868" h="1602" extrusionOk="0">
                <a:moveTo>
                  <a:pt x="1" y="0"/>
                </a:moveTo>
                <a:lnTo>
                  <a:pt x="868" y="1602"/>
                </a:lnTo>
                <a:lnTo>
                  <a:pt x="86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71" name="Google Shape;2471;p99"/>
          <p:cNvGrpSpPr/>
          <p:nvPr/>
        </p:nvGrpSpPr>
        <p:grpSpPr>
          <a:xfrm>
            <a:off x="417435" y="237007"/>
            <a:ext cx="591604" cy="615737"/>
            <a:chOff x="5593285" y="1262634"/>
            <a:chExt cx="1852814" cy="1928398"/>
          </a:xfrm>
        </p:grpSpPr>
        <p:sp>
          <p:nvSpPr>
            <p:cNvPr id="2472" name="Google Shape;2472;p99"/>
            <p:cNvSpPr/>
            <p:nvPr/>
          </p:nvSpPr>
          <p:spPr>
            <a:xfrm rot="1799956">
              <a:off x="6377770" y="2014775"/>
              <a:ext cx="639880" cy="1089253"/>
            </a:xfrm>
            <a:custGeom>
              <a:avLst/>
              <a:gdLst/>
              <a:ahLst/>
              <a:cxnLst/>
              <a:rect l="l" t="t" r="r" b="b"/>
              <a:pathLst>
                <a:path w="18178" h="30944" extrusionOk="0">
                  <a:moveTo>
                    <a:pt x="18177" y="0"/>
                  </a:moveTo>
                  <a:lnTo>
                    <a:pt x="1" y="9818"/>
                  </a:lnTo>
                  <a:lnTo>
                    <a:pt x="1" y="30943"/>
                  </a:lnTo>
                  <a:lnTo>
                    <a:pt x="18177" y="20153"/>
                  </a:lnTo>
                  <a:lnTo>
                    <a:pt x="18177" y="0"/>
                  </a:lnTo>
                  <a:close/>
                </a:path>
              </a:pathLst>
            </a:custGeom>
            <a:solidFill>
              <a:srgbClr val="B59F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99"/>
            <p:cNvSpPr/>
            <p:nvPr/>
          </p:nvSpPr>
          <p:spPr>
            <a:xfrm rot="1799956">
              <a:off x="6065202" y="1533009"/>
              <a:ext cx="1280781" cy="743652"/>
            </a:xfrm>
            <a:custGeom>
              <a:avLst/>
              <a:gdLst/>
              <a:ahLst/>
              <a:cxnLst/>
              <a:rect l="l" t="t" r="r" b="b"/>
              <a:pathLst>
                <a:path w="36385" h="21126" extrusionOk="0">
                  <a:moveTo>
                    <a:pt x="18694" y="0"/>
                  </a:moveTo>
                  <a:lnTo>
                    <a:pt x="1" y="10821"/>
                  </a:lnTo>
                  <a:lnTo>
                    <a:pt x="18208" y="21125"/>
                  </a:lnTo>
                  <a:lnTo>
                    <a:pt x="36384" y="11307"/>
                  </a:lnTo>
                  <a:lnTo>
                    <a:pt x="18694" y="0"/>
                  </a:lnTo>
                  <a:close/>
                </a:path>
              </a:pathLst>
            </a:custGeom>
            <a:solidFill>
              <a:srgbClr val="E0CF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99"/>
            <p:cNvSpPr/>
            <p:nvPr/>
          </p:nvSpPr>
          <p:spPr>
            <a:xfrm rot="1799956">
              <a:off x="5826936" y="1678634"/>
              <a:ext cx="640936" cy="1106361"/>
            </a:xfrm>
            <a:custGeom>
              <a:avLst/>
              <a:gdLst/>
              <a:ahLst/>
              <a:cxnLst/>
              <a:rect l="l" t="t" r="r" b="b"/>
              <a:pathLst>
                <a:path w="18208" h="31430" extrusionOk="0">
                  <a:moveTo>
                    <a:pt x="1" y="0"/>
                  </a:moveTo>
                  <a:lnTo>
                    <a:pt x="1" y="20639"/>
                  </a:lnTo>
                  <a:lnTo>
                    <a:pt x="18208" y="31429"/>
                  </a:lnTo>
                  <a:lnTo>
                    <a:pt x="18208" y="10304"/>
                  </a:lnTo>
                  <a:lnTo>
                    <a:pt x="1" y="0"/>
                  </a:lnTo>
                  <a:close/>
                </a:path>
              </a:pathLst>
            </a:custGeom>
            <a:solidFill>
              <a:srgbClr val="CDB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99"/>
            <p:cNvSpPr/>
            <p:nvPr/>
          </p:nvSpPr>
          <p:spPr>
            <a:xfrm rot="1799956">
              <a:off x="6605689" y="2310697"/>
              <a:ext cx="77090" cy="139149"/>
            </a:xfrm>
            <a:custGeom>
              <a:avLst/>
              <a:gdLst/>
              <a:ahLst/>
              <a:cxnLst/>
              <a:rect l="l" t="t" r="r" b="b"/>
              <a:pathLst>
                <a:path w="2190" h="3953" extrusionOk="0">
                  <a:moveTo>
                    <a:pt x="244" y="1"/>
                  </a:moveTo>
                  <a:cubicBezTo>
                    <a:pt x="153" y="1"/>
                    <a:pt x="61" y="31"/>
                    <a:pt x="1" y="31"/>
                  </a:cubicBezTo>
                  <a:cubicBezTo>
                    <a:pt x="943" y="153"/>
                    <a:pt x="1703" y="973"/>
                    <a:pt x="1703" y="1976"/>
                  </a:cubicBezTo>
                  <a:cubicBezTo>
                    <a:pt x="1703" y="2979"/>
                    <a:pt x="943" y="3800"/>
                    <a:pt x="1" y="3922"/>
                  </a:cubicBezTo>
                  <a:cubicBezTo>
                    <a:pt x="61" y="3922"/>
                    <a:pt x="153" y="3952"/>
                    <a:pt x="244" y="3952"/>
                  </a:cubicBezTo>
                  <a:cubicBezTo>
                    <a:pt x="1308" y="3952"/>
                    <a:pt x="2189" y="3071"/>
                    <a:pt x="2189" y="1976"/>
                  </a:cubicBezTo>
                  <a:cubicBezTo>
                    <a:pt x="2189" y="882"/>
                    <a:pt x="130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99"/>
            <p:cNvSpPr/>
            <p:nvPr/>
          </p:nvSpPr>
          <p:spPr>
            <a:xfrm rot="1799956">
              <a:off x="6549921" y="2292252"/>
              <a:ext cx="120950" cy="136966"/>
            </a:xfrm>
            <a:custGeom>
              <a:avLst/>
              <a:gdLst/>
              <a:ahLst/>
              <a:cxnLst/>
              <a:rect l="l" t="t" r="r" b="b"/>
              <a:pathLst>
                <a:path w="3436" h="3891" extrusionOk="0">
                  <a:moveTo>
                    <a:pt x="1703" y="0"/>
                  </a:moveTo>
                  <a:cubicBezTo>
                    <a:pt x="761" y="0"/>
                    <a:pt x="1" y="882"/>
                    <a:pt x="1" y="1945"/>
                  </a:cubicBezTo>
                  <a:cubicBezTo>
                    <a:pt x="1" y="3009"/>
                    <a:pt x="761" y="3891"/>
                    <a:pt x="1703" y="3891"/>
                  </a:cubicBezTo>
                  <a:cubicBezTo>
                    <a:pt x="2676" y="3891"/>
                    <a:pt x="3436" y="3009"/>
                    <a:pt x="3436" y="1945"/>
                  </a:cubicBezTo>
                  <a:cubicBezTo>
                    <a:pt x="3436" y="882"/>
                    <a:pt x="2676" y="0"/>
                    <a:pt x="170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99"/>
            <p:cNvSpPr/>
            <p:nvPr/>
          </p:nvSpPr>
          <p:spPr>
            <a:xfrm rot="1799956">
              <a:off x="6442560" y="2687541"/>
              <a:ext cx="78146" cy="139114"/>
            </a:xfrm>
            <a:custGeom>
              <a:avLst/>
              <a:gdLst/>
              <a:ahLst/>
              <a:cxnLst/>
              <a:rect l="l" t="t" r="r" b="b"/>
              <a:pathLst>
                <a:path w="2220" h="3952" extrusionOk="0">
                  <a:moveTo>
                    <a:pt x="244" y="0"/>
                  </a:moveTo>
                  <a:cubicBezTo>
                    <a:pt x="183" y="0"/>
                    <a:pt x="92" y="31"/>
                    <a:pt x="1" y="31"/>
                  </a:cubicBezTo>
                  <a:cubicBezTo>
                    <a:pt x="974" y="152"/>
                    <a:pt x="1734" y="973"/>
                    <a:pt x="1734" y="1976"/>
                  </a:cubicBezTo>
                  <a:cubicBezTo>
                    <a:pt x="1734" y="2979"/>
                    <a:pt x="974" y="3800"/>
                    <a:pt x="1" y="3921"/>
                  </a:cubicBezTo>
                  <a:cubicBezTo>
                    <a:pt x="92" y="3921"/>
                    <a:pt x="183" y="3952"/>
                    <a:pt x="244" y="3952"/>
                  </a:cubicBezTo>
                  <a:cubicBezTo>
                    <a:pt x="1338" y="3952"/>
                    <a:pt x="2220" y="3070"/>
                    <a:pt x="2220" y="1976"/>
                  </a:cubicBezTo>
                  <a:cubicBezTo>
                    <a:pt x="2220" y="882"/>
                    <a:pt x="1338" y="0"/>
                    <a:pt x="24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99"/>
            <p:cNvSpPr/>
            <p:nvPr/>
          </p:nvSpPr>
          <p:spPr>
            <a:xfrm rot="1799956">
              <a:off x="6387808" y="2669343"/>
              <a:ext cx="120950" cy="137001"/>
            </a:xfrm>
            <a:custGeom>
              <a:avLst/>
              <a:gdLst/>
              <a:ahLst/>
              <a:cxnLst/>
              <a:rect l="l" t="t" r="r" b="b"/>
              <a:pathLst>
                <a:path w="3436" h="3892" extrusionOk="0">
                  <a:moveTo>
                    <a:pt x="1703" y="1"/>
                  </a:moveTo>
                  <a:cubicBezTo>
                    <a:pt x="761" y="1"/>
                    <a:pt x="1" y="882"/>
                    <a:pt x="1" y="1946"/>
                  </a:cubicBezTo>
                  <a:cubicBezTo>
                    <a:pt x="1" y="3010"/>
                    <a:pt x="761" y="3891"/>
                    <a:pt x="1703" y="3891"/>
                  </a:cubicBezTo>
                  <a:cubicBezTo>
                    <a:pt x="2676" y="3891"/>
                    <a:pt x="3436" y="3010"/>
                    <a:pt x="3436" y="1946"/>
                  </a:cubicBezTo>
                  <a:cubicBezTo>
                    <a:pt x="3436" y="882"/>
                    <a:pt x="2676" y="1"/>
                    <a:pt x="170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99"/>
            <p:cNvSpPr/>
            <p:nvPr/>
          </p:nvSpPr>
          <p:spPr>
            <a:xfrm rot="1799956">
              <a:off x="6923881" y="2314455"/>
              <a:ext cx="122006" cy="137001"/>
            </a:xfrm>
            <a:custGeom>
              <a:avLst/>
              <a:gdLst/>
              <a:ahLst/>
              <a:cxnLst/>
              <a:rect l="l" t="t" r="r" b="b"/>
              <a:pathLst>
                <a:path w="3466" h="3892" extrusionOk="0">
                  <a:moveTo>
                    <a:pt x="1733" y="1"/>
                  </a:moveTo>
                  <a:cubicBezTo>
                    <a:pt x="791" y="1"/>
                    <a:pt x="1" y="882"/>
                    <a:pt x="1" y="1946"/>
                  </a:cubicBezTo>
                  <a:cubicBezTo>
                    <a:pt x="1" y="3040"/>
                    <a:pt x="791" y="3892"/>
                    <a:pt x="1733" y="3892"/>
                  </a:cubicBezTo>
                  <a:cubicBezTo>
                    <a:pt x="2676" y="3892"/>
                    <a:pt x="3466" y="3040"/>
                    <a:pt x="3466" y="1946"/>
                  </a:cubicBezTo>
                  <a:cubicBezTo>
                    <a:pt x="3466" y="882"/>
                    <a:pt x="2676"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99"/>
            <p:cNvSpPr/>
            <p:nvPr/>
          </p:nvSpPr>
          <p:spPr>
            <a:xfrm rot="1799956">
              <a:off x="5913516" y="2179727"/>
              <a:ext cx="83496" cy="138550"/>
            </a:xfrm>
            <a:custGeom>
              <a:avLst/>
              <a:gdLst/>
              <a:ahLst/>
              <a:cxnLst/>
              <a:rect l="l" t="t" r="r" b="b"/>
              <a:pathLst>
                <a:path w="2372" h="3936" extrusionOk="0">
                  <a:moveTo>
                    <a:pt x="301" y="0"/>
                  </a:moveTo>
                  <a:cubicBezTo>
                    <a:pt x="282" y="0"/>
                    <a:pt x="263" y="1"/>
                    <a:pt x="244" y="1"/>
                  </a:cubicBezTo>
                  <a:cubicBezTo>
                    <a:pt x="152" y="31"/>
                    <a:pt x="61" y="31"/>
                    <a:pt x="0" y="62"/>
                  </a:cubicBezTo>
                  <a:cubicBezTo>
                    <a:pt x="973" y="123"/>
                    <a:pt x="1763" y="883"/>
                    <a:pt x="1824" y="1886"/>
                  </a:cubicBezTo>
                  <a:cubicBezTo>
                    <a:pt x="1855" y="2889"/>
                    <a:pt x="1155" y="3740"/>
                    <a:pt x="213" y="3922"/>
                  </a:cubicBezTo>
                  <a:cubicBezTo>
                    <a:pt x="254" y="3922"/>
                    <a:pt x="308" y="3936"/>
                    <a:pt x="366" y="3936"/>
                  </a:cubicBezTo>
                  <a:cubicBezTo>
                    <a:pt x="396" y="3936"/>
                    <a:pt x="426" y="3932"/>
                    <a:pt x="456" y="3922"/>
                  </a:cubicBezTo>
                  <a:cubicBezTo>
                    <a:pt x="1520" y="3892"/>
                    <a:pt x="2371" y="2949"/>
                    <a:pt x="2310" y="1855"/>
                  </a:cubicBezTo>
                  <a:cubicBezTo>
                    <a:pt x="2251" y="810"/>
                    <a:pt x="1341"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99"/>
            <p:cNvSpPr/>
            <p:nvPr/>
          </p:nvSpPr>
          <p:spPr>
            <a:xfrm rot="1799956">
              <a:off x="5858415" y="2162128"/>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7" y="3867"/>
                  </a:cubicBezTo>
                  <a:cubicBezTo>
                    <a:pt x="1819" y="3867"/>
                    <a:pt x="1852" y="3866"/>
                    <a:pt x="1885" y="3864"/>
                  </a:cubicBezTo>
                  <a:cubicBezTo>
                    <a:pt x="2827" y="3834"/>
                    <a:pt x="3557"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99"/>
            <p:cNvSpPr/>
            <p:nvPr/>
          </p:nvSpPr>
          <p:spPr>
            <a:xfrm rot="1799956">
              <a:off x="6026175" y="2006187"/>
              <a:ext cx="83496" cy="138163"/>
            </a:xfrm>
            <a:custGeom>
              <a:avLst/>
              <a:gdLst/>
              <a:ahLst/>
              <a:cxnLst/>
              <a:rect l="l" t="t" r="r" b="b"/>
              <a:pathLst>
                <a:path w="2372" h="3925" extrusionOk="0">
                  <a:moveTo>
                    <a:pt x="357" y="1"/>
                  </a:moveTo>
                  <a:cubicBezTo>
                    <a:pt x="320" y="1"/>
                    <a:pt x="282" y="2"/>
                    <a:pt x="244" y="4"/>
                  </a:cubicBezTo>
                  <a:cubicBezTo>
                    <a:pt x="152" y="4"/>
                    <a:pt x="92" y="34"/>
                    <a:pt x="0" y="34"/>
                  </a:cubicBezTo>
                  <a:cubicBezTo>
                    <a:pt x="973" y="95"/>
                    <a:pt x="1763" y="885"/>
                    <a:pt x="1824" y="1888"/>
                  </a:cubicBezTo>
                  <a:cubicBezTo>
                    <a:pt x="1885" y="2861"/>
                    <a:pt x="1186" y="3742"/>
                    <a:pt x="213" y="3894"/>
                  </a:cubicBezTo>
                  <a:cubicBezTo>
                    <a:pt x="304" y="3925"/>
                    <a:pt x="365" y="3925"/>
                    <a:pt x="456" y="3925"/>
                  </a:cubicBezTo>
                  <a:cubicBezTo>
                    <a:pt x="1551" y="3864"/>
                    <a:pt x="2371" y="2922"/>
                    <a:pt x="2310" y="1858"/>
                  </a:cubicBezTo>
                  <a:cubicBezTo>
                    <a:pt x="2252" y="802"/>
                    <a:pt x="1400" y="1"/>
                    <a:pt x="357"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99"/>
            <p:cNvSpPr/>
            <p:nvPr/>
          </p:nvSpPr>
          <p:spPr>
            <a:xfrm rot="1799956">
              <a:off x="5972129" y="1988203"/>
              <a:ext cx="125209" cy="137107"/>
            </a:xfrm>
            <a:custGeom>
              <a:avLst/>
              <a:gdLst/>
              <a:ahLst/>
              <a:cxnLst/>
              <a:rect l="l" t="t" r="r" b="b"/>
              <a:pathLst>
                <a:path w="3557" h="3895" extrusionOk="0">
                  <a:moveTo>
                    <a:pt x="1767" y="0"/>
                  </a:moveTo>
                  <a:cubicBezTo>
                    <a:pt x="1736" y="0"/>
                    <a:pt x="1704" y="1"/>
                    <a:pt x="1672" y="3"/>
                  </a:cubicBezTo>
                  <a:cubicBezTo>
                    <a:pt x="700" y="64"/>
                    <a:pt x="1" y="976"/>
                    <a:pt x="61" y="2040"/>
                  </a:cubicBezTo>
                  <a:cubicBezTo>
                    <a:pt x="121" y="3084"/>
                    <a:pt x="884" y="3895"/>
                    <a:pt x="1833" y="3895"/>
                  </a:cubicBezTo>
                  <a:cubicBezTo>
                    <a:pt x="1850" y="3895"/>
                    <a:pt x="1868" y="3894"/>
                    <a:pt x="1885" y="3894"/>
                  </a:cubicBezTo>
                  <a:cubicBezTo>
                    <a:pt x="2827" y="3833"/>
                    <a:pt x="3557" y="2921"/>
                    <a:pt x="3496" y="1857"/>
                  </a:cubicBezTo>
                  <a:cubicBezTo>
                    <a:pt x="3437" y="829"/>
                    <a:pt x="2669" y="0"/>
                    <a:pt x="1767"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99"/>
            <p:cNvSpPr/>
            <p:nvPr/>
          </p:nvSpPr>
          <p:spPr>
            <a:xfrm rot="1799956">
              <a:off x="6133528" y="1828513"/>
              <a:ext cx="83496" cy="138656"/>
            </a:xfrm>
            <a:custGeom>
              <a:avLst/>
              <a:gdLst/>
              <a:ahLst/>
              <a:cxnLst/>
              <a:rect l="l" t="t" r="r" b="b"/>
              <a:pathLst>
                <a:path w="2372" h="3939" extrusionOk="0">
                  <a:moveTo>
                    <a:pt x="354" y="1"/>
                  </a:moveTo>
                  <a:cubicBezTo>
                    <a:pt x="318" y="1"/>
                    <a:pt x="281" y="2"/>
                    <a:pt x="244" y="4"/>
                  </a:cubicBezTo>
                  <a:cubicBezTo>
                    <a:pt x="153" y="4"/>
                    <a:pt x="92" y="34"/>
                    <a:pt x="1" y="65"/>
                  </a:cubicBezTo>
                  <a:cubicBezTo>
                    <a:pt x="974" y="126"/>
                    <a:pt x="1764" y="885"/>
                    <a:pt x="1825" y="1889"/>
                  </a:cubicBezTo>
                  <a:cubicBezTo>
                    <a:pt x="1885" y="2892"/>
                    <a:pt x="1186" y="3743"/>
                    <a:pt x="214" y="3925"/>
                  </a:cubicBezTo>
                  <a:cubicBezTo>
                    <a:pt x="275" y="3925"/>
                    <a:pt x="335" y="3939"/>
                    <a:pt x="387" y="3939"/>
                  </a:cubicBezTo>
                  <a:cubicBezTo>
                    <a:pt x="413" y="3939"/>
                    <a:pt x="437" y="3935"/>
                    <a:pt x="457" y="3925"/>
                  </a:cubicBezTo>
                  <a:cubicBezTo>
                    <a:pt x="1551" y="3864"/>
                    <a:pt x="2372" y="2952"/>
                    <a:pt x="2311" y="1858"/>
                  </a:cubicBezTo>
                  <a:cubicBezTo>
                    <a:pt x="2252" y="830"/>
                    <a:pt x="1399" y="1"/>
                    <a:pt x="3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99"/>
            <p:cNvSpPr/>
            <p:nvPr/>
          </p:nvSpPr>
          <p:spPr>
            <a:xfrm rot="1799956">
              <a:off x="6079344" y="1811559"/>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6" y="3867"/>
                  </a:cubicBezTo>
                  <a:cubicBezTo>
                    <a:pt x="1819" y="3867"/>
                    <a:pt x="1852" y="3866"/>
                    <a:pt x="1885" y="3864"/>
                  </a:cubicBezTo>
                  <a:cubicBezTo>
                    <a:pt x="2827" y="3834"/>
                    <a:pt x="3556"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99"/>
            <p:cNvSpPr/>
            <p:nvPr/>
          </p:nvSpPr>
          <p:spPr>
            <a:xfrm rot="1799956">
              <a:off x="6105082" y="2510591"/>
              <a:ext cx="80258" cy="139149"/>
            </a:xfrm>
            <a:custGeom>
              <a:avLst/>
              <a:gdLst/>
              <a:ahLst/>
              <a:cxnLst/>
              <a:rect l="l" t="t" r="r" b="b"/>
              <a:pathLst>
                <a:path w="2280" h="3953" extrusionOk="0">
                  <a:moveTo>
                    <a:pt x="300" y="0"/>
                  </a:moveTo>
                  <a:cubicBezTo>
                    <a:pt x="281" y="0"/>
                    <a:pt x="262" y="0"/>
                    <a:pt x="243" y="1"/>
                  </a:cubicBezTo>
                  <a:cubicBezTo>
                    <a:pt x="152" y="1"/>
                    <a:pt x="91" y="31"/>
                    <a:pt x="0" y="31"/>
                  </a:cubicBezTo>
                  <a:cubicBezTo>
                    <a:pt x="973" y="122"/>
                    <a:pt x="1733" y="943"/>
                    <a:pt x="1763" y="1916"/>
                  </a:cubicBezTo>
                  <a:cubicBezTo>
                    <a:pt x="1793" y="2919"/>
                    <a:pt x="1064" y="3770"/>
                    <a:pt x="91" y="3922"/>
                  </a:cubicBezTo>
                  <a:cubicBezTo>
                    <a:pt x="182" y="3922"/>
                    <a:pt x="274" y="3952"/>
                    <a:pt x="365" y="3952"/>
                  </a:cubicBezTo>
                  <a:cubicBezTo>
                    <a:pt x="1429" y="3922"/>
                    <a:pt x="2280" y="3010"/>
                    <a:pt x="2249" y="1916"/>
                  </a:cubicBezTo>
                  <a:cubicBezTo>
                    <a:pt x="2220" y="841"/>
                    <a:pt x="1368" y="0"/>
                    <a:pt x="300"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99"/>
            <p:cNvSpPr/>
            <p:nvPr/>
          </p:nvSpPr>
          <p:spPr>
            <a:xfrm rot="1799956">
              <a:off x="6050226" y="2492648"/>
              <a:ext cx="124153" cy="137037"/>
            </a:xfrm>
            <a:custGeom>
              <a:avLst/>
              <a:gdLst/>
              <a:ahLst/>
              <a:cxnLst/>
              <a:rect l="l" t="t" r="r" b="b"/>
              <a:pathLst>
                <a:path w="3527" h="3893" extrusionOk="0">
                  <a:moveTo>
                    <a:pt x="1752" y="0"/>
                  </a:moveTo>
                  <a:cubicBezTo>
                    <a:pt x="1736" y="0"/>
                    <a:pt x="1719" y="1"/>
                    <a:pt x="1703" y="1"/>
                  </a:cubicBezTo>
                  <a:cubicBezTo>
                    <a:pt x="761" y="32"/>
                    <a:pt x="1" y="913"/>
                    <a:pt x="31" y="2007"/>
                  </a:cubicBezTo>
                  <a:cubicBezTo>
                    <a:pt x="61" y="3053"/>
                    <a:pt x="854" y="3893"/>
                    <a:pt x="1776" y="3893"/>
                  </a:cubicBezTo>
                  <a:cubicBezTo>
                    <a:pt x="1792" y="3893"/>
                    <a:pt x="1808" y="3892"/>
                    <a:pt x="1825" y="3892"/>
                  </a:cubicBezTo>
                  <a:cubicBezTo>
                    <a:pt x="2767" y="3862"/>
                    <a:pt x="3527" y="2980"/>
                    <a:pt x="3496" y="1886"/>
                  </a:cubicBezTo>
                  <a:cubicBezTo>
                    <a:pt x="3467" y="840"/>
                    <a:pt x="2674" y="0"/>
                    <a:pt x="1752"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99"/>
            <p:cNvSpPr/>
            <p:nvPr/>
          </p:nvSpPr>
          <p:spPr>
            <a:xfrm rot="1799956">
              <a:off x="6222434" y="2340105"/>
              <a:ext cx="81349" cy="138093"/>
            </a:xfrm>
            <a:custGeom>
              <a:avLst/>
              <a:gdLst/>
              <a:ahLst/>
              <a:cxnLst/>
              <a:rect l="l" t="t" r="r" b="b"/>
              <a:pathLst>
                <a:path w="2311" h="3923" extrusionOk="0">
                  <a:moveTo>
                    <a:pt x="300" y="1"/>
                  </a:moveTo>
                  <a:cubicBezTo>
                    <a:pt x="281" y="1"/>
                    <a:pt x="262" y="1"/>
                    <a:pt x="243" y="2"/>
                  </a:cubicBezTo>
                  <a:cubicBezTo>
                    <a:pt x="152" y="2"/>
                    <a:pt x="91" y="32"/>
                    <a:pt x="0" y="32"/>
                  </a:cubicBezTo>
                  <a:cubicBezTo>
                    <a:pt x="973" y="123"/>
                    <a:pt x="1763" y="913"/>
                    <a:pt x="1793" y="1916"/>
                  </a:cubicBezTo>
                  <a:cubicBezTo>
                    <a:pt x="1824" y="2920"/>
                    <a:pt x="1094" y="3771"/>
                    <a:pt x="122" y="3923"/>
                  </a:cubicBezTo>
                  <a:lnTo>
                    <a:pt x="365" y="3923"/>
                  </a:lnTo>
                  <a:cubicBezTo>
                    <a:pt x="1459" y="3892"/>
                    <a:pt x="2310" y="2980"/>
                    <a:pt x="2280" y="1916"/>
                  </a:cubicBezTo>
                  <a:cubicBezTo>
                    <a:pt x="2250" y="841"/>
                    <a:pt x="1369" y="1"/>
                    <a:pt x="30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99"/>
            <p:cNvSpPr/>
            <p:nvPr/>
          </p:nvSpPr>
          <p:spPr>
            <a:xfrm rot="1799956">
              <a:off x="6168660" y="2322194"/>
              <a:ext cx="123062" cy="135945"/>
            </a:xfrm>
            <a:custGeom>
              <a:avLst/>
              <a:gdLst/>
              <a:ahLst/>
              <a:cxnLst/>
              <a:rect l="l" t="t" r="r" b="b"/>
              <a:pathLst>
                <a:path w="3496" h="3862" extrusionOk="0">
                  <a:moveTo>
                    <a:pt x="1723" y="0"/>
                  </a:moveTo>
                  <a:cubicBezTo>
                    <a:pt x="1706" y="0"/>
                    <a:pt x="1689" y="0"/>
                    <a:pt x="1672" y="1"/>
                  </a:cubicBezTo>
                  <a:cubicBezTo>
                    <a:pt x="730" y="31"/>
                    <a:pt x="0" y="913"/>
                    <a:pt x="31" y="1977"/>
                  </a:cubicBezTo>
                  <a:cubicBezTo>
                    <a:pt x="61" y="3022"/>
                    <a:pt x="824" y="3862"/>
                    <a:pt x="1745" y="3862"/>
                  </a:cubicBezTo>
                  <a:cubicBezTo>
                    <a:pt x="1761" y="3862"/>
                    <a:pt x="1777" y="3862"/>
                    <a:pt x="1794" y="3861"/>
                  </a:cubicBezTo>
                  <a:cubicBezTo>
                    <a:pt x="2736" y="3831"/>
                    <a:pt x="3496" y="2949"/>
                    <a:pt x="3465" y="1885"/>
                  </a:cubicBezTo>
                  <a:cubicBezTo>
                    <a:pt x="3436" y="840"/>
                    <a:pt x="2672" y="0"/>
                    <a:pt x="172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99"/>
            <p:cNvSpPr/>
            <p:nvPr/>
          </p:nvSpPr>
          <p:spPr>
            <a:xfrm rot="1799956">
              <a:off x="6333998" y="2166084"/>
              <a:ext cx="81349" cy="138093"/>
            </a:xfrm>
            <a:custGeom>
              <a:avLst/>
              <a:gdLst/>
              <a:ahLst/>
              <a:cxnLst/>
              <a:rect l="l" t="t" r="r" b="b"/>
              <a:pathLst>
                <a:path w="2311" h="3923" extrusionOk="0">
                  <a:moveTo>
                    <a:pt x="301" y="0"/>
                  </a:moveTo>
                  <a:cubicBezTo>
                    <a:pt x="282" y="0"/>
                    <a:pt x="263" y="1"/>
                    <a:pt x="244" y="1"/>
                  </a:cubicBezTo>
                  <a:cubicBezTo>
                    <a:pt x="183" y="1"/>
                    <a:pt x="92" y="1"/>
                    <a:pt x="1" y="32"/>
                  </a:cubicBezTo>
                  <a:cubicBezTo>
                    <a:pt x="973" y="123"/>
                    <a:pt x="1764" y="913"/>
                    <a:pt x="1794" y="1916"/>
                  </a:cubicBezTo>
                  <a:cubicBezTo>
                    <a:pt x="1824" y="2919"/>
                    <a:pt x="1095" y="3740"/>
                    <a:pt x="122" y="3892"/>
                  </a:cubicBezTo>
                  <a:cubicBezTo>
                    <a:pt x="213" y="3922"/>
                    <a:pt x="274" y="3922"/>
                    <a:pt x="365" y="3922"/>
                  </a:cubicBezTo>
                  <a:cubicBezTo>
                    <a:pt x="1460" y="3892"/>
                    <a:pt x="2311" y="2980"/>
                    <a:pt x="2280" y="1916"/>
                  </a:cubicBezTo>
                  <a:cubicBezTo>
                    <a:pt x="2250" y="841"/>
                    <a:pt x="1369"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99"/>
            <p:cNvSpPr/>
            <p:nvPr/>
          </p:nvSpPr>
          <p:spPr>
            <a:xfrm rot="1799956">
              <a:off x="6280230" y="2148150"/>
              <a:ext cx="123097" cy="135981"/>
            </a:xfrm>
            <a:custGeom>
              <a:avLst/>
              <a:gdLst/>
              <a:ahLst/>
              <a:cxnLst/>
              <a:rect l="l" t="t" r="r" b="b"/>
              <a:pathLst>
                <a:path w="3497" h="3863" extrusionOk="0">
                  <a:moveTo>
                    <a:pt x="1754" y="1"/>
                  </a:moveTo>
                  <a:cubicBezTo>
                    <a:pt x="1737" y="1"/>
                    <a:pt x="1720" y="1"/>
                    <a:pt x="1703" y="2"/>
                  </a:cubicBezTo>
                  <a:cubicBezTo>
                    <a:pt x="730" y="2"/>
                    <a:pt x="1" y="913"/>
                    <a:pt x="31" y="1977"/>
                  </a:cubicBezTo>
                  <a:cubicBezTo>
                    <a:pt x="61" y="3023"/>
                    <a:pt x="825" y="3863"/>
                    <a:pt x="1745" y="3863"/>
                  </a:cubicBezTo>
                  <a:cubicBezTo>
                    <a:pt x="1762" y="3863"/>
                    <a:pt x="1778" y="3862"/>
                    <a:pt x="1794" y="3862"/>
                  </a:cubicBezTo>
                  <a:cubicBezTo>
                    <a:pt x="2767" y="3831"/>
                    <a:pt x="3496" y="2950"/>
                    <a:pt x="3466" y="1886"/>
                  </a:cubicBezTo>
                  <a:cubicBezTo>
                    <a:pt x="3436" y="812"/>
                    <a:pt x="2673" y="1"/>
                    <a:pt x="17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99"/>
            <p:cNvSpPr/>
            <p:nvPr/>
          </p:nvSpPr>
          <p:spPr>
            <a:xfrm rot="1799956">
              <a:off x="7043305" y="2079862"/>
              <a:ext cx="93106" cy="137705"/>
            </a:xfrm>
            <a:custGeom>
              <a:avLst/>
              <a:gdLst/>
              <a:ahLst/>
              <a:cxnLst/>
              <a:rect l="l" t="t" r="r" b="b"/>
              <a:pathLst>
                <a:path w="2645" h="3912" extrusionOk="0">
                  <a:moveTo>
                    <a:pt x="578" y="0"/>
                  </a:moveTo>
                  <a:cubicBezTo>
                    <a:pt x="1520" y="244"/>
                    <a:pt x="2128" y="1186"/>
                    <a:pt x="2007" y="2158"/>
                  </a:cubicBezTo>
                  <a:cubicBezTo>
                    <a:pt x="1858" y="3140"/>
                    <a:pt x="1010" y="3831"/>
                    <a:pt x="62" y="3831"/>
                  </a:cubicBezTo>
                  <a:cubicBezTo>
                    <a:pt x="41" y="3831"/>
                    <a:pt x="21" y="3831"/>
                    <a:pt x="0" y="3830"/>
                  </a:cubicBezTo>
                  <a:lnTo>
                    <a:pt x="0" y="3830"/>
                  </a:lnTo>
                  <a:cubicBezTo>
                    <a:pt x="92" y="3861"/>
                    <a:pt x="152" y="3891"/>
                    <a:pt x="244" y="3891"/>
                  </a:cubicBezTo>
                  <a:cubicBezTo>
                    <a:pt x="341" y="3904"/>
                    <a:pt x="437" y="3911"/>
                    <a:pt x="531" y="3911"/>
                  </a:cubicBezTo>
                  <a:cubicBezTo>
                    <a:pt x="1504" y="3911"/>
                    <a:pt x="2327" y="3219"/>
                    <a:pt x="2493" y="2250"/>
                  </a:cubicBezTo>
                  <a:cubicBezTo>
                    <a:pt x="2645" y="1155"/>
                    <a:pt x="1885" y="152"/>
                    <a:pt x="82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99"/>
            <p:cNvSpPr/>
            <p:nvPr/>
          </p:nvSpPr>
          <p:spPr>
            <a:xfrm rot="1799956">
              <a:off x="6993310" y="2060930"/>
              <a:ext cx="130595" cy="136192"/>
            </a:xfrm>
            <a:custGeom>
              <a:avLst/>
              <a:gdLst/>
              <a:ahLst/>
              <a:cxnLst/>
              <a:rect l="l" t="t" r="r" b="b"/>
              <a:pathLst>
                <a:path w="3710" h="3869" extrusionOk="0">
                  <a:moveTo>
                    <a:pt x="1918" y="0"/>
                  </a:moveTo>
                  <a:cubicBezTo>
                    <a:pt x="1066" y="0"/>
                    <a:pt x="292" y="719"/>
                    <a:pt x="153" y="1691"/>
                  </a:cubicBezTo>
                  <a:cubicBezTo>
                    <a:pt x="1" y="2755"/>
                    <a:pt x="639" y="3728"/>
                    <a:pt x="1581" y="3849"/>
                  </a:cubicBezTo>
                  <a:cubicBezTo>
                    <a:pt x="1662" y="3862"/>
                    <a:pt x="1743" y="3869"/>
                    <a:pt x="1822" y="3869"/>
                  </a:cubicBezTo>
                  <a:cubicBezTo>
                    <a:pt x="2670" y="3869"/>
                    <a:pt x="3418" y="3150"/>
                    <a:pt x="3557" y="2177"/>
                  </a:cubicBezTo>
                  <a:cubicBezTo>
                    <a:pt x="3709" y="1114"/>
                    <a:pt x="3101" y="141"/>
                    <a:pt x="2159" y="19"/>
                  </a:cubicBezTo>
                  <a:cubicBezTo>
                    <a:pt x="2078" y="6"/>
                    <a:pt x="1998" y="0"/>
                    <a:pt x="191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99"/>
            <p:cNvSpPr/>
            <p:nvPr/>
          </p:nvSpPr>
          <p:spPr>
            <a:xfrm rot="1799956">
              <a:off x="6578787" y="2060069"/>
              <a:ext cx="93106" cy="138761"/>
            </a:xfrm>
            <a:custGeom>
              <a:avLst/>
              <a:gdLst/>
              <a:ahLst/>
              <a:cxnLst/>
              <a:rect l="l" t="t" r="r" b="b"/>
              <a:pathLst>
                <a:path w="2645" h="3942" extrusionOk="0">
                  <a:moveTo>
                    <a:pt x="578" y="1"/>
                  </a:moveTo>
                  <a:cubicBezTo>
                    <a:pt x="1520" y="274"/>
                    <a:pt x="2128" y="1186"/>
                    <a:pt x="2006" y="2189"/>
                  </a:cubicBezTo>
                  <a:cubicBezTo>
                    <a:pt x="1854" y="3162"/>
                    <a:pt x="973" y="3861"/>
                    <a:pt x="0" y="3861"/>
                  </a:cubicBezTo>
                  <a:cubicBezTo>
                    <a:pt x="91" y="3861"/>
                    <a:pt x="152" y="3892"/>
                    <a:pt x="243" y="3922"/>
                  </a:cubicBezTo>
                  <a:cubicBezTo>
                    <a:pt x="337" y="3935"/>
                    <a:pt x="430" y="3941"/>
                    <a:pt x="522" y="3941"/>
                  </a:cubicBezTo>
                  <a:cubicBezTo>
                    <a:pt x="1499" y="3941"/>
                    <a:pt x="2326" y="3223"/>
                    <a:pt x="2493" y="2250"/>
                  </a:cubicBezTo>
                  <a:cubicBezTo>
                    <a:pt x="2645" y="1186"/>
                    <a:pt x="1885" y="183"/>
                    <a:pt x="821" y="31"/>
                  </a:cubicBezTo>
                  <a:cubicBezTo>
                    <a:pt x="730" y="1"/>
                    <a:pt x="669" y="1"/>
                    <a:pt x="578"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99"/>
            <p:cNvSpPr/>
            <p:nvPr/>
          </p:nvSpPr>
          <p:spPr>
            <a:xfrm rot="1799956">
              <a:off x="6528794" y="2041340"/>
              <a:ext cx="130560" cy="136825"/>
            </a:xfrm>
            <a:custGeom>
              <a:avLst/>
              <a:gdLst/>
              <a:ahLst/>
              <a:cxnLst/>
              <a:rect l="l" t="t" r="r" b="b"/>
              <a:pathLst>
                <a:path w="3709" h="3887" extrusionOk="0">
                  <a:moveTo>
                    <a:pt x="1953" y="1"/>
                  </a:moveTo>
                  <a:cubicBezTo>
                    <a:pt x="1087" y="1"/>
                    <a:pt x="293" y="700"/>
                    <a:pt x="153" y="1686"/>
                  </a:cubicBezTo>
                  <a:cubicBezTo>
                    <a:pt x="1" y="2749"/>
                    <a:pt x="639" y="3722"/>
                    <a:pt x="1581" y="3874"/>
                  </a:cubicBezTo>
                  <a:cubicBezTo>
                    <a:pt x="1648" y="3883"/>
                    <a:pt x="1714" y="3887"/>
                    <a:pt x="1780" y="3887"/>
                  </a:cubicBezTo>
                  <a:cubicBezTo>
                    <a:pt x="2644" y="3887"/>
                    <a:pt x="3416" y="3163"/>
                    <a:pt x="3557" y="2202"/>
                  </a:cubicBezTo>
                  <a:cubicBezTo>
                    <a:pt x="3709" y="1139"/>
                    <a:pt x="3101" y="166"/>
                    <a:pt x="2159" y="14"/>
                  </a:cubicBezTo>
                  <a:cubicBezTo>
                    <a:pt x="2090" y="5"/>
                    <a:pt x="2021" y="1"/>
                    <a:pt x="195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99"/>
            <p:cNvSpPr/>
            <p:nvPr/>
          </p:nvSpPr>
          <p:spPr>
            <a:xfrm rot="1799956">
              <a:off x="6345570" y="16487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99"/>
            <p:cNvSpPr/>
            <p:nvPr/>
          </p:nvSpPr>
          <p:spPr>
            <a:xfrm rot="1799956">
              <a:off x="6295495" y="16302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99"/>
            <p:cNvSpPr/>
            <p:nvPr/>
          </p:nvSpPr>
          <p:spPr>
            <a:xfrm rot="1799956">
              <a:off x="6698617" y="1852529"/>
              <a:ext cx="93106" cy="138726"/>
            </a:xfrm>
            <a:custGeom>
              <a:avLst/>
              <a:gdLst/>
              <a:ahLst/>
              <a:cxnLst/>
              <a:rect l="l" t="t" r="r" b="b"/>
              <a:pathLst>
                <a:path w="2645" h="3941" extrusionOk="0">
                  <a:moveTo>
                    <a:pt x="578" y="0"/>
                  </a:moveTo>
                  <a:cubicBezTo>
                    <a:pt x="1520" y="274"/>
                    <a:pt x="2128" y="1186"/>
                    <a:pt x="2006" y="2189"/>
                  </a:cubicBezTo>
                  <a:cubicBezTo>
                    <a:pt x="1854" y="3161"/>
                    <a:pt x="973" y="3861"/>
                    <a:pt x="0" y="3861"/>
                  </a:cubicBezTo>
                  <a:cubicBezTo>
                    <a:pt x="91" y="3861"/>
                    <a:pt x="152" y="3891"/>
                    <a:pt x="243"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99"/>
            <p:cNvSpPr/>
            <p:nvPr/>
          </p:nvSpPr>
          <p:spPr>
            <a:xfrm rot="1799956">
              <a:off x="6648542" y="1834071"/>
              <a:ext cx="131651" cy="136825"/>
            </a:xfrm>
            <a:custGeom>
              <a:avLst/>
              <a:gdLst/>
              <a:ahLst/>
              <a:cxnLst/>
              <a:rect l="l" t="t" r="r" b="b"/>
              <a:pathLst>
                <a:path w="3740" h="3887" extrusionOk="0">
                  <a:moveTo>
                    <a:pt x="1953" y="0"/>
                  </a:moveTo>
                  <a:cubicBezTo>
                    <a:pt x="1087" y="0"/>
                    <a:pt x="293" y="699"/>
                    <a:pt x="153" y="1685"/>
                  </a:cubicBezTo>
                  <a:cubicBezTo>
                    <a:pt x="1" y="2749"/>
                    <a:pt x="639" y="3722"/>
                    <a:pt x="1581" y="3874"/>
                  </a:cubicBezTo>
                  <a:cubicBezTo>
                    <a:pt x="1648" y="3882"/>
                    <a:pt x="1714" y="3886"/>
                    <a:pt x="1780" y="3886"/>
                  </a:cubicBezTo>
                  <a:cubicBezTo>
                    <a:pt x="2644" y="3886"/>
                    <a:pt x="3416" y="3162"/>
                    <a:pt x="3557" y="2202"/>
                  </a:cubicBezTo>
                  <a:cubicBezTo>
                    <a:pt x="3739" y="1138"/>
                    <a:pt x="3101" y="165"/>
                    <a:pt x="2159" y="13"/>
                  </a:cubicBezTo>
                  <a:cubicBezTo>
                    <a:pt x="2090" y="4"/>
                    <a:pt x="2021" y="0"/>
                    <a:pt x="195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99"/>
            <p:cNvSpPr/>
            <p:nvPr/>
          </p:nvSpPr>
          <p:spPr>
            <a:xfrm rot="1799956">
              <a:off x="6773797" y="2671255"/>
              <a:ext cx="122006" cy="135945"/>
            </a:xfrm>
            <a:custGeom>
              <a:avLst/>
              <a:gdLst/>
              <a:ahLst/>
              <a:cxnLst/>
              <a:rect l="l" t="t" r="r" b="b"/>
              <a:pathLst>
                <a:path w="3466" h="3862" extrusionOk="0">
                  <a:moveTo>
                    <a:pt x="1733" y="1"/>
                  </a:moveTo>
                  <a:cubicBezTo>
                    <a:pt x="791" y="1"/>
                    <a:pt x="1" y="852"/>
                    <a:pt x="1" y="1946"/>
                  </a:cubicBezTo>
                  <a:cubicBezTo>
                    <a:pt x="1" y="3010"/>
                    <a:pt x="791" y="3861"/>
                    <a:pt x="1733" y="3861"/>
                  </a:cubicBezTo>
                  <a:cubicBezTo>
                    <a:pt x="2675" y="3861"/>
                    <a:pt x="3466" y="3010"/>
                    <a:pt x="3466" y="1946"/>
                  </a:cubicBezTo>
                  <a:cubicBezTo>
                    <a:pt x="3466" y="852"/>
                    <a:pt x="2675"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99"/>
            <p:cNvSpPr/>
            <p:nvPr/>
          </p:nvSpPr>
          <p:spPr>
            <a:xfrm rot="1799956">
              <a:off x="6979385" y="2333920"/>
              <a:ext cx="78146" cy="138057"/>
            </a:xfrm>
            <a:custGeom>
              <a:avLst/>
              <a:gdLst/>
              <a:ahLst/>
              <a:cxnLst/>
              <a:rect l="l" t="t" r="r" b="b"/>
              <a:pathLst>
                <a:path w="2220" h="3922" extrusionOk="0">
                  <a:moveTo>
                    <a:pt x="0" y="1"/>
                  </a:moveTo>
                  <a:cubicBezTo>
                    <a:pt x="973" y="123"/>
                    <a:pt x="1733" y="943"/>
                    <a:pt x="1733" y="1946"/>
                  </a:cubicBezTo>
                  <a:cubicBezTo>
                    <a:pt x="1733" y="2949"/>
                    <a:pt x="973" y="3770"/>
                    <a:pt x="0" y="3892"/>
                  </a:cubicBezTo>
                  <a:cubicBezTo>
                    <a:pt x="92" y="3922"/>
                    <a:pt x="183" y="3922"/>
                    <a:pt x="244" y="3922"/>
                  </a:cubicBezTo>
                  <a:cubicBezTo>
                    <a:pt x="1338" y="3922"/>
                    <a:pt x="2219" y="3040"/>
                    <a:pt x="2219" y="1946"/>
                  </a:cubicBezTo>
                  <a:cubicBezTo>
                    <a:pt x="2219" y="882"/>
                    <a:pt x="133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99"/>
            <p:cNvSpPr/>
            <p:nvPr/>
          </p:nvSpPr>
          <p:spPr>
            <a:xfrm rot="1799956">
              <a:off x="6829301" y="2689664"/>
              <a:ext cx="78146" cy="139114"/>
            </a:xfrm>
            <a:custGeom>
              <a:avLst/>
              <a:gdLst/>
              <a:ahLst/>
              <a:cxnLst/>
              <a:rect l="l" t="t" r="r" b="b"/>
              <a:pathLst>
                <a:path w="2220" h="3952" extrusionOk="0">
                  <a:moveTo>
                    <a:pt x="243" y="1"/>
                  </a:moveTo>
                  <a:cubicBezTo>
                    <a:pt x="152" y="1"/>
                    <a:pt x="91" y="31"/>
                    <a:pt x="0" y="31"/>
                  </a:cubicBezTo>
                  <a:cubicBezTo>
                    <a:pt x="973" y="153"/>
                    <a:pt x="1733" y="973"/>
                    <a:pt x="1733" y="1976"/>
                  </a:cubicBezTo>
                  <a:cubicBezTo>
                    <a:pt x="1733" y="2979"/>
                    <a:pt x="973" y="3800"/>
                    <a:pt x="0" y="3922"/>
                  </a:cubicBezTo>
                  <a:cubicBezTo>
                    <a:pt x="91" y="3922"/>
                    <a:pt x="152" y="3952"/>
                    <a:pt x="243" y="3952"/>
                  </a:cubicBezTo>
                  <a:cubicBezTo>
                    <a:pt x="1338" y="3952"/>
                    <a:pt x="2219" y="3070"/>
                    <a:pt x="2219" y="1976"/>
                  </a:cubicBezTo>
                  <a:cubicBezTo>
                    <a:pt x="2219" y="882"/>
                    <a:pt x="1338" y="1"/>
                    <a:pt x="24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99"/>
            <p:cNvSpPr/>
            <p:nvPr/>
          </p:nvSpPr>
          <p:spPr>
            <a:xfrm rot="1799956">
              <a:off x="6823445" y="16434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99"/>
            <p:cNvSpPr/>
            <p:nvPr/>
          </p:nvSpPr>
          <p:spPr>
            <a:xfrm rot="1799956">
              <a:off x="6773370" y="16249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05" name="Google Shape;2505;p99"/>
          <p:cNvSpPr txBox="1"/>
          <p:nvPr/>
        </p:nvSpPr>
        <p:spPr>
          <a:xfrm>
            <a:off x="241628" y="709621"/>
            <a:ext cx="943200" cy="38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FFFFFF"/>
                </a:solidFill>
                <a:latin typeface="Lilita One"/>
                <a:ea typeface="Lilita One"/>
                <a:cs typeface="Lilita One"/>
                <a:sym typeface="Lilita One"/>
              </a:rPr>
              <a:t>Roll the Dice</a:t>
            </a:r>
            <a:endParaRPr sz="1000">
              <a:solidFill>
                <a:srgbClr val="FFFFFF"/>
              </a:solidFill>
              <a:latin typeface="Lilita One"/>
              <a:ea typeface="Lilita One"/>
              <a:cs typeface="Lilita One"/>
              <a:sym typeface="Lilita One"/>
            </a:endParaRPr>
          </a:p>
        </p:txBody>
      </p:sp>
      <p:sp>
        <p:nvSpPr>
          <p:cNvPr id="2506" name="Google Shape;2506;p99">
            <a:hlinkClick r:id="rId4" action="ppaction://hlinksldjump"/>
          </p:cNvPr>
          <p:cNvSpPr/>
          <p:nvPr/>
        </p:nvSpPr>
        <p:spPr>
          <a:xfrm>
            <a:off x="312438" y="237000"/>
            <a:ext cx="801600" cy="8016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CED2DE8F-0635-414E-BA5C-0C9E6799931B}"/>
                  </a:ext>
                </a:extLst>
              </p:cNvPr>
              <p:cNvSpPr txBox="1"/>
              <p:nvPr/>
            </p:nvSpPr>
            <p:spPr>
              <a:xfrm>
                <a:off x="539216" y="307127"/>
                <a:ext cx="8065567" cy="4472186"/>
              </a:xfrm>
              <a:prstGeom prst="rect">
                <a:avLst/>
              </a:prstGeom>
              <a:noFill/>
            </p:spPr>
            <p:txBody>
              <a:bodyPr wrap="square" rtlCol="0">
                <a:spAutoFit/>
              </a:bodyPr>
              <a:lstStyle/>
              <a:p>
                <a:pPr algn="just" rtl="1"/>
                <a:r>
                  <a:rPr lang="fa-IR" dirty="0">
                    <a:solidFill>
                      <a:srgbClr val="F8F8F8"/>
                    </a:solidFill>
                    <a:cs typeface="Aban" pitchFamily="2" charset="-78"/>
                  </a:rPr>
                  <a:t>ابتدا بررسی می‌کنیم که </a:t>
                </a:r>
                <a14:m>
                  <m:oMath xmlns:m="http://schemas.openxmlformats.org/officeDocument/2006/math">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𝐷</m:t>
                        </m:r>
                      </m:e>
                      <m:sub>
                        <m:r>
                          <a:rPr lang="en-US" b="0" i="1" smtClean="0">
                            <a:solidFill>
                              <a:srgbClr val="F8F8F8"/>
                            </a:solidFill>
                            <a:latin typeface="Cambria Math" panose="02040503050406030204" pitchFamily="18" charset="0"/>
                            <a:cs typeface="Aban" pitchFamily="2" charset="-78"/>
                          </a:rPr>
                          <m:t>22</m:t>
                        </m:r>
                      </m:sub>
                    </m:sSub>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𝐷</m:t>
                        </m:r>
                      </m:e>
                      <m:sub>
                        <m:r>
                          <a:rPr lang="en-US" b="0" i="1" smtClean="0">
                            <a:solidFill>
                              <a:srgbClr val="F8F8F8"/>
                            </a:solidFill>
                            <a:latin typeface="Cambria Math" panose="02040503050406030204" pitchFamily="18" charset="0"/>
                            <a:cs typeface="Aban" pitchFamily="2" charset="-78"/>
                          </a:rPr>
                          <m:t>3</m:t>
                        </m:r>
                        <m:r>
                          <a:rPr lang="en-US" b="0" i="1" smtClean="0">
                            <a:solidFill>
                              <a:srgbClr val="F8F8F8"/>
                            </a:solidFill>
                            <a:latin typeface="Cambria Math" panose="02040503050406030204" pitchFamily="18" charset="0"/>
                            <a:cs typeface="Aban" pitchFamily="2" charset="-78"/>
                          </a:rPr>
                          <m:t>2</m:t>
                        </m:r>
                      </m:sub>
                    </m:sSub>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𝐷</m:t>
                        </m:r>
                      </m:e>
                      <m:sub>
                        <m:r>
                          <a:rPr lang="en-US" b="0" i="1" smtClean="0">
                            <a:solidFill>
                              <a:srgbClr val="F8F8F8"/>
                            </a:solidFill>
                            <a:latin typeface="Cambria Math" panose="02040503050406030204" pitchFamily="18" charset="0"/>
                            <a:cs typeface="Aban" pitchFamily="2" charset="-78"/>
                          </a:rPr>
                          <m:t>12</m:t>
                        </m:r>
                      </m:sub>
                    </m:sSub>
                  </m:oMath>
                </a14:m>
                <a:r>
                  <a:rPr lang="fa-IR" dirty="0">
                    <a:solidFill>
                      <a:srgbClr val="F8F8F8"/>
                    </a:solidFill>
                    <a:cs typeface="Aban" pitchFamily="2" charset="-78"/>
                  </a:rPr>
                  <a:t> و </a:t>
                </a:r>
                <a14:m>
                  <m:oMath xmlns:m="http://schemas.openxmlformats.org/officeDocument/2006/math">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𝐷</m:t>
                        </m:r>
                      </m:e>
                      <m:sub>
                        <m:r>
                          <a:rPr lang="en-US" b="0" i="1" smtClean="0">
                            <a:solidFill>
                              <a:srgbClr val="F8F8F8"/>
                            </a:solidFill>
                            <a:latin typeface="Cambria Math" panose="02040503050406030204" pitchFamily="18" charset="0"/>
                            <a:cs typeface="Aban" pitchFamily="2" charset="-78"/>
                          </a:rPr>
                          <m:t>11</m:t>
                        </m:r>
                      </m:sub>
                    </m:sSub>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𝐷</m:t>
                        </m:r>
                      </m:e>
                      <m:sub>
                        <m:r>
                          <a:rPr lang="en-US" b="0" i="1" smtClean="0">
                            <a:solidFill>
                              <a:srgbClr val="F8F8F8"/>
                            </a:solidFill>
                            <a:latin typeface="Cambria Math" panose="02040503050406030204" pitchFamily="18" charset="0"/>
                            <a:cs typeface="Aban" pitchFamily="2" charset="-78"/>
                          </a:rPr>
                          <m:t>21</m:t>
                        </m:r>
                      </m:sub>
                    </m:sSub>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𝐷</m:t>
                        </m:r>
                      </m:e>
                      <m:sub>
                        <m:r>
                          <a:rPr lang="en-US" b="0" i="1" smtClean="0">
                            <a:solidFill>
                              <a:srgbClr val="F8F8F8"/>
                            </a:solidFill>
                            <a:latin typeface="Cambria Math" panose="02040503050406030204" pitchFamily="18" charset="0"/>
                            <a:cs typeface="Aban" pitchFamily="2" charset="-78"/>
                          </a:rPr>
                          <m:t>31</m:t>
                        </m:r>
                      </m:sub>
                    </m:sSub>
                  </m:oMath>
                </a14:m>
                <a:r>
                  <a:rPr lang="fa-IR" dirty="0">
                    <a:solidFill>
                      <a:srgbClr val="F8F8F8"/>
                    </a:solidFill>
                    <a:cs typeface="Aban" pitchFamily="2" charset="-78"/>
                  </a:rPr>
                  <a:t> بنابراین انتخاب سوم دکتر مبنی بر </a:t>
                </a:r>
                <a14:m>
                  <m:oMath xmlns:m="http://schemas.openxmlformats.org/officeDocument/2006/math">
                    <m:r>
                      <a:rPr lang="en-US" b="0" i="1" smtClean="0">
                        <a:solidFill>
                          <a:srgbClr val="F8F8F8"/>
                        </a:solidFill>
                        <a:latin typeface="Cambria Math" panose="02040503050406030204" pitchFamily="18" charset="0"/>
                        <a:cs typeface="Aban" pitchFamily="2" charset="-78"/>
                      </a:rPr>
                      <m:t>𝑁</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𝐶</m:t>
                        </m:r>
                      </m:e>
                      <m:sub>
                        <m:r>
                          <a:rPr lang="en-US" b="0" i="1" smtClean="0">
                            <a:solidFill>
                              <a:srgbClr val="F8F8F8"/>
                            </a:solidFill>
                            <a:latin typeface="Cambria Math" panose="02040503050406030204" pitchFamily="18" charset="0"/>
                            <a:cs typeface="Aban" pitchFamily="2" charset="-78"/>
                          </a:rPr>
                          <m:t>𝑑</m:t>
                        </m:r>
                      </m:sub>
                    </m:sSub>
                  </m:oMath>
                </a14:m>
                <a:r>
                  <a:rPr lang="fa-IR" dirty="0">
                    <a:solidFill>
                      <a:srgbClr val="F8F8F8"/>
                    </a:solidFill>
                    <a:cs typeface="Aban" pitchFamily="2" charset="-78"/>
                  </a:rPr>
                  <a:t> قویا مسلط شده است و در تعادل نش ما نقشی ندارد.</a:t>
                </a:r>
              </a:p>
              <a:p>
                <a:pPr algn="just" rtl="1"/>
                <a:r>
                  <a:rPr lang="fa-IR" dirty="0">
                    <a:solidFill>
                      <a:srgbClr val="F8F8F8"/>
                    </a:solidFill>
                    <a:cs typeface="Aban" pitchFamily="2" charset="-78"/>
                  </a:rPr>
                  <a:t>به شکل مشابه داریم </a:t>
                </a:r>
                <a14:m>
                  <m:oMath xmlns:m="http://schemas.openxmlformats.org/officeDocument/2006/math">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𝑃</m:t>
                        </m:r>
                      </m:e>
                      <m:sub>
                        <m:r>
                          <a:rPr lang="en-US" b="0" i="1" smtClean="0">
                            <a:solidFill>
                              <a:srgbClr val="F8F8F8"/>
                            </a:solidFill>
                            <a:latin typeface="Cambria Math" panose="02040503050406030204" pitchFamily="18" charset="0"/>
                            <a:cs typeface="Aban" pitchFamily="2" charset="-78"/>
                          </a:rPr>
                          <m:t>31</m:t>
                        </m:r>
                      </m:sub>
                    </m:sSub>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𝑃</m:t>
                        </m:r>
                      </m:e>
                      <m:sub>
                        <m:r>
                          <a:rPr lang="en-US" b="0" i="1" smtClean="0">
                            <a:solidFill>
                              <a:srgbClr val="F8F8F8"/>
                            </a:solidFill>
                            <a:latin typeface="Cambria Math" panose="02040503050406030204" pitchFamily="18" charset="0"/>
                            <a:cs typeface="Aban" pitchFamily="2" charset="-78"/>
                          </a:rPr>
                          <m:t>32</m:t>
                        </m:r>
                      </m:sub>
                    </m:sSub>
                    <m:r>
                      <a:rPr lang="en-US" b="0" i="1" smtClean="0">
                        <a:solidFill>
                          <a:srgbClr val="F8F8F8"/>
                        </a:solidFill>
                        <a:latin typeface="Cambria Math" panose="02040503050406030204" pitchFamily="18" charset="0"/>
                        <a:cs typeface="Aban" pitchFamily="2" charset="-78"/>
                      </a:rPr>
                      <m:t> , </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𝑃</m:t>
                        </m:r>
                      </m:e>
                      <m:sub>
                        <m:r>
                          <a:rPr lang="en-US" b="0" i="1" smtClean="0">
                            <a:solidFill>
                              <a:srgbClr val="F8F8F8"/>
                            </a:solidFill>
                            <a:latin typeface="Cambria Math" panose="02040503050406030204" pitchFamily="18" charset="0"/>
                            <a:cs typeface="Aban" pitchFamily="2" charset="-78"/>
                          </a:rPr>
                          <m:t>21</m:t>
                        </m:r>
                      </m:sub>
                    </m:sSub>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𝑃</m:t>
                        </m:r>
                      </m:e>
                      <m:sub>
                        <m:r>
                          <a:rPr lang="en-US" b="0" i="1" smtClean="0">
                            <a:solidFill>
                              <a:srgbClr val="F8F8F8"/>
                            </a:solidFill>
                            <a:latin typeface="Cambria Math" panose="02040503050406030204" pitchFamily="18" charset="0"/>
                            <a:cs typeface="Aban" pitchFamily="2" charset="-78"/>
                          </a:rPr>
                          <m:t>22</m:t>
                        </m:r>
                      </m:sub>
                    </m:sSub>
                    <m:r>
                      <a:rPr lang="en-US" b="0" i="1" smtClean="0">
                        <a:solidFill>
                          <a:srgbClr val="F8F8F8"/>
                        </a:solidFill>
                        <a:latin typeface="Cambria Math" panose="02040503050406030204" pitchFamily="18" charset="0"/>
                        <a:cs typeface="Aban" pitchFamily="2" charset="-78"/>
                      </a:rPr>
                      <m:t>, </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𝑃</m:t>
                        </m:r>
                      </m:e>
                      <m:sub>
                        <m:r>
                          <a:rPr lang="en-US" b="0" i="1" smtClean="0">
                            <a:solidFill>
                              <a:srgbClr val="F8F8F8"/>
                            </a:solidFill>
                            <a:latin typeface="Cambria Math" panose="02040503050406030204" pitchFamily="18" charset="0"/>
                            <a:cs typeface="Aban" pitchFamily="2" charset="-78"/>
                          </a:rPr>
                          <m:t>11</m:t>
                        </m:r>
                      </m:sub>
                    </m:sSub>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𝑃</m:t>
                        </m:r>
                      </m:e>
                      <m:sub>
                        <m:r>
                          <a:rPr lang="en-US" b="0" i="1" smtClean="0">
                            <a:solidFill>
                              <a:srgbClr val="F8F8F8"/>
                            </a:solidFill>
                            <a:latin typeface="Cambria Math" panose="02040503050406030204" pitchFamily="18" charset="0"/>
                            <a:cs typeface="Aban" pitchFamily="2" charset="-78"/>
                          </a:rPr>
                          <m:t>12</m:t>
                        </m:r>
                      </m:sub>
                    </m:sSub>
                  </m:oMath>
                </a14:m>
                <a:r>
                  <a:rPr lang="fa-IR" dirty="0">
                    <a:solidFill>
                      <a:srgbClr val="F8F8F8"/>
                    </a:solidFill>
                    <a:cs typeface="Aban" pitchFamily="2" charset="-78"/>
                  </a:rPr>
                  <a:t> بنابراین بیمار هم همیشه همکاری را ترجیح میدهد.در تعادل نش محض ما باید دو عملی که بهترین پاسخ به همدیگر هستند را پیدا کنیم پس بازی با وضعیت مذکور به وضوح تنها یک تعادل نش دارد و آن هم عمل </a:t>
                </a:r>
                <a14:m>
                  <m:oMath xmlns:m="http://schemas.openxmlformats.org/officeDocument/2006/math">
                    <m:d>
                      <m:dPr>
                        <m:ctrlPr>
                          <a:rPr lang="en-US" b="0" i="1" smtClean="0">
                            <a:solidFill>
                              <a:srgbClr val="F8F8F8"/>
                            </a:solidFill>
                            <a:latin typeface="Cambria Math" panose="02040503050406030204" pitchFamily="18" charset="0"/>
                            <a:cs typeface="Aban" pitchFamily="2" charset="-78"/>
                          </a:rPr>
                        </m:ctrlPr>
                      </m:dPr>
                      <m:e>
                        <m:r>
                          <a:rPr lang="en-US" b="0" i="1" smtClean="0">
                            <a:solidFill>
                              <a:srgbClr val="F8F8F8"/>
                            </a:solidFill>
                            <a:latin typeface="Cambria Math" panose="02040503050406030204" pitchFamily="18" charset="0"/>
                            <a:cs typeface="Aban" pitchFamily="2" charset="-78"/>
                          </a:rPr>
                          <m:t>𝐶</m:t>
                        </m:r>
                        <m:r>
                          <a:rPr lang="en-US" b="0" i="1" smtClean="0">
                            <a:solidFill>
                              <a:srgbClr val="F8F8F8"/>
                            </a:solidFill>
                            <a:latin typeface="Cambria Math" panose="02040503050406030204" pitchFamily="18" charset="0"/>
                            <a:cs typeface="Aban" pitchFamily="2" charset="-78"/>
                          </a:rPr>
                          <m:t>,</m:t>
                        </m:r>
                        <m:r>
                          <a:rPr lang="en-US" b="0" i="1" smtClean="0">
                            <a:solidFill>
                              <a:srgbClr val="F8F8F8"/>
                            </a:solidFill>
                            <a:latin typeface="Cambria Math" panose="02040503050406030204" pitchFamily="18" charset="0"/>
                            <a:cs typeface="Aban" pitchFamily="2" charset="-78"/>
                          </a:rPr>
                          <m:t>𝐶</m:t>
                        </m:r>
                      </m:e>
                    </m:d>
                  </m:oMath>
                </a14:m>
                <a:r>
                  <a:rPr lang="fa-IR" dirty="0">
                    <a:solidFill>
                      <a:srgbClr val="F8F8F8"/>
                    </a:solidFill>
                    <a:cs typeface="Aban" pitchFamily="2" charset="-78"/>
                  </a:rPr>
                  <a:t> است.</a:t>
                </a:r>
                <a:endParaRPr lang="en-US" dirty="0">
                  <a:solidFill>
                    <a:srgbClr val="F8F8F8"/>
                  </a:solidFill>
                  <a:cs typeface="Aban" pitchFamily="2" charset="-78"/>
                </a:endParaRPr>
              </a:p>
              <a:p>
                <a:pPr algn="just" rtl="1"/>
                <a:r>
                  <a:rPr lang="fa-IR" dirty="0">
                    <a:solidFill>
                      <a:srgbClr val="F8F8F8"/>
                    </a:solidFill>
                    <a:cs typeface="Aban" pitchFamily="2" charset="-78"/>
                  </a:rPr>
                  <a:t>تحلیل حساسیت:</a:t>
                </a:r>
              </a:p>
              <a:p>
                <a:pPr algn="just" rtl="1"/>
                <a:r>
                  <a:rPr lang="fa-IR" dirty="0">
                    <a:solidFill>
                      <a:srgbClr val="F8F8F8"/>
                    </a:solidFill>
                    <a:cs typeface="Aban" pitchFamily="2" charset="-78"/>
                  </a:rPr>
                  <a:t>برای تحلیل حساسیت ما باید بازه هایی که تغییر </a:t>
                </a:r>
                <a14:m>
                  <m:oMath xmlns:m="http://schemas.openxmlformats.org/officeDocument/2006/math">
                    <m:r>
                      <a:rPr lang="en-US" b="0" i="1" smtClean="0">
                        <a:solidFill>
                          <a:srgbClr val="F8F8F8"/>
                        </a:solidFill>
                        <a:latin typeface="Cambria Math" panose="02040503050406030204" pitchFamily="18" charset="0"/>
                        <a:cs typeface="Aban" pitchFamily="2" charset="-78"/>
                      </a:rPr>
                      <m:t>𝛾</m:t>
                    </m:r>
                  </m:oMath>
                </a14:m>
                <a:r>
                  <a:rPr lang="fa-IR" dirty="0">
                    <a:solidFill>
                      <a:srgbClr val="F8F8F8"/>
                    </a:solidFill>
                    <a:cs typeface="Aban" pitchFamily="2" charset="-78"/>
                  </a:rPr>
                  <a:t> یا </a:t>
                </a:r>
                <a14:m>
                  <m:oMath xmlns:m="http://schemas.openxmlformats.org/officeDocument/2006/math">
                    <m:r>
                      <a:rPr lang="en-US" b="0" i="1" smtClean="0">
                        <a:solidFill>
                          <a:srgbClr val="F8F8F8"/>
                        </a:solidFill>
                        <a:latin typeface="Cambria Math" panose="02040503050406030204" pitchFamily="18" charset="0"/>
                        <a:cs typeface="Aban" pitchFamily="2" charset="-78"/>
                      </a:rPr>
                      <m:t>𝛽</m:t>
                    </m:r>
                  </m:oMath>
                </a14:m>
                <a:r>
                  <a:rPr lang="fa-IR" dirty="0">
                    <a:solidFill>
                      <a:srgbClr val="F8F8F8"/>
                    </a:solidFill>
                    <a:cs typeface="Aban" pitchFamily="2" charset="-78"/>
                  </a:rPr>
                  <a:t> منجر به تغییر ارجحیت ها می‌شود را پیدا کنیم. از آنجا که </a:t>
                </a:r>
                <a14:m>
                  <m:oMath xmlns:m="http://schemas.openxmlformats.org/officeDocument/2006/math">
                    <m:r>
                      <a:rPr lang="en-US" b="0" i="1" smtClean="0">
                        <a:solidFill>
                          <a:srgbClr val="F8F8F8"/>
                        </a:solidFill>
                        <a:latin typeface="Cambria Math" panose="02040503050406030204" pitchFamily="18" charset="0"/>
                        <a:cs typeface="Aban" pitchFamily="2" charset="-78"/>
                      </a:rPr>
                      <m:t>𝛾</m:t>
                    </m:r>
                  </m:oMath>
                </a14:m>
                <a:r>
                  <a:rPr lang="fa-IR" dirty="0">
                    <a:solidFill>
                      <a:srgbClr val="F8F8F8"/>
                    </a:solidFill>
                    <a:cs typeface="Aban" pitchFamily="2" charset="-78"/>
                  </a:rPr>
                  <a:t> تنها در بیمار موثر است بررسی ستون ها کافیست</a:t>
                </a:r>
              </a:p>
              <a:p>
                <a:pPr marL="342900" indent="-342900" algn="just" rtl="1">
                  <a:buFont typeface="Arial" panose="020B0604020202020204" pitchFamily="34" charset="0"/>
                  <a:buChar char="•"/>
                </a:pPr>
                <a:r>
                  <a:rPr lang="fa-IR" dirty="0">
                    <a:solidFill>
                      <a:srgbClr val="F8F8F8"/>
                    </a:solidFill>
                    <a:cs typeface="Aban" pitchFamily="2" charset="-78"/>
                  </a:rPr>
                  <a:t>دکتر همکاری را انتخاب کند:</a:t>
                </a:r>
              </a:p>
              <a:p>
                <a:pPr algn="just" rtl="1"/>
                <a14:m>
                  <m:oMathPara xmlns:m="http://schemas.openxmlformats.org/officeDocument/2006/math">
                    <m:oMathParaPr>
                      <m:jc m:val="centerGroup"/>
                    </m:oMathParaPr>
                    <m:oMath xmlns:m="http://schemas.openxmlformats.org/officeDocument/2006/math">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𝑃</m:t>
                          </m:r>
                        </m:e>
                        <m:sub>
                          <m:r>
                            <a:rPr lang="en-US" i="1">
                              <a:solidFill>
                                <a:srgbClr val="F8F8F8"/>
                              </a:solidFill>
                              <a:latin typeface="Cambria Math" panose="02040503050406030204" pitchFamily="18" charset="0"/>
                              <a:cs typeface="Aban" pitchFamily="2" charset="-78"/>
                            </a:rPr>
                            <m:t>11</m:t>
                          </m:r>
                        </m:sub>
                      </m:sSub>
                      <m:r>
                        <a:rPr lang="en-US" i="1">
                          <a:solidFill>
                            <a:srgbClr val="F8F8F8"/>
                          </a:solidFill>
                          <a:latin typeface="Cambria Math" panose="02040503050406030204" pitchFamily="18" charset="0"/>
                          <a:cs typeface="Aban" pitchFamily="2" charset="-78"/>
                        </a:rPr>
                        <m:t>=</m:t>
                      </m:r>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𝑈</m:t>
                          </m:r>
                        </m:e>
                        <m:sub>
                          <m:r>
                            <a:rPr lang="en-US" i="1">
                              <a:solidFill>
                                <a:srgbClr val="F8F8F8"/>
                              </a:solidFill>
                              <a:latin typeface="Cambria Math" panose="02040503050406030204" pitchFamily="18" charset="0"/>
                              <a:cs typeface="Aban" pitchFamily="2" charset="-78"/>
                            </a:rPr>
                            <m:t>1</m:t>
                          </m:r>
                        </m:sub>
                      </m:sSub>
                      <m:r>
                        <a:rPr lang="en-US" i="1">
                          <a:solidFill>
                            <a:srgbClr val="F8F8F8"/>
                          </a:solidFill>
                          <a:latin typeface="Cambria Math" panose="02040503050406030204" pitchFamily="18" charset="0"/>
                          <a:cs typeface="Aban" pitchFamily="2" charset="-78"/>
                        </a:rPr>
                        <m:t>+</m:t>
                      </m:r>
                      <m:r>
                        <a:rPr lang="en-US" i="1">
                          <a:solidFill>
                            <a:srgbClr val="F8F8F8"/>
                          </a:solidFill>
                          <a:latin typeface="Cambria Math" panose="02040503050406030204" pitchFamily="18" charset="0"/>
                          <a:cs typeface="Aban" pitchFamily="2" charset="-78"/>
                        </a:rPr>
                        <m:t>𝐵</m:t>
                      </m:r>
                      <m:r>
                        <a:rPr lang="en-US" b="0" i="1" smtClean="0">
                          <a:solidFill>
                            <a:srgbClr val="F8F8F8"/>
                          </a:solidFill>
                          <a:latin typeface="Cambria Math" panose="02040503050406030204" pitchFamily="18" charset="0"/>
                          <a:cs typeface="Aban" pitchFamily="2" charset="-78"/>
                        </a:rPr>
                        <m:t>,</m:t>
                      </m:r>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𝑃</m:t>
                          </m:r>
                        </m:e>
                        <m:sub>
                          <m:r>
                            <a:rPr lang="en-US" i="1">
                              <a:solidFill>
                                <a:srgbClr val="F8F8F8"/>
                              </a:solidFill>
                              <a:latin typeface="Cambria Math" panose="02040503050406030204" pitchFamily="18" charset="0"/>
                              <a:cs typeface="Aban" pitchFamily="2" charset="-78"/>
                            </a:rPr>
                            <m:t>12</m:t>
                          </m:r>
                        </m:sub>
                      </m:sSub>
                      <m:r>
                        <a:rPr lang="en-US" i="1">
                          <a:solidFill>
                            <a:srgbClr val="F8F8F8"/>
                          </a:solidFill>
                          <a:latin typeface="Cambria Math" panose="02040503050406030204" pitchFamily="18" charset="0"/>
                          <a:cs typeface="Aban" pitchFamily="2" charset="-78"/>
                        </a:rPr>
                        <m:t>=</m:t>
                      </m:r>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𝑈</m:t>
                          </m:r>
                        </m:e>
                        <m:sub>
                          <m:r>
                            <a:rPr lang="en-US" i="1">
                              <a:solidFill>
                                <a:srgbClr val="F8F8F8"/>
                              </a:solidFill>
                              <a:latin typeface="Cambria Math" panose="02040503050406030204" pitchFamily="18" charset="0"/>
                              <a:cs typeface="Aban" pitchFamily="2" charset="-78"/>
                            </a:rPr>
                            <m:t>1</m:t>
                          </m:r>
                        </m:sub>
                      </m:sSub>
                      <m:r>
                        <a:rPr lang="en-US" i="1">
                          <a:solidFill>
                            <a:srgbClr val="F8F8F8"/>
                          </a:solidFill>
                          <a:latin typeface="Cambria Math" panose="02040503050406030204" pitchFamily="18" charset="0"/>
                          <a:cs typeface="Aban" pitchFamily="2" charset="-78"/>
                        </a:rPr>
                        <m:t>−</m:t>
                      </m:r>
                      <m:r>
                        <a:rPr lang="en-US" i="1">
                          <a:solidFill>
                            <a:srgbClr val="F8F8F8"/>
                          </a:solidFill>
                          <a:latin typeface="Cambria Math" panose="02040503050406030204" pitchFamily="18" charset="0"/>
                          <a:cs typeface="Aban" pitchFamily="2" charset="-78"/>
                        </a:rPr>
                        <m:t>𝐻</m:t>
                      </m:r>
                      <m:r>
                        <a:rPr lang="en-US" i="1">
                          <a:solidFill>
                            <a:srgbClr val="F8F8F8"/>
                          </a:solidFill>
                          <a:latin typeface="Cambria Math" panose="02040503050406030204" pitchFamily="18" charset="0"/>
                          <a:cs typeface="Aban" pitchFamily="2" charset="-78"/>
                        </a:rPr>
                        <m:t>+</m:t>
                      </m:r>
                      <m:r>
                        <a:rPr lang="en-US" i="1">
                          <a:solidFill>
                            <a:srgbClr val="F8F8F8"/>
                          </a:solidFill>
                          <a:latin typeface="Cambria Math" panose="02040503050406030204" pitchFamily="18" charset="0"/>
                          <a:cs typeface="Aban" pitchFamily="2" charset="-78"/>
                        </a:rPr>
                        <m:t>𝛾</m:t>
                      </m:r>
                    </m:oMath>
                  </m:oMathPara>
                </a14:m>
                <a:endParaRPr lang="en-US" dirty="0">
                  <a:solidFill>
                    <a:srgbClr val="F8F8F8"/>
                  </a:solidFill>
                  <a:cs typeface="Aban" pitchFamily="2" charset="-78"/>
                </a:endParaRPr>
              </a:p>
              <a:p>
                <a:pPr algn="just" rtl="1"/>
                <a14:m>
                  <m:oMathPara xmlns:m="http://schemas.openxmlformats.org/officeDocument/2006/math">
                    <m:oMathParaPr>
                      <m:jc m:val="centerGroup"/>
                    </m:oMathParaPr>
                    <m:oMath xmlns:m="http://schemas.openxmlformats.org/officeDocument/2006/math">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𝑃</m:t>
                          </m:r>
                        </m:e>
                        <m:sub>
                          <m:r>
                            <a:rPr lang="en-US" b="0" i="1" smtClean="0">
                              <a:solidFill>
                                <a:srgbClr val="F8F8F8"/>
                              </a:solidFill>
                              <a:latin typeface="Cambria Math" panose="02040503050406030204" pitchFamily="18" charset="0"/>
                              <a:cs typeface="Aban" pitchFamily="2" charset="-78"/>
                            </a:rPr>
                            <m:t>12</m:t>
                          </m:r>
                        </m:sub>
                      </m:sSub>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𝑃</m:t>
                          </m:r>
                        </m:e>
                        <m:sub>
                          <m:r>
                            <a:rPr lang="en-US" b="0" i="1" smtClean="0">
                              <a:solidFill>
                                <a:srgbClr val="F8F8F8"/>
                              </a:solidFill>
                              <a:latin typeface="Cambria Math" panose="02040503050406030204" pitchFamily="18" charset="0"/>
                              <a:cs typeface="Aban" pitchFamily="2" charset="-78"/>
                            </a:rPr>
                            <m:t>11</m:t>
                          </m:r>
                        </m:sub>
                      </m:sSub>
                      <m:r>
                        <a:rPr lang="en-US" b="0" i="1" smtClean="0">
                          <a:solidFill>
                            <a:srgbClr val="F8F8F8"/>
                          </a:solidFill>
                          <a:latin typeface="Cambria Math" panose="02040503050406030204" pitchFamily="18" charset="0"/>
                          <a:cs typeface="Aban" pitchFamily="2" charset="-78"/>
                        </a:rPr>
                        <m:t>⇒</m:t>
                      </m:r>
                      <m:r>
                        <a:rPr lang="en-US" b="0" i="1" smtClean="0">
                          <a:solidFill>
                            <a:srgbClr val="F8F8F8"/>
                          </a:solidFill>
                          <a:latin typeface="Cambria Math" panose="02040503050406030204" pitchFamily="18" charset="0"/>
                          <a:cs typeface="Aban" pitchFamily="2" charset="-78"/>
                        </a:rPr>
                        <m:t>𝛾</m:t>
                      </m:r>
                      <m:r>
                        <a:rPr lang="en-US" b="0" i="1" smtClean="0">
                          <a:solidFill>
                            <a:srgbClr val="F8F8F8"/>
                          </a:solidFill>
                          <a:latin typeface="Cambria Math" panose="02040503050406030204" pitchFamily="18" charset="0"/>
                          <a:cs typeface="Aban" pitchFamily="2" charset="-78"/>
                        </a:rPr>
                        <m:t>&gt;</m:t>
                      </m:r>
                      <m:r>
                        <a:rPr lang="en-US" b="0" i="1" smtClean="0">
                          <a:solidFill>
                            <a:srgbClr val="F8F8F8"/>
                          </a:solidFill>
                          <a:latin typeface="Cambria Math" panose="02040503050406030204" pitchFamily="18" charset="0"/>
                          <a:cs typeface="Aban" pitchFamily="2" charset="-78"/>
                        </a:rPr>
                        <m:t>𝐵</m:t>
                      </m:r>
                      <m:r>
                        <a:rPr lang="en-US" b="0" i="1" smtClean="0">
                          <a:solidFill>
                            <a:srgbClr val="F8F8F8"/>
                          </a:solidFill>
                          <a:latin typeface="Cambria Math" panose="02040503050406030204" pitchFamily="18" charset="0"/>
                          <a:cs typeface="Aban" pitchFamily="2" charset="-78"/>
                        </a:rPr>
                        <m:t>+</m:t>
                      </m:r>
                      <m:r>
                        <a:rPr lang="en-US" b="0" i="1" smtClean="0">
                          <a:solidFill>
                            <a:srgbClr val="F8F8F8"/>
                          </a:solidFill>
                          <a:latin typeface="Cambria Math" panose="02040503050406030204" pitchFamily="18" charset="0"/>
                          <a:cs typeface="Aban" pitchFamily="2" charset="-78"/>
                        </a:rPr>
                        <m:t>𝐻</m:t>
                      </m:r>
                      <m:r>
                        <a:rPr lang="en-US" b="0" i="1" smtClean="0">
                          <a:solidFill>
                            <a:srgbClr val="F8F8F8"/>
                          </a:solidFill>
                          <a:latin typeface="Cambria Math" panose="02040503050406030204" pitchFamily="18" charset="0"/>
                          <a:cs typeface="Aban" pitchFamily="2" charset="-78"/>
                        </a:rPr>
                        <m: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𝛾</m:t>
                          </m:r>
                        </m:e>
                        <m:sub>
                          <m:r>
                            <a:rPr lang="en-US" b="0" i="1" smtClean="0">
                              <a:solidFill>
                                <a:srgbClr val="F8F8F8"/>
                              </a:solidFill>
                              <a:latin typeface="Cambria Math" panose="02040503050406030204" pitchFamily="18" charset="0"/>
                              <a:cs typeface="Aban" pitchFamily="2" charset="-78"/>
                            </a:rPr>
                            <m:t>𝑐</m:t>
                          </m:r>
                        </m:sub>
                      </m:sSub>
                    </m:oMath>
                  </m:oMathPara>
                </a14:m>
                <a:endParaRPr lang="fa-IR" dirty="0">
                  <a:solidFill>
                    <a:srgbClr val="F8F8F8"/>
                  </a:solidFill>
                  <a:cs typeface="Aban" pitchFamily="2" charset="-78"/>
                </a:endParaRPr>
              </a:p>
              <a:p>
                <a:pPr algn="just" rtl="1"/>
                <a:endParaRPr lang="en-US" dirty="0">
                  <a:solidFill>
                    <a:srgbClr val="F8F8F8"/>
                  </a:solidFill>
                  <a:cs typeface="Aban" pitchFamily="2" charset="-78"/>
                </a:endParaRPr>
              </a:p>
              <a:p>
                <a:pPr marL="285750" indent="-285750" algn="just" rtl="1">
                  <a:buFont typeface="Arial" panose="020B0604020202020204" pitchFamily="34" charset="0"/>
                  <a:buChar char="•"/>
                </a:pPr>
                <a:r>
                  <a:rPr lang="fa-IR" dirty="0">
                    <a:solidFill>
                      <a:srgbClr val="F8F8F8"/>
                    </a:solidFill>
                    <a:cs typeface="Aban" pitchFamily="2" charset="-78"/>
                  </a:rPr>
                  <a:t>دکتر عدم همکاری موقت را انتخاب کند:</a:t>
                </a:r>
              </a:p>
              <a:p>
                <a:pPr algn="just" rtl="1"/>
                <a14:m>
                  <m:oMathPara xmlns:m="http://schemas.openxmlformats.org/officeDocument/2006/math">
                    <m:oMathParaPr>
                      <m:jc m:val="centerGroup"/>
                    </m:oMathParaPr>
                    <m:oMath xmlns:m="http://schemas.openxmlformats.org/officeDocument/2006/math">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𝑃</m:t>
                          </m:r>
                        </m:e>
                        <m:sub>
                          <m:r>
                            <a:rPr lang="en-US" i="1">
                              <a:solidFill>
                                <a:srgbClr val="F8F8F8"/>
                              </a:solidFill>
                              <a:latin typeface="Cambria Math" panose="02040503050406030204" pitchFamily="18" charset="0"/>
                              <a:cs typeface="Aban" pitchFamily="2" charset="-78"/>
                            </a:rPr>
                            <m:t>21</m:t>
                          </m:r>
                        </m:sub>
                      </m:sSub>
                      <m:r>
                        <a:rPr lang="en-US" i="1">
                          <a:solidFill>
                            <a:srgbClr val="F8F8F8"/>
                          </a:solidFill>
                          <a:latin typeface="Cambria Math" panose="02040503050406030204" pitchFamily="18" charset="0"/>
                          <a:cs typeface="Aban" pitchFamily="2" charset="-78"/>
                        </a:rPr>
                        <m:t>=</m:t>
                      </m:r>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𝑈</m:t>
                          </m:r>
                        </m:e>
                        <m:sub>
                          <m:r>
                            <a:rPr lang="en-US" i="1">
                              <a:solidFill>
                                <a:srgbClr val="F8F8F8"/>
                              </a:solidFill>
                              <a:latin typeface="Cambria Math" panose="02040503050406030204" pitchFamily="18" charset="0"/>
                              <a:cs typeface="Aban" pitchFamily="2" charset="-78"/>
                            </a:rPr>
                            <m:t>2</m:t>
                          </m:r>
                        </m:sub>
                      </m:sSub>
                      <m:r>
                        <a:rPr lang="en-US" i="1">
                          <a:solidFill>
                            <a:srgbClr val="F8F8F8"/>
                          </a:solidFill>
                          <a:latin typeface="Cambria Math" panose="02040503050406030204" pitchFamily="18" charset="0"/>
                          <a:cs typeface="Aban" pitchFamily="2" charset="-78"/>
                        </a:rPr>
                        <m:t>−</m:t>
                      </m:r>
                      <m:sSubSup>
                        <m:sSubSupPr>
                          <m:ctrlPr>
                            <a:rPr lang="en-US" i="1">
                              <a:solidFill>
                                <a:srgbClr val="F8F8F8"/>
                              </a:solidFill>
                              <a:latin typeface="Cambria Math" panose="02040503050406030204" pitchFamily="18" charset="0"/>
                              <a:cs typeface="Aban" pitchFamily="2" charset="-78"/>
                            </a:rPr>
                          </m:ctrlPr>
                        </m:sSubSupPr>
                        <m:e>
                          <m:r>
                            <a:rPr lang="en-US" i="1">
                              <a:solidFill>
                                <a:srgbClr val="F8F8F8"/>
                              </a:solidFill>
                              <a:latin typeface="Cambria Math" panose="02040503050406030204" pitchFamily="18" charset="0"/>
                              <a:cs typeface="Aban" pitchFamily="2" charset="-78"/>
                            </a:rPr>
                            <m:t>𝐹</m:t>
                          </m:r>
                        </m:e>
                        <m:sub>
                          <m:r>
                            <a:rPr lang="en-US" i="1">
                              <a:solidFill>
                                <a:srgbClr val="F8F8F8"/>
                              </a:solidFill>
                              <a:latin typeface="Cambria Math" panose="02040503050406030204" pitchFamily="18" charset="0"/>
                              <a:cs typeface="Aban" pitchFamily="2" charset="-78"/>
                            </a:rPr>
                            <m:t>𝑃</m:t>
                          </m:r>
                        </m:sub>
                        <m:sup>
                          <m:r>
                            <a:rPr lang="en-US" i="1">
                              <a:solidFill>
                                <a:srgbClr val="F8F8F8"/>
                              </a:solidFill>
                              <a:latin typeface="Cambria Math" panose="02040503050406030204" pitchFamily="18" charset="0"/>
                              <a:cs typeface="Aban" pitchFamily="2" charset="-78"/>
                            </a:rPr>
                            <m:t>𝑡</m:t>
                          </m:r>
                        </m:sup>
                      </m:sSubSup>
                      <m:r>
                        <a:rPr lang="en-US" i="1">
                          <a:solidFill>
                            <a:srgbClr val="F8F8F8"/>
                          </a:solidFill>
                          <a:latin typeface="Cambria Math" panose="02040503050406030204" pitchFamily="18" charset="0"/>
                          <a:cs typeface="Aban" pitchFamily="2" charset="-78"/>
                        </a:rPr>
                        <m:t>.</m:t>
                      </m:r>
                      <m:d>
                        <m:dPr>
                          <m:ctrlPr>
                            <a:rPr lang="en-US" i="1">
                              <a:solidFill>
                                <a:srgbClr val="F8F8F8"/>
                              </a:solidFill>
                              <a:latin typeface="Cambria Math" panose="02040503050406030204" pitchFamily="18" charset="0"/>
                              <a:cs typeface="Aban" pitchFamily="2" charset="-78"/>
                            </a:rPr>
                          </m:ctrlPr>
                        </m:dPr>
                        <m:e>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𝑈</m:t>
                              </m:r>
                            </m:e>
                            <m:sub>
                              <m:r>
                                <a:rPr lang="en-US" i="1">
                                  <a:solidFill>
                                    <a:srgbClr val="F8F8F8"/>
                                  </a:solidFill>
                                  <a:latin typeface="Cambria Math" panose="02040503050406030204" pitchFamily="18" charset="0"/>
                                  <a:cs typeface="Aban" pitchFamily="2" charset="-78"/>
                                </a:rPr>
                                <m:t>1</m:t>
                              </m:r>
                            </m:sub>
                          </m:sSub>
                          <m:r>
                            <a:rPr lang="en-US" i="1">
                              <a:solidFill>
                                <a:srgbClr val="F8F8F8"/>
                              </a:solidFill>
                              <a:latin typeface="Cambria Math" panose="02040503050406030204" pitchFamily="18" charset="0"/>
                              <a:cs typeface="Aban" pitchFamily="2" charset="-78"/>
                            </a:rPr>
                            <m:t>−</m:t>
                          </m:r>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𝑈</m:t>
                              </m:r>
                            </m:e>
                            <m:sub>
                              <m:r>
                                <a:rPr lang="en-US" i="1">
                                  <a:solidFill>
                                    <a:srgbClr val="F8F8F8"/>
                                  </a:solidFill>
                                  <a:latin typeface="Cambria Math" panose="02040503050406030204" pitchFamily="18" charset="0"/>
                                  <a:cs typeface="Aban" pitchFamily="2" charset="-78"/>
                                </a:rPr>
                                <m:t>2</m:t>
                              </m:r>
                            </m:sub>
                          </m:sSub>
                        </m:e>
                      </m:d>
                      <m:r>
                        <a:rPr lang="en-US" i="1">
                          <a:solidFill>
                            <a:srgbClr val="F8F8F8"/>
                          </a:solidFill>
                          <a:latin typeface="Cambria Math" panose="02040503050406030204" pitchFamily="18" charset="0"/>
                          <a:cs typeface="Aban" pitchFamily="2" charset="-78"/>
                        </a:rPr>
                        <m:t>+</m:t>
                      </m:r>
                      <m:r>
                        <a:rPr lang="en-US" i="1">
                          <a:solidFill>
                            <a:srgbClr val="F8F8F8"/>
                          </a:solidFill>
                          <a:latin typeface="Cambria Math" panose="02040503050406030204" pitchFamily="18" charset="0"/>
                          <a:cs typeface="Aban" pitchFamily="2" charset="-78"/>
                        </a:rPr>
                        <m:t>𝐵</m:t>
                      </m:r>
                      <m:r>
                        <a:rPr lang="en-US" b="0" i="1" smtClean="0">
                          <a:solidFill>
                            <a:srgbClr val="F8F8F8"/>
                          </a:solidFill>
                          <a:latin typeface="Cambria Math" panose="02040503050406030204" pitchFamily="18" charset="0"/>
                          <a:cs typeface="Aban" pitchFamily="2" charset="-78"/>
                        </a:rPr>
                        <m:t>, </m:t>
                      </m:r>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𝑃</m:t>
                          </m:r>
                        </m:e>
                        <m:sub>
                          <m:r>
                            <a:rPr lang="en-US" i="1">
                              <a:solidFill>
                                <a:srgbClr val="F8F8F8"/>
                              </a:solidFill>
                              <a:latin typeface="Cambria Math" panose="02040503050406030204" pitchFamily="18" charset="0"/>
                              <a:cs typeface="Aban" pitchFamily="2" charset="-78"/>
                            </a:rPr>
                            <m:t>22</m:t>
                          </m:r>
                        </m:sub>
                      </m:sSub>
                      <m:r>
                        <a:rPr lang="en-US" i="1">
                          <a:solidFill>
                            <a:srgbClr val="F8F8F8"/>
                          </a:solidFill>
                          <a:latin typeface="Cambria Math" panose="02040503050406030204" pitchFamily="18" charset="0"/>
                          <a:cs typeface="Aban" pitchFamily="2" charset="-78"/>
                        </a:rPr>
                        <m:t>=</m:t>
                      </m:r>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𝑈</m:t>
                          </m:r>
                        </m:e>
                        <m:sub>
                          <m:r>
                            <a:rPr lang="en-US" i="1">
                              <a:solidFill>
                                <a:srgbClr val="F8F8F8"/>
                              </a:solidFill>
                              <a:latin typeface="Cambria Math" panose="02040503050406030204" pitchFamily="18" charset="0"/>
                              <a:cs typeface="Aban" pitchFamily="2" charset="-78"/>
                            </a:rPr>
                            <m:t>2</m:t>
                          </m:r>
                        </m:sub>
                      </m:sSub>
                      <m:r>
                        <a:rPr lang="en-US" i="1">
                          <a:solidFill>
                            <a:srgbClr val="F8F8F8"/>
                          </a:solidFill>
                          <a:latin typeface="Cambria Math" panose="02040503050406030204" pitchFamily="18" charset="0"/>
                          <a:cs typeface="Aban" pitchFamily="2" charset="-78"/>
                        </a:rPr>
                        <m:t>−</m:t>
                      </m:r>
                      <m:sSubSup>
                        <m:sSubSupPr>
                          <m:ctrlPr>
                            <a:rPr lang="en-US" i="1">
                              <a:solidFill>
                                <a:srgbClr val="F8F8F8"/>
                              </a:solidFill>
                              <a:latin typeface="Cambria Math" panose="02040503050406030204" pitchFamily="18" charset="0"/>
                              <a:cs typeface="Aban" pitchFamily="2" charset="-78"/>
                            </a:rPr>
                          </m:ctrlPr>
                        </m:sSubSupPr>
                        <m:e>
                          <m:r>
                            <a:rPr lang="en-US" i="1">
                              <a:solidFill>
                                <a:srgbClr val="F8F8F8"/>
                              </a:solidFill>
                              <a:latin typeface="Cambria Math" panose="02040503050406030204" pitchFamily="18" charset="0"/>
                              <a:cs typeface="Aban" pitchFamily="2" charset="-78"/>
                            </a:rPr>
                            <m:t>𝑅</m:t>
                          </m:r>
                        </m:e>
                        <m:sub>
                          <m:r>
                            <a:rPr lang="en-US" i="1">
                              <a:solidFill>
                                <a:srgbClr val="F8F8F8"/>
                              </a:solidFill>
                              <a:latin typeface="Cambria Math" panose="02040503050406030204" pitchFamily="18" charset="0"/>
                              <a:cs typeface="Aban" pitchFamily="2" charset="-78"/>
                            </a:rPr>
                            <m:t>𝑃</m:t>
                          </m:r>
                        </m:sub>
                        <m:sup>
                          <m:r>
                            <a:rPr lang="en-US" i="1">
                              <a:solidFill>
                                <a:srgbClr val="F8F8F8"/>
                              </a:solidFill>
                              <a:latin typeface="Cambria Math" panose="02040503050406030204" pitchFamily="18" charset="0"/>
                              <a:cs typeface="Aban" pitchFamily="2" charset="-78"/>
                            </a:rPr>
                            <m:t>𝑡</m:t>
                          </m:r>
                        </m:sup>
                      </m:sSubSup>
                      <m:r>
                        <a:rPr lang="en-US" i="1">
                          <a:solidFill>
                            <a:srgbClr val="F8F8F8"/>
                          </a:solidFill>
                          <a:latin typeface="Cambria Math" panose="02040503050406030204" pitchFamily="18" charset="0"/>
                          <a:cs typeface="Aban" pitchFamily="2" charset="-78"/>
                        </a:rPr>
                        <m:t>.</m:t>
                      </m:r>
                      <m:d>
                        <m:dPr>
                          <m:ctrlPr>
                            <a:rPr lang="en-US" i="1">
                              <a:solidFill>
                                <a:srgbClr val="F8F8F8"/>
                              </a:solidFill>
                              <a:latin typeface="Cambria Math" panose="02040503050406030204" pitchFamily="18" charset="0"/>
                              <a:cs typeface="Aban" pitchFamily="2" charset="-78"/>
                            </a:rPr>
                          </m:ctrlPr>
                        </m:dPr>
                        <m:e>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𝑈</m:t>
                              </m:r>
                            </m:e>
                            <m:sub>
                              <m:r>
                                <a:rPr lang="en-US" i="1">
                                  <a:solidFill>
                                    <a:srgbClr val="F8F8F8"/>
                                  </a:solidFill>
                                  <a:latin typeface="Cambria Math" panose="02040503050406030204" pitchFamily="18" charset="0"/>
                                  <a:cs typeface="Aban" pitchFamily="2" charset="-78"/>
                                </a:rPr>
                                <m:t>1</m:t>
                              </m:r>
                            </m:sub>
                          </m:sSub>
                          <m:r>
                            <a:rPr lang="en-US" i="1">
                              <a:solidFill>
                                <a:srgbClr val="F8F8F8"/>
                              </a:solidFill>
                              <a:latin typeface="Cambria Math" panose="02040503050406030204" pitchFamily="18" charset="0"/>
                              <a:cs typeface="Aban" pitchFamily="2" charset="-78"/>
                            </a:rPr>
                            <m:t>−</m:t>
                          </m:r>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𝑈</m:t>
                              </m:r>
                            </m:e>
                            <m:sub>
                              <m:r>
                                <a:rPr lang="en-US" i="1">
                                  <a:solidFill>
                                    <a:srgbClr val="F8F8F8"/>
                                  </a:solidFill>
                                  <a:latin typeface="Cambria Math" panose="02040503050406030204" pitchFamily="18" charset="0"/>
                                  <a:cs typeface="Aban" pitchFamily="2" charset="-78"/>
                                </a:rPr>
                                <m:t>2</m:t>
                              </m:r>
                            </m:sub>
                          </m:sSub>
                        </m:e>
                      </m:d>
                      <m:r>
                        <a:rPr lang="en-US" i="1">
                          <a:solidFill>
                            <a:srgbClr val="F8F8F8"/>
                          </a:solidFill>
                          <a:latin typeface="Cambria Math" panose="02040503050406030204" pitchFamily="18" charset="0"/>
                          <a:cs typeface="Aban" pitchFamily="2" charset="-78"/>
                        </a:rPr>
                        <m:t>−</m:t>
                      </m:r>
                      <m:r>
                        <a:rPr lang="en-US" i="1">
                          <a:solidFill>
                            <a:srgbClr val="F8F8F8"/>
                          </a:solidFill>
                          <a:latin typeface="Cambria Math" panose="02040503050406030204" pitchFamily="18" charset="0"/>
                          <a:cs typeface="Aban" pitchFamily="2" charset="-78"/>
                        </a:rPr>
                        <m:t>𝐻</m:t>
                      </m:r>
                      <m:r>
                        <a:rPr lang="en-US" i="1">
                          <a:solidFill>
                            <a:srgbClr val="F8F8F8"/>
                          </a:solidFill>
                          <a:latin typeface="Cambria Math" panose="02040503050406030204" pitchFamily="18" charset="0"/>
                          <a:cs typeface="Aban" pitchFamily="2" charset="-78"/>
                        </a:rPr>
                        <m:t>+</m:t>
                      </m:r>
                      <m:r>
                        <a:rPr lang="en-US" i="1">
                          <a:solidFill>
                            <a:srgbClr val="F8F8F8"/>
                          </a:solidFill>
                          <a:latin typeface="Cambria Math" panose="02040503050406030204" pitchFamily="18" charset="0"/>
                          <a:cs typeface="Aban" pitchFamily="2" charset="-78"/>
                        </a:rPr>
                        <m:t>𝛾</m:t>
                      </m:r>
                    </m:oMath>
                  </m:oMathPara>
                </a14:m>
                <a:endParaRPr lang="en-US" dirty="0">
                  <a:solidFill>
                    <a:srgbClr val="F8F8F8"/>
                  </a:solidFill>
                  <a:cs typeface="Aban" pitchFamily="2" charset="-78"/>
                </a:endParaRPr>
              </a:p>
              <a:p>
                <a:pPr algn="just" rtl="1"/>
                <a14:m>
                  <m:oMathPara xmlns:m="http://schemas.openxmlformats.org/officeDocument/2006/math">
                    <m:oMathParaPr>
                      <m:jc m:val="centerGroup"/>
                    </m:oMathParaPr>
                    <m:oMath xmlns:m="http://schemas.openxmlformats.org/officeDocument/2006/math">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𝑃</m:t>
                          </m:r>
                        </m:e>
                        <m:sub>
                          <m:r>
                            <a:rPr lang="en-US" b="0" i="1" smtClean="0">
                              <a:solidFill>
                                <a:srgbClr val="F8F8F8"/>
                              </a:solidFill>
                              <a:latin typeface="Cambria Math" panose="02040503050406030204" pitchFamily="18" charset="0"/>
                              <a:cs typeface="Aban" pitchFamily="2" charset="-78"/>
                            </a:rPr>
                            <m:t>22</m:t>
                          </m:r>
                        </m:sub>
                      </m:sSub>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𝑃</m:t>
                          </m:r>
                        </m:e>
                        <m:sub>
                          <m:r>
                            <a:rPr lang="en-US" b="0" i="1" smtClean="0">
                              <a:solidFill>
                                <a:srgbClr val="F8F8F8"/>
                              </a:solidFill>
                              <a:latin typeface="Cambria Math" panose="02040503050406030204" pitchFamily="18" charset="0"/>
                              <a:cs typeface="Aban" pitchFamily="2" charset="-78"/>
                            </a:rPr>
                            <m:t>21</m:t>
                          </m:r>
                        </m:sub>
                      </m:sSub>
                      <m:r>
                        <a:rPr lang="en-US" b="0" i="1" smtClean="0">
                          <a:solidFill>
                            <a:srgbClr val="F8F8F8"/>
                          </a:solidFill>
                          <a:latin typeface="Cambria Math" panose="02040503050406030204" pitchFamily="18" charset="0"/>
                          <a:cs typeface="Aban" pitchFamily="2" charset="-78"/>
                        </a:rPr>
                        <m:t>⇒</m:t>
                      </m:r>
                      <m:r>
                        <a:rPr lang="en-US" b="0" i="1" smtClean="0">
                          <a:solidFill>
                            <a:srgbClr val="F8F8F8"/>
                          </a:solidFill>
                          <a:latin typeface="Cambria Math" panose="02040503050406030204" pitchFamily="18" charset="0"/>
                          <a:cs typeface="Aban" pitchFamily="2" charset="-78"/>
                        </a:rPr>
                        <m:t>𝛾</m:t>
                      </m:r>
                      <m:r>
                        <a:rPr lang="en-US" b="0" i="1" smtClean="0">
                          <a:solidFill>
                            <a:srgbClr val="F8F8F8"/>
                          </a:solidFill>
                          <a:latin typeface="Cambria Math" panose="02040503050406030204" pitchFamily="18" charset="0"/>
                          <a:cs typeface="Aban" pitchFamily="2" charset="-78"/>
                        </a:rPr>
                        <m:t>&gt;</m:t>
                      </m:r>
                      <m:r>
                        <a:rPr lang="en-US" b="0" i="1" smtClean="0">
                          <a:solidFill>
                            <a:srgbClr val="F8F8F8"/>
                          </a:solidFill>
                          <a:latin typeface="Cambria Math" panose="02040503050406030204" pitchFamily="18" charset="0"/>
                          <a:cs typeface="Aban" pitchFamily="2" charset="-78"/>
                        </a:rPr>
                        <m:t>𝐵</m:t>
                      </m:r>
                      <m:r>
                        <a:rPr lang="en-US" b="0" i="1" smtClean="0">
                          <a:solidFill>
                            <a:srgbClr val="F8F8F8"/>
                          </a:solidFill>
                          <a:latin typeface="Cambria Math" panose="02040503050406030204" pitchFamily="18" charset="0"/>
                          <a:cs typeface="Aban" pitchFamily="2" charset="-78"/>
                        </a:rPr>
                        <m:t>+</m:t>
                      </m:r>
                      <m:r>
                        <a:rPr lang="en-US" b="0" i="1" smtClean="0">
                          <a:solidFill>
                            <a:srgbClr val="F8F8F8"/>
                          </a:solidFill>
                          <a:latin typeface="Cambria Math" panose="02040503050406030204" pitchFamily="18" charset="0"/>
                          <a:cs typeface="Aban" pitchFamily="2" charset="-78"/>
                        </a:rPr>
                        <m:t>𝐻</m:t>
                      </m:r>
                      <m:r>
                        <a:rPr lang="en-US" b="0" i="1" smtClean="0">
                          <a:solidFill>
                            <a:srgbClr val="F8F8F8"/>
                          </a:solidFill>
                          <a:latin typeface="Cambria Math" panose="02040503050406030204" pitchFamily="18" charset="0"/>
                          <a:cs typeface="Aban" pitchFamily="2" charset="-78"/>
                        </a:rPr>
                        <m:t>+</m:t>
                      </m:r>
                      <m:d>
                        <m:dPr>
                          <m:ctrlPr>
                            <a:rPr lang="en-US" b="0" i="1" smtClean="0">
                              <a:solidFill>
                                <a:srgbClr val="F8F8F8"/>
                              </a:solidFill>
                              <a:latin typeface="Cambria Math" panose="02040503050406030204" pitchFamily="18" charset="0"/>
                              <a:cs typeface="Aban" pitchFamily="2" charset="-78"/>
                            </a:rPr>
                          </m:ctrlPr>
                        </m:dPr>
                        <m:e>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𝑈</m:t>
                              </m:r>
                            </m:e>
                            <m:sub>
                              <m:r>
                                <a:rPr lang="en-US" b="0" i="1" smtClean="0">
                                  <a:solidFill>
                                    <a:srgbClr val="F8F8F8"/>
                                  </a:solidFill>
                                  <a:latin typeface="Cambria Math" panose="02040503050406030204" pitchFamily="18" charset="0"/>
                                  <a:cs typeface="Aban" pitchFamily="2" charset="-78"/>
                                </a:rPr>
                                <m:t>1</m:t>
                              </m:r>
                            </m:sub>
                          </m:sSub>
                          <m:r>
                            <a:rPr lang="en-US" b="0" i="1" smtClean="0">
                              <a:solidFill>
                                <a:srgbClr val="F8F8F8"/>
                              </a:solidFill>
                              <a:latin typeface="Cambria Math" panose="02040503050406030204" pitchFamily="18" charset="0"/>
                              <a:cs typeface="Aban" pitchFamily="2" charset="-78"/>
                            </a:rPr>
                            <m: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𝑈</m:t>
                              </m:r>
                            </m:e>
                            <m:sub>
                              <m:r>
                                <a:rPr lang="en-US" b="0" i="1" smtClean="0">
                                  <a:solidFill>
                                    <a:srgbClr val="F8F8F8"/>
                                  </a:solidFill>
                                  <a:latin typeface="Cambria Math" panose="02040503050406030204" pitchFamily="18" charset="0"/>
                                  <a:cs typeface="Aban" pitchFamily="2" charset="-78"/>
                                </a:rPr>
                                <m:t>2</m:t>
                              </m:r>
                            </m:sub>
                          </m:sSub>
                        </m:e>
                      </m:d>
                      <m:r>
                        <a:rPr lang="en-US" b="0" i="1" smtClean="0">
                          <a:solidFill>
                            <a:srgbClr val="F8F8F8"/>
                          </a:solidFill>
                          <a:latin typeface="Cambria Math" panose="02040503050406030204" pitchFamily="18" charset="0"/>
                          <a:cs typeface="Aban" pitchFamily="2" charset="-78"/>
                        </a:rPr>
                        <m:t>.</m:t>
                      </m:r>
                      <m:d>
                        <m:dPr>
                          <m:ctrlPr>
                            <a:rPr lang="en-US" b="0" i="1" smtClean="0">
                              <a:solidFill>
                                <a:srgbClr val="F8F8F8"/>
                              </a:solidFill>
                              <a:latin typeface="Cambria Math" panose="02040503050406030204" pitchFamily="18" charset="0"/>
                              <a:cs typeface="Aban" pitchFamily="2" charset="-78"/>
                            </a:rPr>
                          </m:ctrlPr>
                        </m:dPr>
                        <m:e>
                          <m:sSubSup>
                            <m:sSubSupPr>
                              <m:ctrlPr>
                                <a:rPr lang="en-US" b="0" i="1" smtClean="0">
                                  <a:solidFill>
                                    <a:srgbClr val="F8F8F8"/>
                                  </a:solidFill>
                                  <a:latin typeface="Cambria Math" panose="02040503050406030204" pitchFamily="18" charset="0"/>
                                  <a:cs typeface="Aban" pitchFamily="2" charset="-78"/>
                                </a:rPr>
                              </m:ctrlPr>
                            </m:sSubSupPr>
                            <m:e>
                              <m:r>
                                <a:rPr lang="en-US" b="0" i="1" smtClean="0">
                                  <a:solidFill>
                                    <a:srgbClr val="F8F8F8"/>
                                  </a:solidFill>
                                  <a:latin typeface="Cambria Math" panose="02040503050406030204" pitchFamily="18" charset="0"/>
                                  <a:cs typeface="Aban" pitchFamily="2" charset="-78"/>
                                </a:rPr>
                                <m:t>𝑅</m:t>
                              </m:r>
                            </m:e>
                            <m:sub>
                              <m:r>
                                <a:rPr lang="en-US" b="0" i="1" smtClean="0">
                                  <a:solidFill>
                                    <a:srgbClr val="F8F8F8"/>
                                  </a:solidFill>
                                  <a:latin typeface="Cambria Math" panose="02040503050406030204" pitchFamily="18" charset="0"/>
                                  <a:cs typeface="Aban" pitchFamily="2" charset="-78"/>
                                </a:rPr>
                                <m:t>𝑃</m:t>
                              </m:r>
                            </m:sub>
                            <m:sup>
                              <m:r>
                                <a:rPr lang="en-US" b="0" i="1" smtClean="0">
                                  <a:solidFill>
                                    <a:srgbClr val="F8F8F8"/>
                                  </a:solidFill>
                                  <a:latin typeface="Cambria Math" panose="02040503050406030204" pitchFamily="18" charset="0"/>
                                  <a:cs typeface="Aban" pitchFamily="2" charset="-78"/>
                                </a:rPr>
                                <m:t>𝑡</m:t>
                              </m:r>
                            </m:sup>
                          </m:sSubSup>
                          <m:r>
                            <a:rPr lang="en-US" b="0" i="1" smtClean="0">
                              <a:solidFill>
                                <a:srgbClr val="F8F8F8"/>
                              </a:solidFill>
                              <a:latin typeface="Cambria Math" panose="02040503050406030204" pitchFamily="18" charset="0"/>
                              <a:cs typeface="Aban" pitchFamily="2" charset="-78"/>
                            </a:rPr>
                            <m:t>−</m:t>
                          </m:r>
                          <m:sSubSup>
                            <m:sSubSupPr>
                              <m:ctrlPr>
                                <a:rPr lang="en-US" b="0" i="1" smtClean="0">
                                  <a:solidFill>
                                    <a:srgbClr val="F8F8F8"/>
                                  </a:solidFill>
                                  <a:latin typeface="Cambria Math" panose="02040503050406030204" pitchFamily="18" charset="0"/>
                                  <a:cs typeface="Aban" pitchFamily="2" charset="-78"/>
                                </a:rPr>
                              </m:ctrlPr>
                            </m:sSubSupPr>
                            <m:e>
                              <m:r>
                                <a:rPr lang="en-US" b="0" i="1" smtClean="0">
                                  <a:solidFill>
                                    <a:srgbClr val="F8F8F8"/>
                                  </a:solidFill>
                                  <a:latin typeface="Cambria Math" panose="02040503050406030204" pitchFamily="18" charset="0"/>
                                  <a:cs typeface="Aban" pitchFamily="2" charset="-78"/>
                                </a:rPr>
                                <m:t>𝐹</m:t>
                              </m:r>
                            </m:e>
                            <m:sub>
                              <m:r>
                                <a:rPr lang="en-US" b="0" i="1" smtClean="0">
                                  <a:solidFill>
                                    <a:srgbClr val="F8F8F8"/>
                                  </a:solidFill>
                                  <a:latin typeface="Cambria Math" panose="02040503050406030204" pitchFamily="18" charset="0"/>
                                  <a:cs typeface="Aban" pitchFamily="2" charset="-78"/>
                                </a:rPr>
                                <m:t>𝑃</m:t>
                              </m:r>
                            </m:sub>
                            <m:sup>
                              <m:r>
                                <a:rPr lang="en-US" b="0" i="1" smtClean="0">
                                  <a:solidFill>
                                    <a:srgbClr val="F8F8F8"/>
                                  </a:solidFill>
                                  <a:latin typeface="Cambria Math" panose="02040503050406030204" pitchFamily="18" charset="0"/>
                                  <a:cs typeface="Aban" pitchFamily="2" charset="-78"/>
                                </a:rPr>
                                <m:t>𝑡</m:t>
                              </m:r>
                            </m:sup>
                          </m:sSubSup>
                        </m:e>
                      </m:d>
                      <m:r>
                        <a:rPr lang="en-US" b="0" i="1" smtClean="0">
                          <a:solidFill>
                            <a:srgbClr val="F8F8F8"/>
                          </a:solidFill>
                          <a:latin typeface="Cambria Math" panose="02040503050406030204" pitchFamily="18" charset="0"/>
                          <a:cs typeface="Aban" pitchFamily="2" charset="-78"/>
                        </a:rPr>
                        <m: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𝛾</m:t>
                          </m:r>
                        </m:e>
                        <m:sub>
                          <m:r>
                            <a:rPr lang="en-US" b="0" i="1" smtClean="0">
                              <a:solidFill>
                                <a:srgbClr val="F8F8F8"/>
                              </a:solidFill>
                              <a:latin typeface="Cambria Math" panose="02040503050406030204" pitchFamily="18" charset="0"/>
                              <a:cs typeface="Aban" pitchFamily="2" charset="-78"/>
                            </a:rPr>
                            <m:t>𝑁</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𝐶</m:t>
                              </m:r>
                            </m:e>
                            <m:sub>
                              <m:r>
                                <a:rPr lang="en-US" b="0" i="1" smtClean="0">
                                  <a:solidFill>
                                    <a:srgbClr val="F8F8F8"/>
                                  </a:solidFill>
                                  <a:latin typeface="Cambria Math" panose="02040503050406030204" pitchFamily="18" charset="0"/>
                                  <a:cs typeface="Aban" pitchFamily="2" charset="-78"/>
                                </a:rPr>
                                <m:t>𝑡</m:t>
                              </m:r>
                            </m:sub>
                          </m:sSub>
                        </m:sub>
                      </m:sSub>
                    </m:oMath>
                  </m:oMathPara>
                </a14:m>
                <a:endParaRPr lang="en-US" dirty="0">
                  <a:solidFill>
                    <a:srgbClr val="F8F8F8"/>
                  </a:solidFill>
                  <a:cs typeface="Aban" pitchFamily="2" charset="-78"/>
                </a:endParaRPr>
              </a:p>
              <a:p>
                <a:pPr marL="285750" indent="-285750" algn="just" rtl="1">
                  <a:buFont typeface="Arial" panose="020B0604020202020204" pitchFamily="34" charset="0"/>
                  <a:buChar char="•"/>
                </a:pPr>
                <a:r>
                  <a:rPr lang="fa-IR" dirty="0">
                    <a:solidFill>
                      <a:srgbClr val="F8F8F8"/>
                    </a:solidFill>
                    <a:cs typeface="Aban" pitchFamily="2" charset="-78"/>
                  </a:rPr>
                  <a:t>دکتر عدم همکاری قطعی را انتخاب کند:</a:t>
                </a:r>
              </a:p>
              <a:p>
                <a:pPr algn="just" rtl="1"/>
                <a14:m>
                  <m:oMathPara xmlns:m="http://schemas.openxmlformats.org/officeDocument/2006/math">
                    <m:oMathParaPr>
                      <m:jc m:val="centerGroup"/>
                    </m:oMathParaPr>
                    <m:oMath xmlns:m="http://schemas.openxmlformats.org/officeDocument/2006/math">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𝑃</m:t>
                          </m:r>
                        </m:e>
                        <m:sub>
                          <m:r>
                            <a:rPr lang="en-US" i="1">
                              <a:solidFill>
                                <a:srgbClr val="F8F8F8"/>
                              </a:solidFill>
                              <a:latin typeface="Cambria Math" panose="02040503050406030204" pitchFamily="18" charset="0"/>
                              <a:cs typeface="Aban" pitchFamily="2" charset="-78"/>
                            </a:rPr>
                            <m:t>31</m:t>
                          </m:r>
                        </m:sub>
                      </m:sSub>
                      <m:r>
                        <a:rPr lang="en-US" i="1">
                          <a:solidFill>
                            <a:srgbClr val="F8F8F8"/>
                          </a:solidFill>
                          <a:latin typeface="Cambria Math" panose="02040503050406030204" pitchFamily="18" charset="0"/>
                          <a:cs typeface="Aban" pitchFamily="2" charset="-78"/>
                        </a:rPr>
                        <m:t>=</m:t>
                      </m:r>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𝑈</m:t>
                          </m:r>
                        </m:e>
                        <m:sub>
                          <m:r>
                            <a:rPr lang="en-US" i="1">
                              <a:solidFill>
                                <a:srgbClr val="F8F8F8"/>
                              </a:solidFill>
                              <a:latin typeface="Cambria Math" panose="02040503050406030204" pitchFamily="18" charset="0"/>
                              <a:cs typeface="Aban" pitchFamily="2" charset="-78"/>
                            </a:rPr>
                            <m:t>3</m:t>
                          </m:r>
                        </m:sub>
                      </m:sSub>
                      <m:r>
                        <a:rPr lang="en-US" i="1">
                          <a:solidFill>
                            <a:srgbClr val="F8F8F8"/>
                          </a:solidFill>
                          <a:latin typeface="Cambria Math" panose="02040503050406030204" pitchFamily="18" charset="0"/>
                          <a:cs typeface="Aban" pitchFamily="2" charset="-78"/>
                        </a:rPr>
                        <m:t> −</m:t>
                      </m:r>
                      <m:sSubSup>
                        <m:sSubSupPr>
                          <m:ctrlPr>
                            <a:rPr lang="en-US" i="1">
                              <a:solidFill>
                                <a:srgbClr val="F8F8F8"/>
                              </a:solidFill>
                              <a:latin typeface="Cambria Math" panose="02040503050406030204" pitchFamily="18" charset="0"/>
                              <a:cs typeface="Aban" pitchFamily="2" charset="-78"/>
                            </a:rPr>
                          </m:ctrlPr>
                        </m:sSubSupPr>
                        <m:e>
                          <m:r>
                            <a:rPr lang="en-US" i="1">
                              <a:solidFill>
                                <a:srgbClr val="F8F8F8"/>
                              </a:solidFill>
                              <a:latin typeface="Cambria Math" panose="02040503050406030204" pitchFamily="18" charset="0"/>
                              <a:cs typeface="Aban" pitchFamily="2" charset="-78"/>
                            </a:rPr>
                            <m:t>𝐹</m:t>
                          </m:r>
                        </m:e>
                        <m:sub>
                          <m:r>
                            <a:rPr lang="en-US" i="1">
                              <a:solidFill>
                                <a:srgbClr val="F8F8F8"/>
                              </a:solidFill>
                              <a:latin typeface="Cambria Math" panose="02040503050406030204" pitchFamily="18" charset="0"/>
                              <a:cs typeface="Aban" pitchFamily="2" charset="-78"/>
                            </a:rPr>
                            <m:t>𝑃</m:t>
                          </m:r>
                        </m:sub>
                        <m:sup>
                          <m:r>
                            <a:rPr lang="en-US" i="1">
                              <a:solidFill>
                                <a:srgbClr val="F8F8F8"/>
                              </a:solidFill>
                              <a:latin typeface="Cambria Math" panose="02040503050406030204" pitchFamily="18" charset="0"/>
                              <a:cs typeface="Aban" pitchFamily="2" charset="-78"/>
                            </a:rPr>
                            <m:t>𝑑</m:t>
                          </m:r>
                        </m:sup>
                      </m:sSubSup>
                      <m:r>
                        <a:rPr lang="en-US" i="1">
                          <a:solidFill>
                            <a:srgbClr val="F8F8F8"/>
                          </a:solidFill>
                          <a:latin typeface="Cambria Math" panose="02040503050406030204" pitchFamily="18" charset="0"/>
                          <a:cs typeface="Aban" pitchFamily="2" charset="-78"/>
                        </a:rPr>
                        <m:t>.</m:t>
                      </m:r>
                      <m:d>
                        <m:dPr>
                          <m:ctrlPr>
                            <a:rPr lang="en-US" i="1">
                              <a:solidFill>
                                <a:srgbClr val="F8F8F8"/>
                              </a:solidFill>
                              <a:latin typeface="Cambria Math" panose="02040503050406030204" pitchFamily="18" charset="0"/>
                              <a:cs typeface="Aban" pitchFamily="2" charset="-78"/>
                            </a:rPr>
                          </m:ctrlPr>
                        </m:dPr>
                        <m:e>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𝑈</m:t>
                              </m:r>
                            </m:e>
                            <m:sub>
                              <m:r>
                                <a:rPr lang="en-US" i="1">
                                  <a:solidFill>
                                    <a:srgbClr val="F8F8F8"/>
                                  </a:solidFill>
                                  <a:latin typeface="Cambria Math" panose="02040503050406030204" pitchFamily="18" charset="0"/>
                                  <a:cs typeface="Aban" pitchFamily="2" charset="-78"/>
                                </a:rPr>
                                <m:t>1</m:t>
                              </m:r>
                            </m:sub>
                          </m:sSub>
                          <m:r>
                            <a:rPr lang="en-US" i="1">
                              <a:solidFill>
                                <a:srgbClr val="F8F8F8"/>
                              </a:solidFill>
                              <a:latin typeface="Cambria Math" panose="02040503050406030204" pitchFamily="18" charset="0"/>
                              <a:cs typeface="Aban" pitchFamily="2" charset="-78"/>
                            </a:rPr>
                            <m:t>−</m:t>
                          </m:r>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𝑈</m:t>
                              </m:r>
                            </m:e>
                            <m:sub>
                              <m:r>
                                <a:rPr lang="en-US" i="1">
                                  <a:solidFill>
                                    <a:srgbClr val="F8F8F8"/>
                                  </a:solidFill>
                                  <a:latin typeface="Cambria Math" panose="02040503050406030204" pitchFamily="18" charset="0"/>
                                  <a:cs typeface="Aban" pitchFamily="2" charset="-78"/>
                                </a:rPr>
                                <m:t>3</m:t>
                              </m:r>
                            </m:sub>
                          </m:sSub>
                        </m:e>
                      </m:d>
                      <m:r>
                        <a:rPr lang="en-US" i="1">
                          <a:solidFill>
                            <a:srgbClr val="F8F8F8"/>
                          </a:solidFill>
                          <a:latin typeface="Cambria Math" panose="02040503050406030204" pitchFamily="18" charset="0"/>
                          <a:cs typeface="Aban" pitchFamily="2" charset="-78"/>
                        </a:rPr>
                        <m:t>+</m:t>
                      </m:r>
                      <m:r>
                        <a:rPr lang="en-US" i="1">
                          <a:solidFill>
                            <a:srgbClr val="F8F8F8"/>
                          </a:solidFill>
                          <a:latin typeface="Cambria Math" panose="02040503050406030204" pitchFamily="18" charset="0"/>
                          <a:cs typeface="Aban" pitchFamily="2" charset="-78"/>
                        </a:rPr>
                        <m:t>𝐵</m:t>
                      </m:r>
                      <m:r>
                        <a:rPr lang="en-US" b="0" i="1" smtClean="0">
                          <a:solidFill>
                            <a:srgbClr val="F8F8F8"/>
                          </a:solidFill>
                          <a:latin typeface="Cambria Math" panose="02040503050406030204" pitchFamily="18" charset="0"/>
                          <a:cs typeface="Aban" pitchFamily="2" charset="-78"/>
                        </a:rPr>
                        <m:t>,</m:t>
                      </m:r>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𝑃</m:t>
                          </m:r>
                        </m:e>
                        <m:sub>
                          <m:r>
                            <a:rPr lang="en-US" i="1">
                              <a:solidFill>
                                <a:srgbClr val="F8F8F8"/>
                              </a:solidFill>
                              <a:latin typeface="Cambria Math" panose="02040503050406030204" pitchFamily="18" charset="0"/>
                              <a:cs typeface="Aban" pitchFamily="2" charset="-78"/>
                            </a:rPr>
                            <m:t>32</m:t>
                          </m:r>
                        </m:sub>
                      </m:sSub>
                      <m:r>
                        <a:rPr lang="en-US" i="1">
                          <a:solidFill>
                            <a:srgbClr val="F8F8F8"/>
                          </a:solidFill>
                          <a:latin typeface="Cambria Math" panose="02040503050406030204" pitchFamily="18" charset="0"/>
                          <a:cs typeface="Aban" pitchFamily="2" charset="-78"/>
                        </a:rPr>
                        <m:t>=</m:t>
                      </m:r>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𝑈</m:t>
                          </m:r>
                        </m:e>
                        <m:sub>
                          <m:r>
                            <a:rPr lang="en-US" i="1">
                              <a:solidFill>
                                <a:srgbClr val="F8F8F8"/>
                              </a:solidFill>
                              <a:latin typeface="Cambria Math" panose="02040503050406030204" pitchFamily="18" charset="0"/>
                              <a:cs typeface="Aban" pitchFamily="2" charset="-78"/>
                            </a:rPr>
                            <m:t>3</m:t>
                          </m:r>
                        </m:sub>
                      </m:sSub>
                      <m:r>
                        <a:rPr lang="en-US" i="1">
                          <a:solidFill>
                            <a:srgbClr val="F8F8F8"/>
                          </a:solidFill>
                          <a:latin typeface="Cambria Math" panose="02040503050406030204" pitchFamily="18" charset="0"/>
                          <a:cs typeface="Aban" pitchFamily="2" charset="-78"/>
                        </a:rPr>
                        <m:t>−</m:t>
                      </m:r>
                      <m:sSubSup>
                        <m:sSubSupPr>
                          <m:ctrlPr>
                            <a:rPr lang="en-US" i="1">
                              <a:solidFill>
                                <a:srgbClr val="F8F8F8"/>
                              </a:solidFill>
                              <a:latin typeface="Cambria Math" panose="02040503050406030204" pitchFamily="18" charset="0"/>
                              <a:cs typeface="Aban" pitchFamily="2" charset="-78"/>
                            </a:rPr>
                          </m:ctrlPr>
                        </m:sSubSupPr>
                        <m:e>
                          <m:r>
                            <a:rPr lang="en-US" i="1">
                              <a:solidFill>
                                <a:srgbClr val="F8F8F8"/>
                              </a:solidFill>
                              <a:latin typeface="Cambria Math" panose="02040503050406030204" pitchFamily="18" charset="0"/>
                              <a:cs typeface="Aban" pitchFamily="2" charset="-78"/>
                            </a:rPr>
                            <m:t>𝑅</m:t>
                          </m:r>
                        </m:e>
                        <m:sub>
                          <m:r>
                            <a:rPr lang="en-US" i="1">
                              <a:solidFill>
                                <a:srgbClr val="F8F8F8"/>
                              </a:solidFill>
                              <a:latin typeface="Cambria Math" panose="02040503050406030204" pitchFamily="18" charset="0"/>
                              <a:cs typeface="Aban" pitchFamily="2" charset="-78"/>
                            </a:rPr>
                            <m:t>𝑃</m:t>
                          </m:r>
                        </m:sub>
                        <m:sup>
                          <m:r>
                            <a:rPr lang="en-US" i="1">
                              <a:solidFill>
                                <a:srgbClr val="F8F8F8"/>
                              </a:solidFill>
                              <a:latin typeface="Cambria Math" panose="02040503050406030204" pitchFamily="18" charset="0"/>
                              <a:cs typeface="Aban" pitchFamily="2" charset="-78"/>
                            </a:rPr>
                            <m:t>𝑑</m:t>
                          </m:r>
                        </m:sup>
                      </m:sSubSup>
                      <m:r>
                        <a:rPr lang="en-US" i="1">
                          <a:solidFill>
                            <a:srgbClr val="F8F8F8"/>
                          </a:solidFill>
                          <a:latin typeface="Cambria Math" panose="02040503050406030204" pitchFamily="18" charset="0"/>
                          <a:cs typeface="Aban" pitchFamily="2" charset="-78"/>
                        </a:rPr>
                        <m:t>.</m:t>
                      </m:r>
                      <m:d>
                        <m:dPr>
                          <m:ctrlPr>
                            <a:rPr lang="en-US" i="1">
                              <a:solidFill>
                                <a:srgbClr val="F8F8F8"/>
                              </a:solidFill>
                              <a:latin typeface="Cambria Math" panose="02040503050406030204" pitchFamily="18" charset="0"/>
                              <a:cs typeface="Aban" pitchFamily="2" charset="-78"/>
                            </a:rPr>
                          </m:ctrlPr>
                        </m:dPr>
                        <m:e>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𝑈</m:t>
                              </m:r>
                            </m:e>
                            <m:sub>
                              <m:r>
                                <a:rPr lang="en-US" i="1">
                                  <a:solidFill>
                                    <a:srgbClr val="F8F8F8"/>
                                  </a:solidFill>
                                  <a:latin typeface="Cambria Math" panose="02040503050406030204" pitchFamily="18" charset="0"/>
                                  <a:cs typeface="Aban" pitchFamily="2" charset="-78"/>
                                </a:rPr>
                                <m:t>1</m:t>
                              </m:r>
                            </m:sub>
                          </m:sSub>
                          <m:r>
                            <a:rPr lang="en-US" i="1">
                              <a:solidFill>
                                <a:srgbClr val="F8F8F8"/>
                              </a:solidFill>
                              <a:latin typeface="Cambria Math" panose="02040503050406030204" pitchFamily="18" charset="0"/>
                              <a:cs typeface="Aban" pitchFamily="2" charset="-78"/>
                            </a:rPr>
                            <m:t>−</m:t>
                          </m:r>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𝑈</m:t>
                              </m:r>
                            </m:e>
                            <m:sub>
                              <m:r>
                                <a:rPr lang="en-US" i="1">
                                  <a:solidFill>
                                    <a:srgbClr val="F8F8F8"/>
                                  </a:solidFill>
                                  <a:latin typeface="Cambria Math" panose="02040503050406030204" pitchFamily="18" charset="0"/>
                                  <a:cs typeface="Aban" pitchFamily="2" charset="-78"/>
                                </a:rPr>
                                <m:t>3</m:t>
                              </m:r>
                            </m:sub>
                          </m:sSub>
                        </m:e>
                      </m:d>
                      <m:r>
                        <a:rPr lang="en-US" i="1">
                          <a:solidFill>
                            <a:srgbClr val="F8F8F8"/>
                          </a:solidFill>
                          <a:latin typeface="Cambria Math" panose="02040503050406030204" pitchFamily="18" charset="0"/>
                          <a:cs typeface="Aban" pitchFamily="2" charset="-78"/>
                        </a:rPr>
                        <m:t>−</m:t>
                      </m:r>
                      <m:r>
                        <a:rPr lang="en-US" i="1">
                          <a:solidFill>
                            <a:srgbClr val="F8F8F8"/>
                          </a:solidFill>
                          <a:latin typeface="Cambria Math" panose="02040503050406030204" pitchFamily="18" charset="0"/>
                          <a:cs typeface="Aban" pitchFamily="2" charset="-78"/>
                        </a:rPr>
                        <m:t>𝐻</m:t>
                      </m:r>
                      <m:r>
                        <a:rPr lang="en-US" i="1">
                          <a:solidFill>
                            <a:srgbClr val="F8F8F8"/>
                          </a:solidFill>
                          <a:latin typeface="Cambria Math" panose="02040503050406030204" pitchFamily="18" charset="0"/>
                          <a:cs typeface="Aban" pitchFamily="2" charset="-78"/>
                        </a:rPr>
                        <m:t>+</m:t>
                      </m:r>
                      <m:r>
                        <a:rPr lang="en-US" i="1">
                          <a:solidFill>
                            <a:srgbClr val="F8F8F8"/>
                          </a:solidFill>
                          <a:latin typeface="Cambria Math" panose="02040503050406030204" pitchFamily="18" charset="0"/>
                          <a:cs typeface="Aban" pitchFamily="2" charset="-78"/>
                        </a:rPr>
                        <m:t>𝛾</m:t>
                      </m:r>
                    </m:oMath>
                  </m:oMathPara>
                </a14:m>
                <a:endParaRPr lang="en-US" dirty="0">
                  <a:solidFill>
                    <a:srgbClr val="F8F8F8"/>
                  </a:solidFill>
                  <a:cs typeface="Aban" pitchFamily="2" charset="-78"/>
                </a:endParaRPr>
              </a:p>
              <a:p>
                <a:pPr algn="just" rtl="1"/>
                <a14:m>
                  <m:oMathPara xmlns:m="http://schemas.openxmlformats.org/officeDocument/2006/math">
                    <m:oMathParaPr>
                      <m:jc m:val="centerGroup"/>
                    </m:oMathParaPr>
                    <m:oMath xmlns:m="http://schemas.openxmlformats.org/officeDocument/2006/math">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𝑃</m:t>
                          </m:r>
                        </m:e>
                        <m:sub>
                          <m:r>
                            <a:rPr lang="en-US" b="0" i="1" smtClean="0">
                              <a:solidFill>
                                <a:srgbClr val="F8F8F8"/>
                              </a:solidFill>
                              <a:latin typeface="Cambria Math" panose="02040503050406030204" pitchFamily="18" charset="0"/>
                              <a:cs typeface="Aban" pitchFamily="2" charset="-78"/>
                            </a:rPr>
                            <m:t>32</m:t>
                          </m:r>
                        </m:sub>
                      </m:sSub>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𝑃</m:t>
                          </m:r>
                        </m:e>
                        <m:sub>
                          <m:r>
                            <a:rPr lang="en-US" b="0" i="1" smtClean="0">
                              <a:solidFill>
                                <a:srgbClr val="F8F8F8"/>
                              </a:solidFill>
                              <a:latin typeface="Cambria Math" panose="02040503050406030204" pitchFamily="18" charset="0"/>
                              <a:cs typeface="Aban" pitchFamily="2" charset="-78"/>
                            </a:rPr>
                            <m:t>31</m:t>
                          </m:r>
                        </m:sub>
                      </m:sSub>
                      <m:r>
                        <a:rPr lang="en-US" b="0" i="1" smtClean="0">
                          <a:solidFill>
                            <a:srgbClr val="F8F8F8"/>
                          </a:solidFill>
                          <a:latin typeface="Cambria Math" panose="02040503050406030204" pitchFamily="18" charset="0"/>
                          <a:cs typeface="Aban" pitchFamily="2" charset="-78"/>
                        </a:rPr>
                        <m:t>⇒</m:t>
                      </m:r>
                      <m:r>
                        <a:rPr lang="en-US" b="0" i="1" smtClean="0">
                          <a:solidFill>
                            <a:srgbClr val="F8F8F8"/>
                          </a:solidFill>
                          <a:latin typeface="Cambria Math" panose="02040503050406030204" pitchFamily="18" charset="0"/>
                          <a:cs typeface="Aban" pitchFamily="2" charset="-78"/>
                        </a:rPr>
                        <m:t>𝛾</m:t>
                      </m:r>
                      <m:r>
                        <a:rPr lang="en-US" b="0" i="1" smtClean="0">
                          <a:solidFill>
                            <a:srgbClr val="F8F8F8"/>
                          </a:solidFill>
                          <a:latin typeface="Cambria Math" panose="02040503050406030204" pitchFamily="18" charset="0"/>
                          <a:cs typeface="Aban" pitchFamily="2" charset="-78"/>
                        </a:rPr>
                        <m:t>&gt;</m:t>
                      </m:r>
                      <m:r>
                        <a:rPr lang="en-US" b="0" i="1" smtClean="0">
                          <a:solidFill>
                            <a:srgbClr val="F8F8F8"/>
                          </a:solidFill>
                          <a:latin typeface="Cambria Math" panose="02040503050406030204" pitchFamily="18" charset="0"/>
                          <a:cs typeface="Aban" pitchFamily="2" charset="-78"/>
                        </a:rPr>
                        <m:t>𝐵</m:t>
                      </m:r>
                      <m:r>
                        <a:rPr lang="en-US" b="0" i="1" smtClean="0">
                          <a:solidFill>
                            <a:srgbClr val="F8F8F8"/>
                          </a:solidFill>
                          <a:latin typeface="Cambria Math" panose="02040503050406030204" pitchFamily="18" charset="0"/>
                          <a:cs typeface="Aban" pitchFamily="2" charset="-78"/>
                        </a:rPr>
                        <m:t>+</m:t>
                      </m:r>
                      <m:r>
                        <a:rPr lang="en-US" b="0" i="1" smtClean="0">
                          <a:solidFill>
                            <a:srgbClr val="F8F8F8"/>
                          </a:solidFill>
                          <a:latin typeface="Cambria Math" panose="02040503050406030204" pitchFamily="18" charset="0"/>
                          <a:cs typeface="Aban" pitchFamily="2" charset="-78"/>
                        </a:rPr>
                        <m:t>𝐻</m:t>
                      </m:r>
                      <m:r>
                        <a:rPr lang="en-US" b="0" i="1" smtClean="0">
                          <a:solidFill>
                            <a:srgbClr val="F8F8F8"/>
                          </a:solidFill>
                          <a:latin typeface="Cambria Math" panose="02040503050406030204" pitchFamily="18" charset="0"/>
                          <a:cs typeface="Aban" pitchFamily="2" charset="-78"/>
                        </a:rPr>
                        <m:t>+</m:t>
                      </m:r>
                      <m:d>
                        <m:dPr>
                          <m:ctrlPr>
                            <a:rPr lang="en-US" b="0" i="1" smtClean="0">
                              <a:solidFill>
                                <a:srgbClr val="F8F8F8"/>
                              </a:solidFill>
                              <a:latin typeface="Cambria Math" panose="02040503050406030204" pitchFamily="18" charset="0"/>
                              <a:cs typeface="Aban" pitchFamily="2" charset="-78"/>
                            </a:rPr>
                          </m:ctrlPr>
                        </m:dPr>
                        <m:e>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𝑈</m:t>
                              </m:r>
                            </m:e>
                            <m:sub>
                              <m:r>
                                <a:rPr lang="en-US" b="0" i="1" smtClean="0">
                                  <a:solidFill>
                                    <a:srgbClr val="F8F8F8"/>
                                  </a:solidFill>
                                  <a:latin typeface="Cambria Math" panose="02040503050406030204" pitchFamily="18" charset="0"/>
                                  <a:cs typeface="Aban" pitchFamily="2" charset="-78"/>
                                </a:rPr>
                                <m:t>1</m:t>
                              </m:r>
                            </m:sub>
                          </m:sSub>
                          <m:r>
                            <a:rPr lang="en-US" b="0" i="1" smtClean="0">
                              <a:solidFill>
                                <a:srgbClr val="F8F8F8"/>
                              </a:solidFill>
                              <a:latin typeface="Cambria Math" panose="02040503050406030204" pitchFamily="18" charset="0"/>
                              <a:cs typeface="Aban" pitchFamily="2" charset="-78"/>
                            </a:rPr>
                            <m: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𝑈</m:t>
                              </m:r>
                            </m:e>
                            <m:sub>
                              <m:r>
                                <a:rPr lang="en-US" b="0" i="1" smtClean="0">
                                  <a:solidFill>
                                    <a:srgbClr val="F8F8F8"/>
                                  </a:solidFill>
                                  <a:latin typeface="Cambria Math" panose="02040503050406030204" pitchFamily="18" charset="0"/>
                                  <a:cs typeface="Aban" pitchFamily="2" charset="-78"/>
                                </a:rPr>
                                <m:t>3</m:t>
                              </m:r>
                            </m:sub>
                          </m:sSub>
                        </m:e>
                      </m:d>
                      <m:r>
                        <a:rPr lang="en-US" b="0" i="1" smtClean="0">
                          <a:solidFill>
                            <a:srgbClr val="F8F8F8"/>
                          </a:solidFill>
                          <a:latin typeface="Cambria Math" panose="02040503050406030204" pitchFamily="18" charset="0"/>
                          <a:cs typeface="Aban" pitchFamily="2" charset="-78"/>
                        </a:rPr>
                        <m:t>.</m:t>
                      </m:r>
                      <m:d>
                        <m:dPr>
                          <m:ctrlPr>
                            <a:rPr lang="en-US" b="0" i="1" smtClean="0">
                              <a:solidFill>
                                <a:srgbClr val="F8F8F8"/>
                              </a:solidFill>
                              <a:latin typeface="Cambria Math" panose="02040503050406030204" pitchFamily="18" charset="0"/>
                              <a:cs typeface="Aban" pitchFamily="2" charset="-78"/>
                            </a:rPr>
                          </m:ctrlPr>
                        </m:dPr>
                        <m:e>
                          <m:sSubSup>
                            <m:sSubSupPr>
                              <m:ctrlPr>
                                <a:rPr lang="en-US" b="0" i="1" smtClean="0">
                                  <a:solidFill>
                                    <a:srgbClr val="F8F8F8"/>
                                  </a:solidFill>
                                  <a:latin typeface="Cambria Math" panose="02040503050406030204" pitchFamily="18" charset="0"/>
                                  <a:cs typeface="Aban" pitchFamily="2" charset="-78"/>
                                </a:rPr>
                              </m:ctrlPr>
                            </m:sSubSupPr>
                            <m:e>
                              <m:r>
                                <a:rPr lang="en-US" b="0" i="1" smtClean="0">
                                  <a:solidFill>
                                    <a:srgbClr val="F8F8F8"/>
                                  </a:solidFill>
                                  <a:latin typeface="Cambria Math" panose="02040503050406030204" pitchFamily="18" charset="0"/>
                                  <a:cs typeface="Aban" pitchFamily="2" charset="-78"/>
                                </a:rPr>
                                <m:t>𝑅</m:t>
                              </m:r>
                            </m:e>
                            <m:sub>
                              <m:r>
                                <a:rPr lang="en-US" b="0" i="1" smtClean="0">
                                  <a:solidFill>
                                    <a:srgbClr val="F8F8F8"/>
                                  </a:solidFill>
                                  <a:latin typeface="Cambria Math" panose="02040503050406030204" pitchFamily="18" charset="0"/>
                                  <a:cs typeface="Aban" pitchFamily="2" charset="-78"/>
                                </a:rPr>
                                <m:t>𝑃</m:t>
                              </m:r>
                            </m:sub>
                            <m:sup>
                              <m:r>
                                <a:rPr lang="en-US" b="0" i="1" smtClean="0">
                                  <a:solidFill>
                                    <a:srgbClr val="F8F8F8"/>
                                  </a:solidFill>
                                  <a:latin typeface="Cambria Math" panose="02040503050406030204" pitchFamily="18" charset="0"/>
                                  <a:cs typeface="Aban" pitchFamily="2" charset="-78"/>
                                </a:rPr>
                                <m:t>𝑑</m:t>
                              </m:r>
                            </m:sup>
                          </m:sSubSup>
                          <m:r>
                            <a:rPr lang="en-US" b="0" i="1" smtClean="0">
                              <a:solidFill>
                                <a:srgbClr val="F8F8F8"/>
                              </a:solidFill>
                              <a:latin typeface="Cambria Math" panose="02040503050406030204" pitchFamily="18" charset="0"/>
                              <a:cs typeface="Aban" pitchFamily="2" charset="-78"/>
                            </a:rPr>
                            <m:t>−</m:t>
                          </m:r>
                          <m:sSubSup>
                            <m:sSubSupPr>
                              <m:ctrlPr>
                                <a:rPr lang="en-US" b="0" i="1" smtClean="0">
                                  <a:solidFill>
                                    <a:srgbClr val="F8F8F8"/>
                                  </a:solidFill>
                                  <a:latin typeface="Cambria Math" panose="02040503050406030204" pitchFamily="18" charset="0"/>
                                  <a:cs typeface="Aban" pitchFamily="2" charset="-78"/>
                                </a:rPr>
                              </m:ctrlPr>
                            </m:sSubSupPr>
                            <m:e>
                              <m:r>
                                <a:rPr lang="en-US" b="0" i="1" smtClean="0">
                                  <a:solidFill>
                                    <a:srgbClr val="F8F8F8"/>
                                  </a:solidFill>
                                  <a:latin typeface="Cambria Math" panose="02040503050406030204" pitchFamily="18" charset="0"/>
                                  <a:cs typeface="Aban" pitchFamily="2" charset="-78"/>
                                </a:rPr>
                                <m:t>𝐹</m:t>
                              </m:r>
                            </m:e>
                            <m:sub>
                              <m:r>
                                <a:rPr lang="en-US" b="0" i="1" smtClean="0">
                                  <a:solidFill>
                                    <a:srgbClr val="F8F8F8"/>
                                  </a:solidFill>
                                  <a:latin typeface="Cambria Math" panose="02040503050406030204" pitchFamily="18" charset="0"/>
                                  <a:cs typeface="Aban" pitchFamily="2" charset="-78"/>
                                </a:rPr>
                                <m:t>𝑃</m:t>
                              </m:r>
                            </m:sub>
                            <m:sup>
                              <m:r>
                                <a:rPr lang="en-US" b="0" i="1" smtClean="0">
                                  <a:solidFill>
                                    <a:srgbClr val="F8F8F8"/>
                                  </a:solidFill>
                                  <a:latin typeface="Cambria Math" panose="02040503050406030204" pitchFamily="18" charset="0"/>
                                  <a:cs typeface="Aban" pitchFamily="2" charset="-78"/>
                                </a:rPr>
                                <m:t>𝑑</m:t>
                              </m:r>
                            </m:sup>
                          </m:sSubSup>
                        </m:e>
                      </m:d>
                      <m:r>
                        <a:rPr lang="en-US" b="0" i="1" smtClean="0">
                          <a:solidFill>
                            <a:srgbClr val="F8F8F8"/>
                          </a:solidFill>
                          <a:latin typeface="Cambria Math" panose="02040503050406030204" pitchFamily="18" charset="0"/>
                          <a:cs typeface="Aban" pitchFamily="2" charset="-78"/>
                        </a:rPr>
                        <m: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𝛾</m:t>
                          </m:r>
                        </m:e>
                        <m:sub>
                          <m:r>
                            <a:rPr lang="en-US" b="0" i="1" smtClean="0">
                              <a:solidFill>
                                <a:srgbClr val="F8F8F8"/>
                              </a:solidFill>
                              <a:latin typeface="Cambria Math" panose="02040503050406030204" pitchFamily="18" charset="0"/>
                              <a:cs typeface="Aban" pitchFamily="2" charset="-78"/>
                            </a:rPr>
                            <m:t>𝑁</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𝐶</m:t>
                              </m:r>
                            </m:e>
                            <m:sub>
                              <m:r>
                                <a:rPr lang="en-US" b="0" i="1" smtClean="0">
                                  <a:solidFill>
                                    <a:srgbClr val="F8F8F8"/>
                                  </a:solidFill>
                                  <a:latin typeface="Cambria Math" panose="02040503050406030204" pitchFamily="18" charset="0"/>
                                  <a:cs typeface="Aban" pitchFamily="2" charset="-78"/>
                                </a:rPr>
                                <m:t>𝑑</m:t>
                              </m:r>
                            </m:sub>
                          </m:sSub>
                        </m:sub>
                      </m:sSub>
                    </m:oMath>
                  </m:oMathPara>
                </a14:m>
                <a:endParaRPr lang="en-US" dirty="0">
                  <a:solidFill>
                    <a:srgbClr val="F8F8F8"/>
                  </a:solidFill>
                  <a:cs typeface="Aban" pitchFamily="2" charset="-78"/>
                </a:endParaRPr>
              </a:p>
              <a:p>
                <a:pPr algn="just" rtl="1"/>
                <a:r>
                  <a:rPr lang="fa-IR" dirty="0">
                    <a:solidFill>
                      <a:srgbClr val="F8F8F8"/>
                    </a:solidFill>
                    <a:cs typeface="Aban" pitchFamily="2" charset="-78"/>
                  </a:rPr>
                  <a:t>با توجه به اینکه </a:t>
                </a:r>
                <a14:m>
                  <m:oMath xmlns:m="http://schemas.openxmlformats.org/officeDocument/2006/math">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𝑈</m:t>
                        </m:r>
                      </m:e>
                      <m:sub>
                        <m:r>
                          <a:rPr lang="en-US" b="0" i="1" smtClean="0">
                            <a:solidFill>
                              <a:srgbClr val="F8F8F8"/>
                            </a:solidFill>
                            <a:latin typeface="Cambria Math" panose="02040503050406030204" pitchFamily="18" charset="0"/>
                            <a:cs typeface="Aban" pitchFamily="2" charset="-78"/>
                          </a:rPr>
                          <m:t>2</m:t>
                        </m:r>
                      </m:sub>
                    </m:sSub>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𝑈</m:t>
                        </m:r>
                      </m:e>
                      <m:sub>
                        <m:r>
                          <a:rPr lang="en-US" b="0" i="1" smtClean="0">
                            <a:solidFill>
                              <a:srgbClr val="F8F8F8"/>
                            </a:solidFill>
                            <a:latin typeface="Cambria Math" panose="02040503050406030204" pitchFamily="18" charset="0"/>
                            <a:cs typeface="Aban" pitchFamily="2" charset="-78"/>
                          </a:rPr>
                          <m:t>3</m:t>
                        </m:r>
                      </m:sub>
                    </m:sSub>
                    <m:r>
                      <a:rPr lang="en-US" b="0" i="1" smtClean="0">
                        <a:solidFill>
                          <a:srgbClr val="F8F8F8"/>
                        </a:solidFill>
                        <a:latin typeface="Cambria Math" panose="02040503050406030204" pitchFamily="18" charset="0"/>
                        <a:cs typeface="Aban" pitchFamily="2" charset="-78"/>
                      </a:rPr>
                      <m:t>,</m:t>
                    </m:r>
                    <m:sSup>
                      <m:sSupPr>
                        <m:ctrlPr>
                          <a:rPr lang="en-US" i="1">
                            <a:solidFill>
                              <a:srgbClr val="F8F8F8"/>
                            </a:solidFill>
                            <a:latin typeface="Cambria Math" panose="02040503050406030204" pitchFamily="18" charset="0"/>
                            <a:cs typeface="Aban" pitchFamily="2" charset="-78"/>
                          </a:rPr>
                        </m:ctrlPr>
                      </m:sSupPr>
                      <m:e>
                        <m:r>
                          <a:rPr lang="en-US" i="1">
                            <a:solidFill>
                              <a:srgbClr val="F8F8F8"/>
                            </a:solidFill>
                            <a:latin typeface="Cambria Math" panose="02040503050406030204" pitchFamily="18" charset="0"/>
                            <a:cs typeface="Aban" pitchFamily="2" charset="-78"/>
                          </a:rPr>
                          <m:t>𝑅</m:t>
                        </m:r>
                      </m:e>
                      <m:sup>
                        <m:r>
                          <a:rPr lang="en-US" i="1">
                            <a:solidFill>
                              <a:srgbClr val="F8F8F8"/>
                            </a:solidFill>
                            <a:latin typeface="Cambria Math" panose="02040503050406030204" pitchFamily="18" charset="0"/>
                            <a:cs typeface="Aban" pitchFamily="2" charset="-78"/>
                          </a:rPr>
                          <m:t>𝑑</m:t>
                        </m:r>
                      </m:sup>
                    </m:sSup>
                    <m:r>
                      <a:rPr lang="en-US" i="1">
                        <a:solidFill>
                          <a:srgbClr val="F8F8F8"/>
                        </a:solidFill>
                        <a:latin typeface="Cambria Math" panose="02040503050406030204" pitchFamily="18" charset="0"/>
                        <a:cs typeface="Aban" pitchFamily="2" charset="-78"/>
                      </a:rPr>
                      <m:t>−</m:t>
                    </m:r>
                    <m:sSup>
                      <m:sSupPr>
                        <m:ctrlPr>
                          <a:rPr lang="en-US" i="1">
                            <a:solidFill>
                              <a:srgbClr val="F8F8F8"/>
                            </a:solidFill>
                            <a:latin typeface="Cambria Math" panose="02040503050406030204" pitchFamily="18" charset="0"/>
                            <a:cs typeface="Aban" pitchFamily="2" charset="-78"/>
                          </a:rPr>
                        </m:ctrlPr>
                      </m:sSupPr>
                      <m:e>
                        <m:r>
                          <a:rPr lang="en-US" i="1">
                            <a:solidFill>
                              <a:srgbClr val="F8F8F8"/>
                            </a:solidFill>
                            <a:latin typeface="Cambria Math" panose="02040503050406030204" pitchFamily="18" charset="0"/>
                            <a:cs typeface="Aban" pitchFamily="2" charset="-78"/>
                          </a:rPr>
                          <m:t>𝐹</m:t>
                        </m:r>
                      </m:e>
                      <m:sup>
                        <m:r>
                          <a:rPr lang="en-US" i="1">
                            <a:solidFill>
                              <a:srgbClr val="F8F8F8"/>
                            </a:solidFill>
                            <a:latin typeface="Cambria Math" panose="02040503050406030204" pitchFamily="18" charset="0"/>
                            <a:cs typeface="Aban" pitchFamily="2" charset="-78"/>
                          </a:rPr>
                          <m:t>𝑑</m:t>
                        </m:r>
                      </m:sup>
                    </m:sSup>
                    <m:r>
                      <a:rPr lang="en-US" i="1">
                        <a:solidFill>
                          <a:srgbClr val="F8F8F8"/>
                        </a:solidFill>
                        <a:latin typeface="Cambria Math" panose="02040503050406030204" pitchFamily="18" charset="0"/>
                        <a:cs typeface="Aban" pitchFamily="2" charset="-78"/>
                      </a:rPr>
                      <m:t>&gt;</m:t>
                    </m:r>
                    <m:sSup>
                      <m:sSupPr>
                        <m:ctrlPr>
                          <a:rPr lang="en-US" i="1">
                            <a:solidFill>
                              <a:srgbClr val="F8F8F8"/>
                            </a:solidFill>
                            <a:latin typeface="Cambria Math" panose="02040503050406030204" pitchFamily="18" charset="0"/>
                            <a:cs typeface="Aban" pitchFamily="2" charset="-78"/>
                          </a:rPr>
                        </m:ctrlPr>
                      </m:sSupPr>
                      <m:e>
                        <m:r>
                          <a:rPr lang="en-US" i="1">
                            <a:solidFill>
                              <a:srgbClr val="F8F8F8"/>
                            </a:solidFill>
                            <a:latin typeface="Cambria Math" panose="02040503050406030204" pitchFamily="18" charset="0"/>
                            <a:cs typeface="Aban" pitchFamily="2" charset="-78"/>
                          </a:rPr>
                          <m:t>𝑅</m:t>
                        </m:r>
                      </m:e>
                      <m:sup>
                        <m:r>
                          <a:rPr lang="en-US" i="1">
                            <a:solidFill>
                              <a:srgbClr val="F8F8F8"/>
                            </a:solidFill>
                            <a:latin typeface="Cambria Math" panose="02040503050406030204" pitchFamily="18" charset="0"/>
                            <a:cs typeface="Aban" pitchFamily="2" charset="-78"/>
                          </a:rPr>
                          <m:t>𝑡</m:t>
                        </m:r>
                      </m:sup>
                    </m:sSup>
                    <m:r>
                      <a:rPr lang="en-US" i="1">
                        <a:solidFill>
                          <a:srgbClr val="F8F8F8"/>
                        </a:solidFill>
                        <a:latin typeface="Cambria Math" panose="02040503050406030204" pitchFamily="18" charset="0"/>
                        <a:cs typeface="Aban" pitchFamily="2" charset="-78"/>
                      </a:rPr>
                      <m:t>−</m:t>
                    </m:r>
                    <m:sSup>
                      <m:sSupPr>
                        <m:ctrlPr>
                          <a:rPr lang="en-US" i="1">
                            <a:solidFill>
                              <a:srgbClr val="F8F8F8"/>
                            </a:solidFill>
                            <a:latin typeface="Cambria Math" panose="02040503050406030204" pitchFamily="18" charset="0"/>
                            <a:cs typeface="Aban" pitchFamily="2" charset="-78"/>
                          </a:rPr>
                        </m:ctrlPr>
                      </m:sSupPr>
                      <m:e>
                        <m:r>
                          <a:rPr lang="en-US" i="1">
                            <a:solidFill>
                              <a:srgbClr val="F8F8F8"/>
                            </a:solidFill>
                            <a:latin typeface="Cambria Math" panose="02040503050406030204" pitchFamily="18" charset="0"/>
                            <a:cs typeface="Aban" pitchFamily="2" charset="-78"/>
                          </a:rPr>
                          <m:t>𝐹</m:t>
                        </m:r>
                      </m:e>
                      <m:sup>
                        <m:r>
                          <a:rPr lang="en-US" i="1">
                            <a:solidFill>
                              <a:srgbClr val="F8F8F8"/>
                            </a:solidFill>
                            <a:latin typeface="Cambria Math" panose="02040503050406030204" pitchFamily="18" charset="0"/>
                            <a:cs typeface="Aban" pitchFamily="2" charset="-78"/>
                          </a:rPr>
                          <m:t>𝑡</m:t>
                        </m:r>
                      </m:sup>
                    </m:sSup>
                  </m:oMath>
                </a14:m>
                <a:r>
                  <a:rPr lang="fa-IR" dirty="0">
                    <a:solidFill>
                      <a:srgbClr val="F8F8F8"/>
                    </a:solidFill>
                    <a:cs typeface="Aban" pitchFamily="2" charset="-78"/>
                  </a:rPr>
                  <a:t> میتوان به راحتی دید که </a:t>
                </a:r>
                <a14:m>
                  <m:oMath xmlns:m="http://schemas.openxmlformats.org/officeDocument/2006/math">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𝛾</m:t>
                        </m:r>
                      </m:e>
                      <m:sub>
                        <m:r>
                          <a:rPr lang="en-US" b="0" i="1" smtClean="0">
                            <a:solidFill>
                              <a:srgbClr val="F8F8F8"/>
                            </a:solidFill>
                            <a:latin typeface="Cambria Math" panose="02040503050406030204" pitchFamily="18" charset="0"/>
                            <a:cs typeface="Aban" pitchFamily="2" charset="-78"/>
                          </a:rPr>
                          <m:t>𝑁</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𝐶</m:t>
                            </m:r>
                          </m:e>
                          <m:sub>
                            <m:r>
                              <a:rPr lang="en-US" b="0" i="1" smtClean="0">
                                <a:solidFill>
                                  <a:srgbClr val="F8F8F8"/>
                                </a:solidFill>
                                <a:latin typeface="Cambria Math" panose="02040503050406030204" pitchFamily="18" charset="0"/>
                                <a:cs typeface="Aban" pitchFamily="2" charset="-78"/>
                              </a:rPr>
                              <m:t>𝑑</m:t>
                            </m:r>
                          </m:sub>
                        </m:sSub>
                      </m:sub>
                    </m:sSub>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𝛾</m:t>
                        </m:r>
                      </m:e>
                      <m:sub>
                        <m:r>
                          <a:rPr lang="en-US" b="0" i="1" smtClean="0">
                            <a:solidFill>
                              <a:srgbClr val="F8F8F8"/>
                            </a:solidFill>
                            <a:latin typeface="Cambria Math" panose="02040503050406030204" pitchFamily="18" charset="0"/>
                            <a:cs typeface="Aban" pitchFamily="2" charset="-78"/>
                          </a:rPr>
                          <m:t>𝑁</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𝐶</m:t>
                            </m:r>
                          </m:e>
                          <m:sub>
                            <m:r>
                              <a:rPr lang="en-US" b="0" i="1" smtClean="0">
                                <a:solidFill>
                                  <a:srgbClr val="F8F8F8"/>
                                </a:solidFill>
                                <a:latin typeface="Cambria Math" panose="02040503050406030204" pitchFamily="18" charset="0"/>
                                <a:cs typeface="Aban" pitchFamily="2" charset="-78"/>
                              </a:rPr>
                              <m:t>𝑡</m:t>
                            </m:r>
                          </m:sub>
                        </m:sSub>
                      </m:sub>
                    </m:sSub>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𝛾</m:t>
                        </m:r>
                      </m:e>
                      <m:sub>
                        <m:r>
                          <a:rPr lang="en-US" b="0" i="1" smtClean="0">
                            <a:solidFill>
                              <a:srgbClr val="F8F8F8"/>
                            </a:solidFill>
                            <a:latin typeface="Cambria Math" panose="02040503050406030204" pitchFamily="18" charset="0"/>
                            <a:cs typeface="Aban" pitchFamily="2" charset="-78"/>
                          </a:rPr>
                          <m:t>𝐶</m:t>
                        </m:r>
                      </m:sub>
                    </m:sSub>
                  </m:oMath>
                </a14:m>
                <a:endParaRPr lang="en-US" dirty="0">
                  <a:solidFill>
                    <a:srgbClr val="F8F8F8"/>
                  </a:solidFill>
                  <a:cs typeface="Aban" pitchFamily="2" charset="-78"/>
                </a:endParaRPr>
              </a:p>
              <a:p>
                <a:pPr algn="just" rtl="1"/>
                <a:endParaRPr lang="en-US" dirty="0">
                  <a:solidFill>
                    <a:srgbClr val="F8F8F8"/>
                  </a:solidFill>
                  <a:cs typeface="Aban" pitchFamily="2" charset="-78"/>
                </a:endParaRPr>
              </a:p>
            </p:txBody>
          </p:sp>
        </mc:Choice>
        <mc:Fallback>
          <p:sp>
            <p:nvSpPr>
              <p:cNvPr id="3" name="TextBox 2">
                <a:extLst>
                  <a:ext uri="{FF2B5EF4-FFF2-40B4-BE49-F238E27FC236}">
                    <a16:creationId xmlns:a16="http://schemas.microsoft.com/office/drawing/2014/main" id="{CED2DE8F-0635-414E-BA5C-0C9E6799931B}"/>
                  </a:ext>
                </a:extLst>
              </p:cNvPr>
              <p:cNvSpPr txBox="1">
                <a:spLocks noRot="1" noChangeAspect="1" noMove="1" noResize="1" noEditPoints="1" noAdjustHandles="1" noChangeArrowheads="1" noChangeShapeType="1" noTextEdit="1"/>
              </p:cNvSpPr>
              <p:nvPr/>
            </p:nvSpPr>
            <p:spPr>
              <a:xfrm>
                <a:off x="539216" y="307127"/>
                <a:ext cx="8065567" cy="4472186"/>
              </a:xfrm>
              <a:prstGeom prst="rect">
                <a:avLst/>
              </a:prstGeom>
              <a:blipFill>
                <a:blip r:embed="rId2"/>
                <a:stretch>
                  <a:fillRect l="-831" r="-151"/>
                </a:stretch>
              </a:blipFill>
            </p:spPr>
            <p:txBody>
              <a:bodyPr/>
              <a:lstStyle/>
              <a:p>
                <a:r>
                  <a:rPr lang="en-US">
                    <a:noFill/>
                  </a:rPr>
                  <a:t> </a:t>
                </a:r>
              </a:p>
            </p:txBody>
          </p:sp>
        </mc:Fallback>
      </mc:AlternateContent>
    </p:spTree>
    <p:extLst>
      <p:ext uri="{BB962C8B-B14F-4D97-AF65-F5344CB8AC3E}">
        <p14:creationId xmlns:p14="http://schemas.microsoft.com/office/powerpoint/2010/main" val="12955003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ED2DE8F-0635-414E-BA5C-0C9E6799931B}"/>
                  </a:ext>
                </a:extLst>
              </p:cNvPr>
              <p:cNvSpPr txBox="1"/>
              <p:nvPr/>
            </p:nvSpPr>
            <p:spPr>
              <a:xfrm>
                <a:off x="539216" y="307127"/>
                <a:ext cx="8065567" cy="3806427"/>
              </a:xfrm>
              <a:prstGeom prst="rect">
                <a:avLst/>
              </a:prstGeom>
              <a:noFill/>
            </p:spPr>
            <p:txBody>
              <a:bodyPr wrap="square" rtlCol="0">
                <a:spAutoFit/>
              </a:bodyPr>
              <a:lstStyle/>
              <a:p>
                <a:pPr algn="just" rtl="1"/>
                <a:r>
                  <a:rPr lang="fa-IR" dirty="0">
                    <a:solidFill>
                      <a:srgbClr val="F8F8F8"/>
                    </a:solidFill>
                    <a:cs typeface="Aban" pitchFamily="2" charset="-78"/>
                  </a:rPr>
                  <a:t>تحلیل حساسیت بتا:</a:t>
                </a:r>
              </a:p>
              <a:p>
                <a:pPr algn="just" rtl="1"/>
                <a:r>
                  <a:rPr lang="fa-IR" dirty="0">
                    <a:solidFill>
                      <a:srgbClr val="F8F8F8"/>
                    </a:solidFill>
                    <a:cs typeface="Aban" pitchFamily="2" charset="-78"/>
                  </a:rPr>
                  <a:t>بازهم چون </a:t>
                </a:r>
                <a14:m>
                  <m:oMath xmlns:m="http://schemas.openxmlformats.org/officeDocument/2006/math">
                    <m:r>
                      <a:rPr lang="en-US" b="0" i="1" smtClean="0">
                        <a:solidFill>
                          <a:srgbClr val="F8F8F8"/>
                        </a:solidFill>
                        <a:latin typeface="Cambria Math" panose="02040503050406030204" pitchFamily="18" charset="0"/>
                        <a:cs typeface="Aban" pitchFamily="2" charset="-78"/>
                      </a:rPr>
                      <m:t>𝛽</m:t>
                    </m:r>
                  </m:oMath>
                </a14:m>
                <a:r>
                  <a:rPr lang="fa-IR" dirty="0">
                    <a:solidFill>
                      <a:srgbClr val="F8F8F8"/>
                    </a:solidFill>
                    <a:cs typeface="Aban" pitchFamily="2" charset="-78"/>
                  </a:rPr>
                  <a:t> تنها در ارجحیت های دکتر تاثیرگذار است کافیست تصمیم بیمار را فیکس کنیم و بازه های تاثیر گذاری </a:t>
                </a:r>
                <a14:m>
                  <m:oMath xmlns:m="http://schemas.openxmlformats.org/officeDocument/2006/math">
                    <m:r>
                      <a:rPr lang="en-US" b="0" i="1" smtClean="0">
                        <a:solidFill>
                          <a:srgbClr val="F8F8F8"/>
                        </a:solidFill>
                        <a:latin typeface="Cambria Math" panose="02040503050406030204" pitchFamily="18" charset="0"/>
                        <a:cs typeface="Aban" pitchFamily="2" charset="-78"/>
                      </a:rPr>
                      <m:t>𝛽</m:t>
                    </m:r>
                  </m:oMath>
                </a14:m>
                <a:r>
                  <a:rPr lang="fa-IR" dirty="0">
                    <a:solidFill>
                      <a:srgbClr val="F8F8F8"/>
                    </a:solidFill>
                    <a:cs typeface="Aban" pitchFamily="2" charset="-78"/>
                  </a:rPr>
                  <a:t> را مشخص کنیم. ترتیب حال حاضر ما اگر بیمار همکاری کند </a:t>
                </a:r>
                <a14:m>
                  <m:oMath xmlns:m="http://schemas.openxmlformats.org/officeDocument/2006/math">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𝐷</m:t>
                        </m:r>
                      </m:e>
                      <m:sub>
                        <m:r>
                          <a:rPr lang="en-US" b="0" i="1" smtClean="0">
                            <a:solidFill>
                              <a:srgbClr val="F8F8F8"/>
                            </a:solidFill>
                            <a:latin typeface="Cambria Math" panose="02040503050406030204" pitchFamily="18" charset="0"/>
                            <a:cs typeface="Aban" pitchFamily="2" charset="-78"/>
                          </a:rPr>
                          <m:t>11</m:t>
                        </m:r>
                      </m:sub>
                    </m:sSub>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𝐷</m:t>
                        </m:r>
                      </m:e>
                      <m:sub>
                        <m:r>
                          <a:rPr lang="en-US" b="0" i="1" smtClean="0">
                            <a:solidFill>
                              <a:srgbClr val="F8F8F8"/>
                            </a:solidFill>
                            <a:latin typeface="Cambria Math" panose="02040503050406030204" pitchFamily="18" charset="0"/>
                            <a:cs typeface="Aban" pitchFamily="2" charset="-78"/>
                          </a:rPr>
                          <m:t>21</m:t>
                        </m:r>
                      </m:sub>
                    </m:sSub>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𝐷</m:t>
                        </m:r>
                      </m:e>
                      <m:sub>
                        <m:r>
                          <a:rPr lang="en-US" b="0" i="1" smtClean="0">
                            <a:solidFill>
                              <a:srgbClr val="F8F8F8"/>
                            </a:solidFill>
                            <a:latin typeface="Cambria Math" panose="02040503050406030204" pitchFamily="18" charset="0"/>
                            <a:cs typeface="Aban" pitchFamily="2" charset="-78"/>
                          </a:rPr>
                          <m:t>31</m:t>
                        </m:r>
                      </m:sub>
                    </m:sSub>
                  </m:oMath>
                </a14:m>
                <a:r>
                  <a:rPr lang="fa-IR" dirty="0">
                    <a:solidFill>
                      <a:srgbClr val="F8F8F8"/>
                    </a:solidFill>
                    <a:cs typeface="Aban" pitchFamily="2" charset="-78"/>
                  </a:rPr>
                  <a:t>  است و اگر بیمار همکاری نکند </a:t>
                </a:r>
                <a14:m>
                  <m:oMath xmlns:m="http://schemas.openxmlformats.org/officeDocument/2006/math">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𝐷</m:t>
                        </m:r>
                      </m:e>
                      <m:sub>
                        <m:r>
                          <a:rPr lang="en-US" b="0" i="1" smtClean="0">
                            <a:solidFill>
                              <a:srgbClr val="F8F8F8"/>
                            </a:solidFill>
                            <a:latin typeface="Cambria Math" panose="02040503050406030204" pitchFamily="18" charset="0"/>
                            <a:cs typeface="Aban" pitchFamily="2" charset="-78"/>
                          </a:rPr>
                          <m:t>22</m:t>
                        </m:r>
                      </m:sub>
                    </m:sSub>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𝐷</m:t>
                        </m:r>
                      </m:e>
                      <m:sub>
                        <m:r>
                          <a:rPr lang="en-US" b="0" i="1" smtClean="0">
                            <a:solidFill>
                              <a:srgbClr val="F8F8F8"/>
                            </a:solidFill>
                            <a:latin typeface="Cambria Math" panose="02040503050406030204" pitchFamily="18" charset="0"/>
                            <a:cs typeface="Aban" pitchFamily="2" charset="-78"/>
                          </a:rPr>
                          <m:t>32</m:t>
                        </m:r>
                      </m:sub>
                    </m:sSub>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𝐷</m:t>
                        </m:r>
                      </m:e>
                      <m:sub>
                        <m:r>
                          <a:rPr lang="en-US" b="0" i="1" smtClean="0">
                            <a:solidFill>
                              <a:srgbClr val="F8F8F8"/>
                            </a:solidFill>
                            <a:latin typeface="Cambria Math" panose="02040503050406030204" pitchFamily="18" charset="0"/>
                            <a:cs typeface="Aban" pitchFamily="2" charset="-78"/>
                          </a:rPr>
                          <m:t>12</m:t>
                        </m:r>
                      </m:sub>
                    </m:sSub>
                  </m:oMath>
                </a14:m>
                <a:r>
                  <a:rPr lang="fa-IR" dirty="0">
                    <a:solidFill>
                      <a:srgbClr val="F8F8F8"/>
                    </a:solidFill>
                    <a:cs typeface="Aban" pitchFamily="2" charset="-78"/>
                  </a:rPr>
                  <a:t> از آنجا که </a:t>
                </a:r>
                <a14:m>
                  <m:oMath xmlns:m="http://schemas.openxmlformats.org/officeDocument/2006/math">
                    <m:r>
                      <a:rPr lang="en-US" b="0" i="1" smtClean="0">
                        <a:solidFill>
                          <a:srgbClr val="F8F8F8"/>
                        </a:solidFill>
                        <a:latin typeface="Cambria Math" panose="02040503050406030204" pitchFamily="18" charset="0"/>
                        <a:cs typeface="Aban" pitchFamily="2" charset="-78"/>
                      </a:rPr>
                      <m:t>𝛽</m:t>
                    </m:r>
                  </m:oMath>
                </a14:m>
                <a:r>
                  <a:rPr lang="fa-IR" dirty="0">
                    <a:solidFill>
                      <a:srgbClr val="F8F8F8"/>
                    </a:solidFill>
                    <a:cs typeface="Aban" pitchFamily="2" charset="-78"/>
                  </a:rPr>
                  <a:t> تنها در </a:t>
                </a:r>
                <a14:m>
                  <m:oMath xmlns:m="http://schemas.openxmlformats.org/officeDocument/2006/math">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𝐷</m:t>
                        </m:r>
                      </m:e>
                      <m:sub>
                        <m:r>
                          <a:rPr lang="en-US" b="0" i="1" smtClean="0">
                            <a:solidFill>
                              <a:srgbClr val="F8F8F8"/>
                            </a:solidFill>
                            <a:latin typeface="Cambria Math" panose="02040503050406030204" pitchFamily="18" charset="0"/>
                            <a:cs typeface="Aban" pitchFamily="2" charset="-78"/>
                          </a:rPr>
                          <m:t>31</m:t>
                        </m:r>
                      </m:sub>
                    </m:sSub>
                    <m:r>
                      <a:rPr lang="en-US" b="0" i="1" smtClean="0">
                        <a:solidFill>
                          <a:srgbClr val="F8F8F8"/>
                        </a:solidFill>
                        <a:latin typeface="Cambria Math" panose="02040503050406030204" pitchFamily="18" charset="0"/>
                        <a:cs typeface="Aban" pitchFamily="2" charset="-78"/>
                      </a:rPr>
                      <m:t>, </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𝐷</m:t>
                        </m:r>
                      </m:e>
                      <m:sub>
                        <m:r>
                          <a:rPr lang="en-US" b="0" i="1" smtClean="0">
                            <a:solidFill>
                              <a:srgbClr val="F8F8F8"/>
                            </a:solidFill>
                            <a:latin typeface="Cambria Math" panose="02040503050406030204" pitchFamily="18" charset="0"/>
                            <a:cs typeface="Aban" pitchFamily="2" charset="-78"/>
                          </a:rPr>
                          <m:t>32</m:t>
                        </m:r>
                      </m:sub>
                    </m:sSub>
                  </m:oMath>
                </a14:m>
                <a:r>
                  <a:rPr lang="fa-IR" dirty="0">
                    <a:solidFill>
                      <a:srgbClr val="F8F8F8"/>
                    </a:solidFill>
                    <a:cs typeface="Aban" pitchFamily="2" charset="-78"/>
                  </a:rPr>
                  <a:t> تاثیر گذار است کافیست بتایی را پیدا کنیم که نامساوی های زیر را برقرار کند.</a:t>
                </a:r>
              </a:p>
              <a:p>
                <a:pPr algn="just" rtl="1"/>
                <a:endParaRPr lang="fa-IR" dirty="0">
                  <a:solidFill>
                    <a:srgbClr val="F8F8F8"/>
                  </a:solidFill>
                  <a:cs typeface="Aban" pitchFamily="2" charset="-78"/>
                </a:endParaRPr>
              </a:p>
              <a:p>
                <a:pPr marL="285750" indent="-285750" algn="ctr" rtl="1">
                  <a:buFont typeface="Arial" panose="020B0604020202020204" pitchFamily="34" charset="0"/>
                  <a:buChar char="•"/>
                </a:pPr>
                <a14:m>
                  <m:oMath xmlns:m="http://schemas.openxmlformats.org/officeDocument/2006/math">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𝐷</m:t>
                        </m:r>
                      </m:e>
                      <m:sub>
                        <m:r>
                          <a:rPr lang="en-US" i="1">
                            <a:solidFill>
                              <a:srgbClr val="F8F8F8"/>
                            </a:solidFill>
                            <a:latin typeface="Cambria Math" panose="02040503050406030204" pitchFamily="18" charset="0"/>
                            <a:cs typeface="Aban" pitchFamily="2" charset="-78"/>
                          </a:rPr>
                          <m:t>32</m:t>
                        </m:r>
                      </m:sub>
                    </m:sSub>
                    <m:r>
                      <a:rPr lang="en-US" i="1">
                        <a:solidFill>
                          <a:srgbClr val="F8F8F8"/>
                        </a:solidFill>
                        <a:latin typeface="Cambria Math" panose="02040503050406030204" pitchFamily="18" charset="0"/>
                        <a:cs typeface="Aban" pitchFamily="2" charset="-78"/>
                      </a:rPr>
                      <m:t>=</m:t>
                    </m:r>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𝑉</m:t>
                        </m:r>
                      </m:e>
                      <m:sub>
                        <m:r>
                          <a:rPr lang="en-US" i="1">
                            <a:solidFill>
                              <a:srgbClr val="F8F8F8"/>
                            </a:solidFill>
                            <a:latin typeface="Cambria Math" panose="02040503050406030204" pitchFamily="18" charset="0"/>
                            <a:cs typeface="Aban" pitchFamily="2" charset="-78"/>
                          </a:rPr>
                          <m:t>3</m:t>
                        </m:r>
                      </m:sub>
                    </m:sSub>
                    <m:r>
                      <a:rPr lang="en-US" i="1">
                        <a:solidFill>
                          <a:srgbClr val="F8F8F8"/>
                        </a:solidFill>
                        <a:latin typeface="Cambria Math" panose="02040503050406030204" pitchFamily="18" charset="0"/>
                        <a:cs typeface="Aban" pitchFamily="2" charset="-78"/>
                      </a:rPr>
                      <m:t>−</m:t>
                    </m:r>
                    <m:sSubSup>
                      <m:sSubSupPr>
                        <m:ctrlPr>
                          <a:rPr lang="en-US" i="1">
                            <a:solidFill>
                              <a:srgbClr val="F8F8F8"/>
                            </a:solidFill>
                            <a:latin typeface="Cambria Math" panose="02040503050406030204" pitchFamily="18" charset="0"/>
                            <a:cs typeface="Aban" pitchFamily="2" charset="-78"/>
                          </a:rPr>
                        </m:ctrlPr>
                      </m:sSubSupPr>
                      <m:e>
                        <m:r>
                          <a:rPr lang="en-US" i="1">
                            <a:solidFill>
                              <a:srgbClr val="F8F8F8"/>
                            </a:solidFill>
                            <a:latin typeface="Cambria Math" panose="02040503050406030204" pitchFamily="18" charset="0"/>
                            <a:cs typeface="Aban" pitchFamily="2" charset="-78"/>
                          </a:rPr>
                          <m:t>𝐹</m:t>
                        </m:r>
                      </m:e>
                      <m:sub>
                        <m:r>
                          <a:rPr lang="en-US" i="1">
                            <a:solidFill>
                              <a:srgbClr val="F8F8F8"/>
                            </a:solidFill>
                            <a:latin typeface="Cambria Math" panose="02040503050406030204" pitchFamily="18" charset="0"/>
                            <a:cs typeface="Aban" pitchFamily="2" charset="-78"/>
                          </a:rPr>
                          <m:t>𝐷</m:t>
                        </m:r>
                      </m:sub>
                      <m:sup>
                        <m:r>
                          <a:rPr lang="en-US" i="1">
                            <a:solidFill>
                              <a:srgbClr val="F8F8F8"/>
                            </a:solidFill>
                            <a:latin typeface="Cambria Math" panose="02040503050406030204" pitchFamily="18" charset="0"/>
                            <a:cs typeface="Aban" pitchFamily="2" charset="-78"/>
                          </a:rPr>
                          <m:t>𝑑</m:t>
                        </m:r>
                      </m:sup>
                    </m:sSubSup>
                    <m:r>
                      <a:rPr lang="en-US" i="1">
                        <a:solidFill>
                          <a:srgbClr val="F8F8F8"/>
                        </a:solidFill>
                        <a:latin typeface="Cambria Math" panose="02040503050406030204" pitchFamily="18" charset="0"/>
                        <a:cs typeface="Aban" pitchFamily="2" charset="-78"/>
                      </a:rPr>
                      <m:t>.</m:t>
                    </m:r>
                    <m:d>
                      <m:dPr>
                        <m:ctrlPr>
                          <a:rPr lang="en-US" i="1">
                            <a:solidFill>
                              <a:srgbClr val="F8F8F8"/>
                            </a:solidFill>
                            <a:latin typeface="Cambria Math" panose="02040503050406030204" pitchFamily="18" charset="0"/>
                            <a:cs typeface="Aban" pitchFamily="2" charset="-78"/>
                          </a:rPr>
                        </m:ctrlPr>
                      </m:dPr>
                      <m:e>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𝑉</m:t>
                            </m:r>
                          </m:e>
                          <m:sub>
                            <m:r>
                              <a:rPr lang="en-US" i="1">
                                <a:solidFill>
                                  <a:srgbClr val="F8F8F8"/>
                                </a:solidFill>
                                <a:latin typeface="Cambria Math" panose="02040503050406030204" pitchFamily="18" charset="0"/>
                                <a:cs typeface="Aban" pitchFamily="2" charset="-78"/>
                              </a:rPr>
                              <m:t>1</m:t>
                            </m:r>
                          </m:sub>
                        </m:sSub>
                        <m:r>
                          <a:rPr lang="en-US" i="1">
                            <a:solidFill>
                              <a:srgbClr val="F8F8F8"/>
                            </a:solidFill>
                            <a:latin typeface="Cambria Math" panose="02040503050406030204" pitchFamily="18" charset="0"/>
                            <a:cs typeface="Aban" pitchFamily="2" charset="-78"/>
                          </a:rPr>
                          <m:t>−</m:t>
                        </m:r>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𝑉</m:t>
                            </m:r>
                          </m:e>
                          <m:sub>
                            <m:r>
                              <a:rPr lang="en-US" i="1">
                                <a:solidFill>
                                  <a:srgbClr val="F8F8F8"/>
                                </a:solidFill>
                                <a:latin typeface="Cambria Math" panose="02040503050406030204" pitchFamily="18" charset="0"/>
                                <a:cs typeface="Aban" pitchFamily="2" charset="-78"/>
                              </a:rPr>
                              <m:t>3</m:t>
                            </m:r>
                          </m:sub>
                        </m:sSub>
                      </m:e>
                    </m:d>
                    <m:r>
                      <a:rPr lang="en-US" i="1">
                        <a:solidFill>
                          <a:srgbClr val="F8F8F8"/>
                        </a:solidFill>
                        <a:latin typeface="Cambria Math" panose="02040503050406030204" pitchFamily="18" charset="0"/>
                        <a:cs typeface="Aban" pitchFamily="2" charset="-78"/>
                      </a:rPr>
                      <m:t>+</m:t>
                    </m:r>
                    <m:r>
                      <a:rPr lang="en-US" i="1">
                        <a:solidFill>
                          <a:srgbClr val="F8F8F8"/>
                        </a:solidFill>
                        <a:latin typeface="Cambria Math" panose="02040503050406030204" pitchFamily="18" charset="0"/>
                        <a:cs typeface="Aban" pitchFamily="2" charset="-78"/>
                      </a:rPr>
                      <m:t>𝛽</m:t>
                    </m:r>
                  </m:oMath>
                </a14:m>
                <a:r>
                  <a:rPr lang="en-US" dirty="0">
                    <a:solidFill>
                      <a:srgbClr val="F8F8F8"/>
                    </a:solidFill>
                    <a:cs typeface="Aban" pitchFamily="2" charset="-78"/>
                  </a:rPr>
                  <a:t>, </a:t>
                </a:r>
                <a14:m>
                  <m:oMath xmlns:m="http://schemas.openxmlformats.org/officeDocument/2006/math">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𝐷</m:t>
                        </m:r>
                      </m:e>
                      <m:sub>
                        <m:r>
                          <a:rPr lang="en-US" i="1">
                            <a:solidFill>
                              <a:srgbClr val="F8F8F8"/>
                            </a:solidFill>
                            <a:latin typeface="Cambria Math" panose="02040503050406030204" pitchFamily="18" charset="0"/>
                            <a:cs typeface="Aban" pitchFamily="2" charset="-78"/>
                          </a:rPr>
                          <m:t>22</m:t>
                        </m:r>
                      </m:sub>
                    </m:sSub>
                    <m:r>
                      <a:rPr lang="en-US" i="1">
                        <a:solidFill>
                          <a:srgbClr val="F8F8F8"/>
                        </a:solidFill>
                        <a:latin typeface="Cambria Math" panose="02040503050406030204" pitchFamily="18" charset="0"/>
                        <a:cs typeface="Aban" pitchFamily="2" charset="-78"/>
                      </a:rPr>
                      <m:t>=</m:t>
                    </m:r>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𝑉</m:t>
                        </m:r>
                      </m:e>
                      <m:sub>
                        <m:r>
                          <a:rPr lang="en-US" i="1">
                            <a:solidFill>
                              <a:srgbClr val="F8F8F8"/>
                            </a:solidFill>
                            <a:latin typeface="Cambria Math" panose="02040503050406030204" pitchFamily="18" charset="0"/>
                            <a:cs typeface="Aban" pitchFamily="2" charset="-78"/>
                          </a:rPr>
                          <m:t>2</m:t>
                        </m:r>
                      </m:sub>
                    </m:sSub>
                    <m:r>
                      <a:rPr lang="en-US" i="1">
                        <a:solidFill>
                          <a:srgbClr val="F8F8F8"/>
                        </a:solidFill>
                        <a:latin typeface="Cambria Math" panose="02040503050406030204" pitchFamily="18" charset="0"/>
                        <a:cs typeface="Aban" pitchFamily="2" charset="-78"/>
                      </a:rPr>
                      <m:t>−</m:t>
                    </m:r>
                    <m:sSubSup>
                      <m:sSubSupPr>
                        <m:ctrlPr>
                          <a:rPr lang="en-US" i="1">
                            <a:solidFill>
                              <a:srgbClr val="F8F8F8"/>
                            </a:solidFill>
                            <a:latin typeface="Cambria Math" panose="02040503050406030204" pitchFamily="18" charset="0"/>
                            <a:cs typeface="Aban" pitchFamily="2" charset="-78"/>
                          </a:rPr>
                        </m:ctrlPr>
                      </m:sSubSupPr>
                      <m:e>
                        <m:r>
                          <a:rPr lang="en-US" i="1">
                            <a:solidFill>
                              <a:srgbClr val="F8F8F8"/>
                            </a:solidFill>
                            <a:latin typeface="Cambria Math" panose="02040503050406030204" pitchFamily="18" charset="0"/>
                            <a:cs typeface="Aban" pitchFamily="2" charset="-78"/>
                          </a:rPr>
                          <m:t>𝐹</m:t>
                        </m:r>
                      </m:e>
                      <m:sub>
                        <m:r>
                          <a:rPr lang="en-US" i="1">
                            <a:solidFill>
                              <a:srgbClr val="F8F8F8"/>
                            </a:solidFill>
                            <a:latin typeface="Cambria Math" panose="02040503050406030204" pitchFamily="18" charset="0"/>
                            <a:cs typeface="Aban" pitchFamily="2" charset="-78"/>
                          </a:rPr>
                          <m:t>𝐷</m:t>
                        </m:r>
                      </m:sub>
                      <m:sup>
                        <m:r>
                          <a:rPr lang="en-US" i="1">
                            <a:solidFill>
                              <a:srgbClr val="F8F8F8"/>
                            </a:solidFill>
                            <a:latin typeface="Cambria Math" panose="02040503050406030204" pitchFamily="18" charset="0"/>
                            <a:cs typeface="Aban" pitchFamily="2" charset="-78"/>
                          </a:rPr>
                          <m:t>𝑡</m:t>
                        </m:r>
                      </m:sup>
                    </m:sSubSup>
                    <m:r>
                      <a:rPr lang="en-US" i="1">
                        <a:solidFill>
                          <a:srgbClr val="F8F8F8"/>
                        </a:solidFill>
                        <a:latin typeface="Cambria Math" panose="02040503050406030204" pitchFamily="18" charset="0"/>
                        <a:cs typeface="Aban" pitchFamily="2" charset="-78"/>
                      </a:rPr>
                      <m:t>.(</m:t>
                    </m:r>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𝑉</m:t>
                        </m:r>
                      </m:e>
                      <m:sub>
                        <m:r>
                          <a:rPr lang="en-US" i="1">
                            <a:solidFill>
                              <a:srgbClr val="F8F8F8"/>
                            </a:solidFill>
                            <a:latin typeface="Cambria Math" panose="02040503050406030204" pitchFamily="18" charset="0"/>
                            <a:cs typeface="Aban" pitchFamily="2" charset="-78"/>
                          </a:rPr>
                          <m:t>1</m:t>
                        </m:r>
                      </m:sub>
                    </m:sSub>
                    <m:r>
                      <a:rPr lang="en-US" i="1">
                        <a:solidFill>
                          <a:srgbClr val="F8F8F8"/>
                        </a:solidFill>
                        <a:latin typeface="Cambria Math" panose="02040503050406030204" pitchFamily="18" charset="0"/>
                        <a:cs typeface="Aban" pitchFamily="2" charset="-78"/>
                      </a:rPr>
                      <m:t>−</m:t>
                    </m:r>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𝑉</m:t>
                        </m:r>
                      </m:e>
                      <m:sub>
                        <m:r>
                          <a:rPr lang="en-US" i="1">
                            <a:solidFill>
                              <a:srgbClr val="F8F8F8"/>
                            </a:solidFill>
                            <a:latin typeface="Cambria Math" panose="02040503050406030204" pitchFamily="18" charset="0"/>
                            <a:cs typeface="Aban" pitchFamily="2" charset="-78"/>
                          </a:rPr>
                          <m:t>2</m:t>
                        </m:r>
                      </m:sub>
                    </m:sSub>
                    <m:r>
                      <a:rPr lang="en-US" i="1">
                        <a:solidFill>
                          <a:srgbClr val="F8F8F8"/>
                        </a:solidFill>
                        <a:latin typeface="Cambria Math" panose="02040503050406030204" pitchFamily="18" charset="0"/>
                        <a:cs typeface="Aban" pitchFamily="2" charset="-78"/>
                      </a:rPr>
                      <m:t>)</m:t>
                    </m:r>
                  </m:oMath>
                </a14:m>
                <a:endParaRPr lang="en-US" dirty="0">
                  <a:solidFill>
                    <a:srgbClr val="F8F8F8"/>
                  </a:solidFill>
                  <a:cs typeface="Aban" pitchFamily="2" charset="-78"/>
                </a:endParaRPr>
              </a:p>
              <a:p>
                <a:pPr algn="just" rtl="1"/>
                <a:r>
                  <a:rPr lang="en-US" dirty="0">
                    <a:solidFill>
                      <a:srgbClr val="F8F8F8"/>
                    </a:solidFill>
                    <a:cs typeface="Aban" pitchFamily="2" charset="-78"/>
                  </a:rPr>
                  <a:t> </a:t>
                </a:r>
                <a:endParaRPr lang="fa-IR" dirty="0">
                  <a:solidFill>
                    <a:srgbClr val="F8F8F8"/>
                  </a:solidFill>
                  <a:cs typeface="Aban" pitchFamily="2" charset="-78"/>
                </a:endParaRPr>
              </a:p>
              <a:p>
                <a:pPr algn="just" rtl="1"/>
                <a14:m>
                  <m:oMathPara xmlns:m="http://schemas.openxmlformats.org/officeDocument/2006/math">
                    <m:oMathParaPr>
                      <m:jc m:val="centerGroup"/>
                    </m:oMathParaPr>
                    <m:oMath xmlns:m="http://schemas.openxmlformats.org/officeDocument/2006/math">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𝐷</m:t>
                          </m:r>
                        </m:e>
                        <m:sub>
                          <m:r>
                            <a:rPr lang="en-US" b="0" i="1" smtClean="0">
                              <a:solidFill>
                                <a:srgbClr val="F8F8F8"/>
                              </a:solidFill>
                              <a:latin typeface="Cambria Math" panose="02040503050406030204" pitchFamily="18" charset="0"/>
                              <a:cs typeface="Aban" pitchFamily="2" charset="-78"/>
                            </a:rPr>
                            <m:t>32</m:t>
                          </m:r>
                        </m:sub>
                      </m:sSub>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𝐷</m:t>
                          </m:r>
                        </m:e>
                        <m:sub>
                          <m:r>
                            <a:rPr lang="en-US" b="0" i="1" smtClean="0">
                              <a:solidFill>
                                <a:srgbClr val="F8F8F8"/>
                              </a:solidFill>
                              <a:latin typeface="Cambria Math" panose="02040503050406030204" pitchFamily="18" charset="0"/>
                              <a:cs typeface="Aban" pitchFamily="2" charset="-78"/>
                            </a:rPr>
                            <m:t>22</m:t>
                          </m:r>
                        </m:sub>
                      </m:sSub>
                      <m:r>
                        <a:rPr lang="en-US" b="0" i="1" smtClean="0">
                          <a:solidFill>
                            <a:srgbClr val="F8F8F8"/>
                          </a:solidFill>
                          <a:latin typeface="Cambria Math" panose="02040503050406030204" pitchFamily="18" charset="0"/>
                          <a:cs typeface="Aban" pitchFamily="2" charset="-78"/>
                        </a:rPr>
                        <m:t>⇒</m:t>
                      </m:r>
                      <m:r>
                        <a:rPr lang="en-US" b="0" i="1" smtClean="0">
                          <a:solidFill>
                            <a:srgbClr val="F8F8F8"/>
                          </a:solidFill>
                          <a:latin typeface="Cambria Math" panose="02040503050406030204" pitchFamily="18" charset="0"/>
                          <a:cs typeface="Aban" pitchFamily="2" charset="-78"/>
                        </a:rPr>
                        <m:t>𝛽</m:t>
                      </m:r>
                      <m:r>
                        <a:rPr lang="en-US" b="0" i="1" smtClean="0">
                          <a:solidFill>
                            <a:srgbClr val="F8F8F8"/>
                          </a:solidFill>
                          <a:latin typeface="Cambria Math" panose="02040503050406030204" pitchFamily="18" charset="0"/>
                          <a:cs typeface="Aban" pitchFamily="2" charset="-78"/>
                        </a:rPr>
                        <m:t>&gt;</m:t>
                      </m:r>
                      <m:d>
                        <m:dPr>
                          <m:ctrlPr>
                            <a:rPr lang="en-US" b="0" i="1" smtClean="0">
                              <a:solidFill>
                                <a:srgbClr val="F8F8F8"/>
                              </a:solidFill>
                              <a:latin typeface="Cambria Math" panose="02040503050406030204" pitchFamily="18" charset="0"/>
                              <a:cs typeface="Aban" pitchFamily="2" charset="-78"/>
                            </a:rPr>
                          </m:ctrlPr>
                        </m:dPr>
                        <m:e>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𝑉</m:t>
                              </m:r>
                            </m:e>
                            <m:sub>
                              <m:r>
                                <a:rPr lang="en-US" b="0" i="1" smtClean="0">
                                  <a:solidFill>
                                    <a:srgbClr val="F8F8F8"/>
                                  </a:solidFill>
                                  <a:latin typeface="Cambria Math" panose="02040503050406030204" pitchFamily="18" charset="0"/>
                                  <a:cs typeface="Aban" pitchFamily="2" charset="-78"/>
                                </a:rPr>
                                <m:t>2</m:t>
                              </m:r>
                            </m:sub>
                          </m:sSub>
                          <m:r>
                            <a:rPr lang="en-US" b="0" i="1" smtClean="0">
                              <a:solidFill>
                                <a:srgbClr val="F8F8F8"/>
                              </a:solidFill>
                              <a:latin typeface="Cambria Math" panose="02040503050406030204" pitchFamily="18" charset="0"/>
                              <a:cs typeface="Aban" pitchFamily="2" charset="-78"/>
                            </a:rPr>
                            <m: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𝑉</m:t>
                              </m:r>
                            </m:e>
                            <m:sub>
                              <m:r>
                                <a:rPr lang="en-US" b="0" i="1" smtClean="0">
                                  <a:solidFill>
                                    <a:srgbClr val="F8F8F8"/>
                                  </a:solidFill>
                                  <a:latin typeface="Cambria Math" panose="02040503050406030204" pitchFamily="18" charset="0"/>
                                  <a:cs typeface="Aban" pitchFamily="2" charset="-78"/>
                                </a:rPr>
                                <m:t>3</m:t>
                              </m:r>
                            </m:sub>
                          </m:sSub>
                        </m:e>
                      </m:d>
                      <m:r>
                        <a:rPr lang="en-US" b="0" i="1" smtClean="0">
                          <a:solidFill>
                            <a:srgbClr val="F8F8F8"/>
                          </a:solidFill>
                          <a:latin typeface="Cambria Math" panose="02040503050406030204" pitchFamily="18" charset="0"/>
                          <a:cs typeface="Aban" pitchFamily="2" charset="-78"/>
                        </a:rPr>
                        <m:t>+</m:t>
                      </m:r>
                      <m:sSubSup>
                        <m:sSubSupPr>
                          <m:ctrlPr>
                            <a:rPr lang="en-US" b="0" i="1" smtClean="0">
                              <a:solidFill>
                                <a:srgbClr val="F8F8F8"/>
                              </a:solidFill>
                              <a:latin typeface="Cambria Math" panose="02040503050406030204" pitchFamily="18" charset="0"/>
                              <a:cs typeface="Aban" pitchFamily="2" charset="-78"/>
                            </a:rPr>
                          </m:ctrlPr>
                        </m:sSubSupPr>
                        <m:e>
                          <m:r>
                            <a:rPr lang="en-US" b="0" i="1" smtClean="0">
                              <a:solidFill>
                                <a:srgbClr val="F8F8F8"/>
                              </a:solidFill>
                              <a:latin typeface="Cambria Math" panose="02040503050406030204" pitchFamily="18" charset="0"/>
                              <a:cs typeface="Aban" pitchFamily="2" charset="-78"/>
                            </a:rPr>
                            <m:t>𝐹</m:t>
                          </m:r>
                        </m:e>
                        <m:sub>
                          <m:r>
                            <a:rPr lang="en-US" b="0" i="1" smtClean="0">
                              <a:solidFill>
                                <a:srgbClr val="F8F8F8"/>
                              </a:solidFill>
                              <a:latin typeface="Cambria Math" panose="02040503050406030204" pitchFamily="18" charset="0"/>
                              <a:cs typeface="Aban" pitchFamily="2" charset="-78"/>
                            </a:rPr>
                            <m:t>𝐷</m:t>
                          </m:r>
                        </m:sub>
                        <m:sup>
                          <m:r>
                            <a:rPr lang="en-US" b="0" i="1" smtClean="0">
                              <a:solidFill>
                                <a:srgbClr val="F8F8F8"/>
                              </a:solidFill>
                              <a:latin typeface="Cambria Math" panose="02040503050406030204" pitchFamily="18" charset="0"/>
                              <a:cs typeface="Aban" pitchFamily="2" charset="-78"/>
                            </a:rPr>
                            <m:t>𝑑</m:t>
                          </m:r>
                        </m:sup>
                      </m:sSubSup>
                      <m:r>
                        <a:rPr lang="en-US" b="0" i="1" smtClean="0">
                          <a:solidFill>
                            <a:srgbClr val="F8F8F8"/>
                          </a:solidFill>
                          <a:latin typeface="Cambria Math" panose="02040503050406030204" pitchFamily="18" charset="0"/>
                          <a:cs typeface="Aban" pitchFamily="2" charset="-78"/>
                        </a:rPr>
                        <m:t>.</m:t>
                      </m:r>
                      <m:d>
                        <m:dPr>
                          <m:ctrlPr>
                            <a:rPr lang="en-US" b="0" i="1" smtClean="0">
                              <a:solidFill>
                                <a:srgbClr val="F8F8F8"/>
                              </a:solidFill>
                              <a:latin typeface="Cambria Math" panose="02040503050406030204" pitchFamily="18" charset="0"/>
                              <a:cs typeface="Aban" pitchFamily="2" charset="-78"/>
                            </a:rPr>
                          </m:ctrlPr>
                        </m:dPr>
                        <m:e>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𝑉</m:t>
                              </m:r>
                            </m:e>
                            <m:sub>
                              <m:r>
                                <a:rPr lang="en-US" b="0" i="1" smtClean="0">
                                  <a:solidFill>
                                    <a:srgbClr val="F8F8F8"/>
                                  </a:solidFill>
                                  <a:latin typeface="Cambria Math" panose="02040503050406030204" pitchFamily="18" charset="0"/>
                                  <a:cs typeface="Aban" pitchFamily="2" charset="-78"/>
                                </a:rPr>
                                <m:t>1</m:t>
                              </m:r>
                            </m:sub>
                          </m:sSub>
                          <m:r>
                            <a:rPr lang="en-US" b="0" i="1" smtClean="0">
                              <a:solidFill>
                                <a:srgbClr val="F8F8F8"/>
                              </a:solidFill>
                              <a:latin typeface="Cambria Math" panose="02040503050406030204" pitchFamily="18" charset="0"/>
                              <a:cs typeface="Aban" pitchFamily="2" charset="-78"/>
                            </a:rPr>
                            <m: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𝑉</m:t>
                              </m:r>
                            </m:e>
                            <m:sub>
                              <m:r>
                                <a:rPr lang="en-US" b="0" i="1" smtClean="0">
                                  <a:solidFill>
                                    <a:srgbClr val="F8F8F8"/>
                                  </a:solidFill>
                                  <a:latin typeface="Cambria Math" panose="02040503050406030204" pitchFamily="18" charset="0"/>
                                  <a:cs typeface="Aban" pitchFamily="2" charset="-78"/>
                                </a:rPr>
                                <m:t>3</m:t>
                              </m:r>
                            </m:sub>
                          </m:sSub>
                        </m:e>
                      </m:d>
                      <m:r>
                        <a:rPr lang="en-US" b="0" i="1" smtClean="0">
                          <a:solidFill>
                            <a:srgbClr val="F8F8F8"/>
                          </a:solidFill>
                          <a:latin typeface="Cambria Math" panose="02040503050406030204" pitchFamily="18" charset="0"/>
                          <a:cs typeface="Aban" pitchFamily="2" charset="-78"/>
                        </a:rPr>
                        <m:t>−</m:t>
                      </m:r>
                      <m:sSubSup>
                        <m:sSubSupPr>
                          <m:ctrlPr>
                            <a:rPr lang="en-US" b="0" i="1" smtClean="0">
                              <a:solidFill>
                                <a:srgbClr val="F8F8F8"/>
                              </a:solidFill>
                              <a:latin typeface="Cambria Math" panose="02040503050406030204" pitchFamily="18" charset="0"/>
                              <a:cs typeface="Aban" pitchFamily="2" charset="-78"/>
                            </a:rPr>
                          </m:ctrlPr>
                        </m:sSubSupPr>
                        <m:e>
                          <m:r>
                            <a:rPr lang="en-US" b="0" i="1" smtClean="0">
                              <a:solidFill>
                                <a:srgbClr val="F8F8F8"/>
                              </a:solidFill>
                              <a:latin typeface="Cambria Math" panose="02040503050406030204" pitchFamily="18" charset="0"/>
                              <a:cs typeface="Aban" pitchFamily="2" charset="-78"/>
                            </a:rPr>
                            <m:t>𝐹</m:t>
                          </m:r>
                        </m:e>
                        <m:sub>
                          <m:r>
                            <a:rPr lang="en-US" b="0" i="1" smtClean="0">
                              <a:solidFill>
                                <a:srgbClr val="F8F8F8"/>
                              </a:solidFill>
                              <a:latin typeface="Cambria Math" panose="02040503050406030204" pitchFamily="18" charset="0"/>
                              <a:cs typeface="Aban" pitchFamily="2" charset="-78"/>
                            </a:rPr>
                            <m:t>𝐷</m:t>
                          </m:r>
                        </m:sub>
                        <m:sup>
                          <m:r>
                            <a:rPr lang="en-US" b="0" i="1" smtClean="0">
                              <a:solidFill>
                                <a:srgbClr val="F8F8F8"/>
                              </a:solidFill>
                              <a:latin typeface="Cambria Math" panose="02040503050406030204" pitchFamily="18" charset="0"/>
                              <a:cs typeface="Aban" pitchFamily="2" charset="-78"/>
                            </a:rPr>
                            <m:t>𝑡</m:t>
                          </m:r>
                        </m:sup>
                      </m:sSubSup>
                      <m:r>
                        <a:rPr lang="en-US" b="0" i="1" smtClean="0">
                          <a:solidFill>
                            <a:srgbClr val="F8F8F8"/>
                          </a:solidFill>
                          <a:latin typeface="Cambria Math" panose="02040503050406030204" pitchFamily="18" charset="0"/>
                          <a:cs typeface="Aban" pitchFamily="2" charset="-78"/>
                        </a:rPr>
                        <m:t>.</m:t>
                      </m:r>
                      <m:d>
                        <m:dPr>
                          <m:ctrlPr>
                            <a:rPr lang="en-US" b="0" i="1" smtClean="0">
                              <a:solidFill>
                                <a:srgbClr val="F8F8F8"/>
                              </a:solidFill>
                              <a:latin typeface="Cambria Math" panose="02040503050406030204" pitchFamily="18" charset="0"/>
                              <a:cs typeface="Aban" pitchFamily="2" charset="-78"/>
                            </a:rPr>
                          </m:ctrlPr>
                        </m:dPr>
                        <m:e>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𝑉</m:t>
                              </m:r>
                            </m:e>
                            <m:sub>
                              <m:r>
                                <a:rPr lang="en-US" b="0" i="1" smtClean="0">
                                  <a:solidFill>
                                    <a:srgbClr val="F8F8F8"/>
                                  </a:solidFill>
                                  <a:latin typeface="Cambria Math" panose="02040503050406030204" pitchFamily="18" charset="0"/>
                                  <a:cs typeface="Aban" pitchFamily="2" charset="-78"/>
                                </a:rPr>
                                <m:t>1</m:t>
                              </m:r>
                            </m:sub>
                          </m:sSub>
                          <m:r>
                            <a:rPr lang="en-US" b="0" i="1" smtClean="0">
                              <a:solidFill>
                                <a:srgbClr val="F8F8F8"/>
                              </a:solidFill>
                              <a:latin typeface="Cambria Math" panose="02040503050406030204" pitchFamily="18" charset="0"/>
                              <a:cs typeface="Aban" pitchFamily="2" charset="-78"/>
                            </a:rPr>
                            <m: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𝑉</m:t>
                              </m:r>
                            </m:e>
                            <m:sub>
                              <m:r>
                                <a:rPr lang="en-US" b="0" i="1" smtClean="0">
                                  <a:solidFill>
                                    <a:srgbClr val="F8F8F8"/>
                                  </a:solidFill>
                                  <a:latin typeface="Cambria Math" panose="02040503050406030204" pitchFamily="18" charset="0"/>
                                  <a:cs typeface="Aban" pitchFamily="2" charset="-78"/>
                                </a:rPr>
                                <m:t>2</m:t>
                              </m:r>
                            </m:sub>
                          </m:sSub>
                        </m:e>
                      </m:d>
                      <m:r>
                        <a:rPr lang="en-US" b="0" i="1" smtClean="0">
                          <a:solidFill>
                            <a:srgbClr val="F8F8F8"/>
                          </a:solidFill>
                          <a:latin typeface="Cambria Math" panose="02040503050406030204" pitchFamily="18" charset="0"/>
                          <a:cs typeface="Aban" pitchFamily="2" charset="-78"/>
                        </a:rPr>
                        <m: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𝛽</m:t>
                          </m:r>
                        </m:e>
                        <m:sub>
                          <m:r>
                            <a:rPr lang="en-US" b="0" i="1" smtClean="0">
                              <a:solidFill>
                                <a:srgbClr val="F8F8F8"/>
                              </a:solidFill>
                              <a:latin typeface="Cambria Math" panose="02040503050406030204" pitchFamily="18" charset="0"/>
                              <a:cs typeface="Aban" pitchFamily="2" charset="-78"/>
                            </a:rPr>
                            <m:t>𝑁𝐶</m:t>
                          </m:r>
                        </m:sub>
                      </m:sSub>
                    </m:oMath>
                  </m:oMathPara>
                </a14:m>
                <a:endParaRPr lang="en-US" b="0" dirty="0">
                  <a:solidFill>
                    <a:srgbClr val="F8F8F8"/>
                  </a:solidFill>
                  <a:cs typeface="Aban" pitchFamily="2" charset="-78"/>
                </a:endParaRPr>
              </a:p>
              <a:p>
                <a:pPr algn="just" rtl="1"/>
                <a:endParaRPr lang="en-US" b="0" dirty="0">
                  <a:solidFill>
                    <a:srgbClr val="F8F8F8"/>
                  </a:solidFill>
                  <a:cs typeface="Aban" pitchFamily="2" charset="-78"/>
                </a:endParaRPr>
              </a:p>
              <a:p>
                <a:pPr marL="285750" indent="-285750" algn="ctr" rtl="1">
                  <a:buFont typeface="Arial" panose="020B0604020202020204" pitchFamily="34" charset="0"/>
                  <a:buChar char="•"/>
                </a:pPr>
                <a14:m>
                  <m:oMath xmlns:m="http://schemas.openxmlformats.org/officeDocument/2006/math">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𝐷</m:t>
                        </m:r>
                      </m:e>
                      <m:sub>
                        <m:r>
                          <a:rPr lang="en-US" b="0" i="1" smtClean="0">
                            <a:solidFill>
                              <a:srgbClr val="F8F8F8"/>
                            </a:solidFill>
                            <a:latin typeface="Cambria Math" panose="02040503050406030204" pitchFamily="18" charset="0"/>
                            <a:cs typeface="Aban" pitchFamily="2" charset="-78"/>
                          </a:rPr>
                          <m:t>31</m:t>
                        </m:r>
                      </m:sub>
                    </m:sSub>
                    <m:r>
                      <a:rPr lang="en-US" b="0" i="1" smtClean="0">
                        <a:solidFill>
                          <a:srgbClr val="F8F8F8"/>
                        </a:solidFill>
                        <a:latin typeface="Cambria Math" panose="02040503050406030204" pitchFamily="18" charset="0"/>
                        <a:cs typeface="Aban" pitchFamily="2" charset="-78"/>
                      </a:rPr>
                      <m: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𝑉</m:t>
                        </m:r>
                      </m:e>
                      <m:sub>
                        <m:r>
                          <a:rPr lang="en-US" b="0" i="1" smtClean="0">
                            <a:solidFill>
                              <a:srgbClr val="F8F8F8"/>
                            </a:solidFill>
                            <a:latin typeface="Cambria Math" panose="02040503050406030204" pitchFamily="18" charset="0"/>
                            <a:cs typeface="Aban" pitchFamily="2" charset="-78"/>
                          </a:rPr>
                          <m:t>3</m:t>
                        </m:r>
                      </m:sub>
                    </m:sSub>
                    <m:r>
                      <a:rPr lang="en-US" b="0" i="1" smtClean="0">
                        <a:solidFill>
                          <a:srgbClr val="F8F8F8"/>
                        </a:solidFill>
                        <a:latin typeface="Cambria Math" panose="02040503050406030204" pitchFamily="18" charset="0"/>
                        <a:cs typeface="Aban" pitchFamily="2" charset="-78"/>
                      </a:rPr>
                      <m:t>−</m:t>
                    </m:r>
                    <m:sSubSup>
                      <m:sSubSupPr>
                        <m:ctrlPr>
                          <a:rPr lang="en-US" b="0" i="1" smtClean="0">
                            <a:solidFill>
                              <a:srgbClr val="F8F8F8"/>
                            </a:solidFill>
                            <a:latin typeface="Cambria Math" panose="02040503050406030204" pitchFamily="18" charset="0"/>
                            <a:cs typeface="Aban" pitchFamily="2" charset="-78"/>
                          </a:rPr>
                        </m:ctrlPr>
                      </m:sSubSupPr>
                      <m:e>
                        <m:r>
                          <a:rPr lang="en-US" b="0" i="1" smtClean="0">
                            <a:solidFill>
                              <a:srgbClr val="F8F8F8"/>
                            </a:solidFill>
                            <a:latin typeface="Cambria Math" panose="02040503050406030204" pitchFamily="18" charset="0"/>
                            <a:cs typeface="Aban" pitchFamily="2" charset="-78"/>
                          </a:rPr>
                          <m:t>𝑅</m:t>
                        </m:r>
                      </m:e>
                      <m:sub>
                        <m:r>
                          <a:rPr lang="en-US" b="0" i="1" smtClean="0">
                            <a:solidFill>
                              <a:srgbClr val="F8F8F8"/>
                            </a:solidFill>
                            <a:latin typeface="Cambria Math" panose="02040503050406030204" pitchFamily="18" charset="0"/>
                            <a:cs typeface="Aban" pitchFamily="2" charset="-78"/>
                          </a:rPr>
                          <m:t>𝐷</m:t>
                        </m:r>
                      </m:sub>
                      <m:sup>
                        <m:r>
                          <a:rPr lang="en-US" b="0" i="1" smtClean="0">
                            <a:solidFill>
                              <a:srgbClr val="F8F8F8"/>
                            </a:solidFill>
                            <a:latin typeface="Cambria Math" panose="02040503050406030204" pitchFamily="18" charset="0"/>
                            <a:cs typeface="Aban" pitchFamily="2" charset="-78"/>
                          </a:rPr>
                          <m:t>𝑑</m:t>
                        </m:r>
                      </m:sup>
                    </m:sSubSup>
                    <m:r>
                      <a:rPr lang="en-US" b="0" i="1" smtClean="0">
                        <a:solidFill>
                          <a:srgbClr val="F8F8F8"/>
                        </a:solidFill>
                        <a:latin typeface="Cambria Math" panose="02040503050406030204" pitchFamily="18" charset="0"/>
                        <a:cs typeface="Aban" pitchFamily="2" charset="-78"/>
                      </a:rPr>
                      <m:t>.</m:t>
                    </m:r>
                    <m:d>
                      <m:dPr>
                        <m:ctrlPr>
                          <a:rPr lang="en-US" b="0" i="1" smtClean="0">
                            <a:solidFill>
                              <a:srgbClr val="F8F8F8"/>
                            </a:solidFill>
                            <a:latin typeface="Cambria Math" panose="02040503050406030204" pitchFamily="18" charset="0"/>
                            <a:cs typeface="Aban" pitchFamily="2" charset="-78"/>
                          </a:rPr>
                        </m:ctrlPr>
                      </m:dPr>
                      <m:e>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𝑉</m:t>
                            </m:r>
                          </m:e>
                          <m:sub>
                            <m:r>
                              <a:rPr lang="en-US" b="0" i="1" smtClean="0">
                                <a:solidFill>
                                  <a:srgbClr val="F8F8F8"/>
                                </a:solidFill>
                                <a:latin typeface="Cambria Math" panose="02040503050406030204" pitchFamily="18" charset="0"/>
                                <a:cs typeface="Aban" pitchFamily="2" charset="-78"/>
                              </a:rPr>
                              <m:t>1</m:t>
                            </m:r>
                          </m:sub>
                        </m:sSub>
                        <m:r>
                          <a:rPr lang="en-US" b="0" i="1" smtClean="0">
                            <a:solidFill>
                              <a:srgbClr val="F8F8F8"/>
                            </a:solidFill>
                            <a:latin typeface="Cambria Math" panose="02040503050406030204" pitchFamily="18" charset="0"/>
                            <a:cs typeface="Aban" pitchFamily="2" charset="-78"/>
                          </a:rPr>
                          <m: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𝑉</m:t>
                            </m:r>
                          </m:e>
                          <m:sub>
                            <m:r>
                              <a:rPr lang="en-US" b="0" i="1" smtClean="0">
                                <a:solidFill>
                                  <a:srgbClr val="F8F8F8"/>
                                </a:solidFill>
                                <a:latin typeface="Cambria Math" panose="02040503050406030204" pitchFamily="18" charset="0"/>
                                <a:cs typeface="Aban" pitchFamily="2" charset="-78"/>
                              </a:rPr>
                              <m:t>3</m:t>
                            </m:r>
                          </m:sub>
                        </m:sSub>
                      </m:e>
                    </m:d>
                    <m:r>
                      <a:rPr lang="en-US" b="0" i="1" smtClean="0">
                        <a:solidFill>
                          <a:srgbClr val="F8F8F8"/>
                        </a:solidFill>
                        <a:latin typeface="Cambria Math" panose="02040503050406030204" pitchFamily="18" charset="0"/>
                        <a:cs typeface="Aban" pitchFamily="2" charset="-78"/>
                      </a:rPr>
                      <m:t>+</m:t>
                    </m:r>
                    <m:r>
                      <a:rPr lang="en-US" b="0" i="1" smtClean="0">
                        <a:solidFill>
                          <a:srgbClr val="F8F8F8"/>
                        </a:solidFill>
                        <a:latin typeface="Cambria Math" panose="02040503050406030204" pitchFamily="18" charset="0"/>
                        <a:cs typeface="Aban" pitchFamily="2" charset="-78"/>
                      </a:rPr>
                      <m:t>𝛽</m:t>
                    </m:r>
                    <m:r>
                      <a:rPr lang="en-US" b="0" i="1" smtClean="0">
                        <a:solidFill>
                          <a:srgbClr val="F8F8F8"/>
                        </a:solidFill>
                        <a:latin typeface="Cambria Math" panose="02040503050406030204" pitchFamily="18" charset="0"/>
                        <a:cs typeface="Aban" pitchFamily="2" charset="-78"/>
                      </a:rPr>
                      <m:t>,</m:t>
                    </m:r>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𝐷</m:t>
                        </m:r>
                      </m:e>
                      <m:sub>
                        <m:r>
                          <a:rPr lang="en-US" i="1">
                            <a:solidFill>
                              <a:srgbClr val="F8F8F8"/>
                            </a:solidFill>
                            <a:latin typeface="Cambria Math" panose="02040503050406030204" pitchFamily="18" charset="0"/>
                            <a:cs typeface="Aban" pitchFamily="2" charset="-78"/>
                          </a:rPr>
                          <m:t>21</m:t>
                        </m:r>
                      </m:sub>
                    </m:sSub>
                    <m:r>
                      <a:rPr lang="en-US" i="1">
                        <a:solidFill>
                          <a:srgbClr val="F8F8F8"/>
                        </a:solidFill>
                        <a:latin typeface="Cambria Math" panose="02040503050406030204" pitchFamily="18" charset="0"/>
                        <a:cs typeface="Aban" pitchFamily="2" charset="-78"/>
                      </a:rPr>
                      <m:t>=</m:t>
                    </m:r>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𝑉</m:t>
                        </m:r>
                      </m:e>
                      <m:sub>
                        <m:r>
                          <a:rPr lang="en-US" i="1">
                            <a:solidFill>
                              <a:srgbClr val="F8F8F8"/>
                            </a:solidFill>
                            <a:latin typeface="Cambria Math" panose="02040503050406030204" pitchFamily="18" charset="0"/>
                            <a:cs typeface="Aban" pitchFamily="2" charset="-78"/>
                          </a:rPr>
                          <m:t>2</m:t>
                        </m:r>
                      </m:sub>
                    </m:sSub>
                    <m:r>
                      <a:rPr lang="en-US" i="1">
                        <a:solidFill>
                          <a:srgbClr val="F8F8F8"/>
                        </a:solidFill>
                        <a:latin typeface="Cambria Math" panose="02040503050406030204" pitchFamily="18" charset="0"/>
                        <a:cs typeface="Aban" pitchFamily="2" charset="-78"/>
                      </a:rPr>
                      <m:t>−</m:t>
                    </m:r>
                    <m:sSubSup>
                      <m:sSubSupPr>
                        <m:ctrlPr>
                          <a:rPr lang="en-US" i="1">
                            <a:solidFill>
                              <a:srgbClr val="F8F8F8"/>
                            </a:solidFill>
                            <a:latin typeface="Cambria Math" panose="02040503050406030204" pitchFamily="18" charset="0"/>
                            <a:cs typeface="Aban" pitchFamily="2" charset="-78"/>
                          </a:rPr>
                        </m:ctrlPr>
                      </m:sSubSupPr>
                      <m:e>
                        <m:r>
                          <a:rPr lang="en-US" i="1">
                            <a:solidFill>
                              <a:srgbClr val="F8F8F8"/>
                            </a:solidFill>
                            <a:latin typeface="Cambria Math" panose="02040503050406030204" pitchFamily="18" charset="0"/>
                            <a:cs typeface="Aban" pitchFamily="2" charset="-78"/>
                          </a:rPr>
                          <m:t>𝑅</m:t>
                        </m:r>
                      </m:e>
                      <m:sub>
                        <m:r>
                          <a:rPr lang="en-US" i="1">
                            <a:solidFill>
                              <a:srgbClr val="F8F8F8"/>
                            </a:solidFill>
                            <a:latin typeface="Cambria Math" panose="02040503050406030204" pitchFamily="18" charset="0"/>
                            <a:cs typeface="Aban" pitchFamily="2" charset="-78"/>
                          </a:rPr>
                          <m:t>𝐷</m:t>
                        </m:r>
                      </m:sub>
                      <m:sup>
                        <m:r>
                          <a:rPr lang="en-US" i="1">
                            <a:solidFill>
                              <a:srgbClr val="F8F8F8"/>
                            </a:solidFill>
                            <a:latin typeface="Cambria Math" panose="02040503050406030204" pitchFamily="18" charset="0"/>
                            <a:cs typeface="Aban" pitchFamily="2" charset="-78"/>
                          </a:rPr>
                          <m:t>𝑡</m:t>
                        </m:r>
                      </m:sup>
                    </m:sSubSup>
                    <m:r>
                      <a:rPr lang="en-US" i="1">
                        <a:solidFill>
                          <a:srgbClr val="F8F8F8"/>
                        </a:solidFill>
                        <a:latin typeface="Cambria Math" panose="02040503050406030204" pitchFamily="18" charset="0"/>
                        <a:cs typeface="Aban" pitchFamily="2" charset="-78"/>
                      </a:rPr>
                      <m:t>.(</m:t>
                    </m:r>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𝑉</m:t>
                        </m:r>
                      </m:e>
                      <m:sub>
                        <m:r>
                          <a:rPr lang="en-US" i="1">
                            <a:solidFill>
                              <a:srgbClr val="F8F8F8"/>
                            </a:solidFill>
                            <a:latin typeface="Cambria Math" panose="02040503050406030204" pitchFamily="18" charset="0"/>
                            <a:cs typeface="Aban" pitchFamily="2" charset="-78"/>
                          </a:rPr>
                          <m:t>1</m:t>
                        </m:r>
                      </m:sub>
                    </m:sSub>
                    <m:r>
                      <a:rPr lang="en-US" i="1">
                        <a:solidFill>
                          <a:srgbClr val="F8F8F8"/>
                        </a:solidFill>
                        <a:latin typeface="Cambria Math" panose="02040503050406030204" pitchFamily="18" charset="0"/>
                        <a:cs typeface="Aban" pitchFamily="2" charset="-78"/>
                      </a:rPr>
                      <m:t>−</m:t>
                    </m:r>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𝑉</m:t>
                        </m:r>
                      </m:e>
                      <m:sub>
                        <m:r>
                          <a:rPr lang="en-US" i="1">
                            <a:solidFill>
                              <a:srgbClr val="F8F8F8"/>
                            </a:solidFill>
                            <a:latin typeface="Cambria Math" panose="02040503050406030204" pitchFamily="18" charset="0"/>
                            <a:cs typeface="Aban" pitchFamily="2" charset="-78"/>
                          </a:rPr>
                          <m:t>2</m:t>
                        </m:r>
                      </m:sub>
                    </m:sSub>
                    <m:r>
                      <a:rPr lang="en-US" i="1">
                        <a:solidFill>
                          <a:srgbClr val="F8F8F8"/>
                        </a:solidFill>
                        <a:latin typeface="Cambria Math" panose="02040503050406030204" pitchFamily="18" charset="0"/>
                        <a:cs typeface="Aban" pitchFamily="2" charset="-78"/>
                      </a:rPr>
                      <m:t>)</m:t>
                    </m:r>
                  </m:oMath>
                </a14:m>
                <a:r>
                  <a:rPr lang="fa-IR" dirty="0">
                    <a:solidFill>
                      <a:srgbClr val="F8F8F8"/>
                    </a:solidFill>
                    <a:cs typeface="Aban" pitchFamily="2" charset="-78"/>
                  </a:rPr>
                  <a:t>‌</a:t>
                </a:r>
                <a:endParaRPr lang="en-US" dirty="0">
                  <a:solidFill>
                    <a:srgbClr val="F8F8F8"/>
                  </a:solidFill>
                  <a:cs typeface="Aban" pitchFamily="2" charset="-78"/>
                </a:endParaRPr>
              </a:p>
              <a:p>
                <a:pPr algn="just" rtl="1"/>
                <a14:m>
                  <m:oMathPara xmlns:m="http://schemas.openxmlformats.org/officeDocument/2006/math">
                    <m:oMathParaPr>
                      <m:jc m:val="centerGroup"/>
                    </m:oMathParaPr>
                    <m:oMath xmlns:m="http://schemas.openxmlformats.org/officeDocument/2006/math">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𝐷</m:t>
                          </m:r>
                        </m:e>
                        <m:sub>
                          <m:r>
                            <a:rPr lang="en-US" b="0" i="1" smtClean="0">
                              <a:solidFill>
                                <a:srgbClr val="F8F8F8"/>
                              </a:solidFill>
                              <a:latin typeface="Cambria Math" panose="02040503050406030204" pitchFamily="18" charset="0"/>
                              <a:cs typeface="Aban" pitchFamily="2" charset="-78"/>
                            </a:rPr>
                            <m:t>31</m:t>
                          </m:r>
                        </m:sub>
                      </m:sSub>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𝐷</m:t>
                          </m:r>
                        </m:e>
                        <m:sub>
                          <m:r>
                            <a:rPr lang="en-US" b="0" i="1" smtClean="0">
                              <a:solidFill>
                                <a:srgbClr val="F8F8F8"/>
                              </a:solidFill>
                              <a:latin typeface="Cambria Math" panose="02040503050406030204" pitchFamily="18" charset="0"/>
                              <a:cs typeface="Aban" pitchFamily="2" charset="-78"/>
                            </a:rPr>
                            <m:t>21</m:t>
                          </m:r>
                        </m:sub>
                      </m:sSub>
                      <m:r>
                        <a:rPr lang="en-US" b="0" i="1" smtClean="0">
                          <a:solidFill>
                            <a:srgbClr val="F8F8F8"/>
                          </a:solidFill>
                          <a:latin typeface="Cambria Math" panose="02040503050406030204" pitchFamily="18" charset="0"/>
                          <a:cs typeface="Aban" pitchFamily="2" charset="-78"/>
                        </a:rPr>
                        <m:t>⇒</m:t>
                      </m:r>
                      <m:r>
                        <a:rPr lang="en-US" b="0" i="1" smtClean="0">
                          <a:solidFill>
                            <a:srgbClr val="F8F8F8"/>
                          </a:solidFill>
                          <a:latin typeface="Cambria Math" panose="02040503050406030204" pitchFamily="18" charset="0"/>
                          <a:cs typeface="Aban" pitchFamily="2" charset="-78"/>
                        </a:rPr>
                        <m:t>𝛽</m:t>
                      </m:r>
                      <m:r>
                        <a:rPr lang="en-US" b="0" i="1" smtClean="0">
                          <a:solidFill>
                            <a:srgbClr val="F8F8F8"/>
                          </a:solidFill>
                          <a:latin typeface="Cambria Math" panose="02040503050406030204" pitchFamily="18" charset="0"/>
                          <a:cs typeface="Aban" pitchFamily="2" charset="-78"/>
                        </a:rPr>
                        <m:t>&gt;</m:t>
                      </m:r>
                      <m:d>
                        <m:dPr>
                          <m:ctrlPr>
                            <a:rPr lang="en-US" b="0" i="1" smtClean="0">
                              <a:solidFill>
                                <a:srgbClr val="F8F8F8"/>
                              </a:solidFill>
                              <a:latin typeface="Cambria Math" panose="02040503050406030204" pitchFamily="18" charset="0"/>
                              <a:cs typeface="Aban" pitchFamily="2" charset="-78"/>
                            </a:rPr>
                          </m:ctrlPr>
                        </m:dPr>
                        <m:e>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𝑉</m:t>
                              </m:r>
                            </m:e>
                            <m:sub>
                              <m:r>
                                <a:rPr lang="en-US" b="0" i="1" smtClean="0">
                                  <a:solidFill>
                                    <a:srgbClr val="F8F8F8"/>
                                  </a:solidFill>
                                  <a:latin typeface="Cambria Math" panose="02040503050406030204" pitchFamily="18" charset="0"/>
                                  <a:cs typeface="Aban" pitchFamily="2" charset="-78"/>
                                </a:rPr>
                                <m:t>2</m:t>
                              </m:r>
                            </m:sub>
                          </m:sSub>
                          <m:r>
                            <a:rPr lang="en-US" b="0" i="1" smtClean="0">
                              <a:solidFill>
                                <a:srgbClr val="F8F8F8"/>
                              </a:solidFill>
                              <a:latin typeface="Cambria Math" panose="02040503050406030204" pitchFamily="18" charset="0"/>
                              <a:cs typeface="Aban" pitchFamily="2" charset="-78"/>
                            </a:rPr>
                            <m: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𝑉</m:t>
                              </m:r>
                            </m:e>
                            <m:sub>
                              <m:r>
                                <a:rPr lang="en-US" b="0" i="1" smtClean="0">
                                  <a:solidFill>
                                    <a:srgbClr val="F8F8F8"/>
                                  </a:solidFill>
                                  <a:latin typeface="Cambria Math" panose="02040503050406030204" pitchFamily="18" charset="0"/>
                                  <a:cs typeface="Aban" pitchFamily="2" charset="-78"/>
                                </a:rPr>
                                <m:t>3</m:t>
                              </m:r>
                            </m:sub>
                          </m:sSub>
                        </m:e>
                      </m:d>
                      <m:r>
                        <a:rPr lang="en-US" b="0" i="1" smtClean="0">
                          <a:solidFill>
                            <a:srgbClr val="F8F8F8"/>
                          </a:solidFill>
                          <a:latin typeface="Cambria Math" panose="02040503050406030204" pitchFamily="18" charset="0"/>
                          <a:cs typeface="Aban" pitchFamily="2" charset="-78"/>
                        </a:rPr>
                        <m:t>+</m:t>
                      </m:r>
                      <m:sSubSup>
                        <m:sSubSupPr>
                          <m:ctrlPr>
                            <a:rPr lang="en-US" b="0" i="1" smtClean="0">
                              <a:solidFill>
                                <a:srgbClr val="F8F8F8"/>
                              </a:solidFill>
                              <a:latin typeface="Cambria Math" panose="02040503050406030204" pitchFamily="18" charset="0"/>
                              <a:cs typeface="Aban" pitchFamily="2" charset="-78"/>
                            </a:rPr>
                          </m:ctrlPr>
                        </m:sSubSupPr>
                        <m:e>
                          <m:r>
                            <a:rPr lang="en-US" b="0" i="1" smtClean="0">
                              <a:solidFill>
                                <a:srgbClr val="F8F8F8"/>
                              </a:solidFill>
                              <a:latin typeface="Cambria Math" panose="02040503050406030204" pitchFamily="18" charset="0"/>
                              <a:cs typeface="Aban" pitchFamily="2" charset="-78"/>
                            </a:rPr>
                            <m:t>𝑅</m:t>
                          </m:r>
                        </m:e>
                        <m:sub>
                          <m:r>
                            <a:rPr lang="en-US" b="0" i="1" smtClean="0">
                              <a:solidFill>
                                <a:srgbClr val="F8F8F8"/>
                              </a:solidFill>
                              <a:latin typeface="Cambria Math" panose="02040503050406030204" pitchFamily="18" charset="0"/>
                              <a:cs typeface="Aban" pitchFamily="2" charset="-78"/>
                            </a:rPr>
                            <m:t>𝐷</m:t>
                          </m:r>
                        </m:sub>
                        <m:sup>
                          <m:r>
                            <a:rPr lang="en-US" b="0" i="1" smtClean="0">
                              <a:solidFill>
                                <a:srgbClr val="F8F8F8"/>
                              </a:solidFill>
                              <a:latin typeface="Cambria Math" panose="02040503050406030204" pitchFamily="18" charset="0"/>
                              <a:cs typeface="Aban" pitchFamily="2" charset="-78"/>
                            </a:rPr>
                            <m:t>𝑑</m:t>
                          </m:r>
                        </m:sup>
                      </m:sSubSup>
                      <m:r>
                        <a:rPr lang="en-US" b="0" i="1" smtClean="0">
                          <a:solidFill>
                            <a:srgbClr val="F8F8F8"/>
                          </a:solidFill>
                          <a:latin typeface="Cambria Math" panose="02040503050406030204" pitchFamily="18" charset="0"/>
                          <a:cs typeface="Aban" pitchFamily="2" charset="-78"/>
                        </a:rPr>
                        <m:t>.</m:t>
                      </m:r>
                      <m:d>
                        <m:dPr>
                          <m:ctrlPr>
                            <a:rPr lang="en-US" b="0" i="1" smtClean="0">
                              <a:solidFill>
                                <a:srgbClr val="F8F8F8"/>
                              </a:solidFill>
                              <a:latin typeface="Cambria Math" panose="02040503050406030204" pitchFamily="18" charset="0"/>
                              <a:cs typeface="Aban" pitchFamily="2" charset="-78"/>
                            </a:rPr>
                          </m:ctrlPr>
                        </m:dPr>
                        <m:e>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𝑉</m:t>
                              </m:r>
                            </m:e>
                            <m:sub>
                              <m:r>
                                <a:rPr lang="en-US" b="0" i="1" smtClean="0">
                                  <a:solidFill>
                                    <a:srgbClr val="F8F8F8"/>
                                  </a:solidFill>
                                  <a:latin typeface="Cambria Math" panose="02040503050406030204" pitchFamily="18" charset="0"/>
                                  <a:cs typeface="Aban" pitchFamily="2" charset="-78"/>
                                </a:rPr>
                                <m:t>1</m:t>
                              </m:r>
                            </m:sub>
                          </m:sSub>
                          <m:r>
                            <a:rPr lang="en-US" b="0" i="1" smtClean="0">
                              <a:solidFill>
                                <a:srgbClr val="F8F8F8"/>
                              </a:solidFill>
                              <a:latin typeface="Cambria Math" panose="02040503050406030204" pitchFamily="18" charset="0"/>
                              <a:cs typeface="Aban" pitchFamily="2" charset="-78"/>
                            </a:rPr>
                            <m: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𝑉</m:t>
                              </m:r>
                            </m:e>
                            <m:sub>
                              <m:r>
                                <a:rPr lang="en-US" b="0" i="1" smtClean="0">
                                  <a:solidFill>
                                    <a:srgbClr val="F8F8F8"/>
                                  </a:solidFill>
                                  <a:latin typeface="Cambria Math" panose="02040503050406030204" pitchFamily="18" charset="0"/>
                                  <a:cs typeface="Aban" pitchFamily="2" charset="-78"/>
                                </a:rPr>
                                <m:t>3</m:t>
                              </m:r>
                            </m:sub>
                          </m:sSub>
                        </m:e>
                      </m:d>
                      <m:r>
                        <a:rPr lang="en-US" b="0" i="1" smtClean="0">
                          <a:solidFill>
                            <a:srgbClr val="F8F8F8"/>
                          </a:solidFill>
                          <a:latin typeface="Cambria Math" panose="02040503050406030204" pitchFamily="18" charset="0"/>
                          <a:cs typeface="Aban" pitchFamily="2" charset="-78"/>
                        </a:rPr>
                        <m:t>−</m:t>
                      </m:r>
                      <m:sSubSup>
                        <m:sSubSupPr>
                          <m:ctrlPr>
                            <a:rPr lang="en-US" b="0" i="1" smtClean="0">
                              <a:solidFill>
                                <a:srgbClr val="F8F8F8"/>
                              </a:solidFill>
                              <a:latin typeface="Cambria Math" panose="02040503050406030204" pitchFamily="18" charset="0"/>
                              <a:cs typeface="Aban" pitchFamily="2" charset="-78"/>
                            </a:rPr>
                          </m:ctrlPr>
                        </m:sSubSupPr>
                        <m:e>
                          <m:r>
                            <a:rPr lang="en-US" b="0" i="1" smtClean="0">
                              <a:solidFill>
                                <a:srgbClr val="F8F8F8"/>
                              </a:solidFill>
                              <a:latin typeface="Cambria Math" panose="02040503050406030204" pitchFamily="18" charset="0"/>
                              <a:cs typeface="Aban" pitchFamily="2" charset="-78"/>
                            </a:rPr>
                            <m:t>𝑅</m:t>
                          </m:r>
                        </m:e>
                        <m:sub>
                          <m:r>
                            <a:rPr lang="en-US" b="0" i="1" smtClean="0">
                              <a:solidFill>
                                <a:srgbClr val="F8F8F8"/>
                              </a:solidFill>
                              <a:latin typeface="Cambria Math" panose="02040503050406030204" pitchFamily="18" charset="0"/>
                              <a:cs typeface="Aban" pitchFamily="2" charset="-78"/>
                            </a:rPr>
                            <m:t>𝐷</m:t>
                          </m:r>
                        </m:sub>
                        <m:sup>
                          <m:r>
                            <a:rPr lang="en-US" b="0" i="1" smtClean="0">
                              <a:solidFill>
                                <a:srgbClr val="F8F8F8"/>
                              </a:solidFill>
                              <a:latin typeface="Cambria Math" panose="02040503050406030204" pitchFamily="18" charset="0"/>
                              <a:cs typeface="Aban" pitchFamily="2" charset="-78"/>
                            </a:rPr>
                            <m:t>𝑡</m:t>
                          </m:r>
                        </m:sup>
                      </m:sSubSup>
                      <m:d>
                        <m:dPr>
                          <m:ctrlPr>
                            <a:rPr lang="en-US" b="0" i="1" smtClean="0">
                              <a:solidFill>
                                <a:srgbClr val="F8F8F8"/>
                              </a:solidFill>
                              <a:latin typeface="Cambria Math" panose="02040503050406030204" pitchFamily="18" charset="0"/>
                              <a:cs typeface="Aban" pitchFamily="2" charset="-78"/>
                            </a:rPr>
                          </m:ctrlPr>
                        </m:dPr>
                        <m:e>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𝑉</m:t>
                              </m:r>
                            </m:e>
                            <m:sub>
                              <m:r>
                                <a:rPr lang="en-US" b="0" i="1" smtClean="0">
                                  <a:solidFill>
                                    <a:srgbClr val="F8F8F8"/>
                                  </a:solidFill>
                                  <a:latin typeface="Cambria Math" panose="02040503050406030204" pitchFamily="18" charset="0"/>
                                  <a:cs typeface="Aban" pitchFamily="2" charset="-78"/>
                                </a:rPr>
                                <m:t>1</m:t>
                              </m:r>
                            </m:sub>
                          </m:sSub>
                          <m:r>
                            <a:rPr lang="en-US" b="0" i="1" smtClean="0">
                              <a:solidFill>
                                <a:srgbClr val="F8F8F8"/>
                              </a:solidFill>
                              <a:latin typeface="Cambria Math" panose="02040503050406030204" pitchFamily="18" charset="0"/>
                              <a:cs typeface="Aban" pitchFamily="2" charset="-78"/>
                            </a:rPr>
                            <m: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𝑉</m:t>
                              </m:r>
                            </m:e>
                            <m:sub>
                              <m:r>
                                <a:rPr lang="en-US" b="0" i="1" smtClean="0">
                                  <a:solidFill>
                                    <a:srgbClr val="F8F8F8"/>
                                  </a:solidFill>
                                  <a:latin typeface="Cambria Math" panose="02040503050406030204" pitchFamily="18" charset="0"/>
                                  <a:cs typeface="Aban" pitchFamily="2" charset="-78"/>
                                </a:rPr>
                                <m:t>2</m:t>
                              </m:r>
                            </m:sub>
                          </m:sSub>
                        </m:e>
                      </m:d>
                      <m:r>
                        <a:rPr lang="en-US" b="0" i="1" smtClean="0">
                          <a:solidFill>
                            <a:srgbClr val="F8F8F8"/>
                          </a:solidFill>
                          <a:latin typeface="Cambria Math" panose="02040503050406030204" pitchFamily="18" charset="0"/>
                          <a:cs typeface="Aban" pitchFamily="2" charset="-78"/>
                        </a:rPr>
                        <m: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𝛽</m:t>
                          </m:r>
                        </m:e>
                        <m:sub>
                          <m:r>
                            <a:rPr lang="en-US" b="0" i="1" smtClean="0">
                              <a:solidFill>
                                <a:srgbClr val="F8F8F8"/>
                              </a:solidFill>
                              <a:latin typeface="Cambria Math" panose="02040503050406030204" pitchFamily="18" charset="0"/>
                              <a:cs typeface="Aban" pitchFamily="2" charset="-78"/>
                            </a:rPr>
                            <m:t>𝐶</m:t>
                          </m:r>
                        </m:sub>
                      </m:sSub>
                    </m:oMath>
                  </m:oMathPara>
                </a14:m>
                <a:endParaRPr lang="en-US" dirty="0">
                  <a:solidFill>
                    <a:srgbClr val="F8F8F8"/>
                  </a:solidFill>
                  <a:cs typeface="Aban" pitchFamily="2" charset="-78"/>
                </a:endParaRPr>
              </a:p>
              <a:p>
                <a:pPr marL="285750" indent="-285750" algn="just" rtl="1">
                  <a:buFont typeface="Arial" panose="020B0604020202020204" pitchFamily="34" charset="0"/>
                  <a:buChar char="•"/>
                </a:pPr>
                <a:endParaRPr lang="en-US" dirty="0">
                  <a:solidFill>
                    <a:srgbClr val="F8F8F8"/>
                  </a:solidFill>
                  <a:cs typeface="Aban" pitchFamily="2" charset="-78"/>
                </a:endParaRPr>
              </a:p>
              <a:p>
                <a:pPr marL="285750" indent="-285750" algn="ctr" rtl="1">
                  <a:buFont typeface="Arial" panose="020B0604020202020204" pitchFamily="34" charset="0"/>
                  <a:buChar char="•"/>
                </a:pPr>
                <a14:m>
                  <m:oMath xmlns:m="http://schemas.openxmlformats.org/officeDocument/2006/math">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𝐷</m:t>
                        </m:r>
                      </m:e>
                      <m:sub>
                        <m:r>
                          <a:rPr lang="en-US" b="0" i="1" smtClean="0">
                            <a:solidFill>
                              <a:srgbClr val="F8F8F8"/>
                            </a:solidFill>
                            <a:latin typeface="Cambria Math" panose="02040503050406030204" pitchFamily="18" charset="0"/>
                            <a:cs typeface="Aban" pitchFamily="2" charset="-78"/>
                          </a:rPr>
                          <m:t>31</m:t>
                        </m:r>
                      </m:sub>
                    </m:sSub>
                    <m:r>
                      <a:rPr lang="en-US" b="0" i="1" smtClean="0">
                        <a:solidFill>
                          <a:srgbClr val="F8F8F8"/>
                        </a:solidFill>
                        <a:latin typeface="Cambria Math" panose="02040503050406030204" pitchFamily="18" charset="0"/>
                        <a:cs typeface="Aban" pitchFamily="2" charset="-78"/>
                      </a:rPr>
                      <m: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𝑉</m:t>
                        </m:r>
                      </m:e>
                      <m:sub>
                        <m:r>
                          <a:rPr lang="en-US" b="0" i="1" smtClean="0">
                            <a:solidFill>
                              <a:srgbClr val="F8F8F8"/>
                            </a:solidFill>
                            <a:latin typeface="Cambria Math" panose="02040503050406030204" pitchFamily="18" charset="0"/>
                            <a:cs typeface="Aban" pitchFamily="2" charset="-78"/>
                          </a:rPr>
                          <m:t>3</m:t>
                        </m:r>
                      </m:sub>
                    </m:sSub>
                    <m:r>
                      <a:rPr lang="en-US" b="0" i="1" smtClean="0">
                        <a:solidFill>
                          <a:srgbClr val="F8F8F8"/>
                        </a:solidFill>
                        <a:latin typeface="Cambria Math" panose="02040503050406030204" pitchFamily="18" charset="0"/>
                        <a:cs typeface="Aban" pitchFamily="2" charset="-78"/>
                      </a:rPr>
                      <m:t>−</m:t>
                    </m:r>
                    <m:sSubSup>
                      <m:sSubSupPr>
                        <m:ctrlPr>
                          <a:rPr lang="en-US" b="0" i="1" smtClean="0">
                            <a:solidFill>
                              <a:srgbClr val="F8F8F8"/>
                            </a:solidFill>
                            <a:latin typeface="Cambria Math" panose="02040503050406030204" pitchFamily="18" charset="0"/>
                            <a:cs typeface="Aban" pitchFamily="2" charset="-78"/>
                          </a:rPr>
                        </m:ctrlPr>
                      </m:sSubSupPr>
                      <m:e>
                        <m:r>
                          <a:rPr lang="en-US" b="0" i="1" smtClean="0">
                            <a:solidFill>
                              <a:srgbClr val="F8F8F8"/>
                            </a:solidFill>
                            <a:latin typeface="Cambria Math" panose="02040503050406030204" pitchFamily="18" charset="0"/>
                            <a:cs typeface="Aban" pitchFamily="2" charset="-78"/>
                          </a:rPr>
                          <m:t>𝑅</m:t>
                        </m:r>
                      </m:e>
                      <m:sub>
                        <m:r>
                          <a:rPr lang="en-US" b="0" i="1" smtClean="0">
                            <a:solidFill>
                              <a:srgbClr val="F8F8F8"/>
                            </a:solidFill>
                            <a:latin typeface="Cambria Math" panose="02040503050406030204" pitchFamily="18" charset="0"/>
                            <a:cs typeface="Aban" pitchFamily="2" charset="-78"/>
                          </a:rPr>
                          <m:t>𝐷</m:t>
                        </m:r>
                      </m:sub>
                      <m:sup>
                        <m:r>
                          <a:rPr lang="en-US" b="0" i="1" smtClean="0">
                            <a:solidFill>
                              <a:srgbClr val="F8F8F8"/>
                            </a:solidFill>
                            <a:latin typeface="Cambria Math" panose="02040503050406030204" pitchFamily="18" charset="0"/>
                            <a:cs typeface="Aban" pitchFamily="2" charset="-78"/>
                          </a:rPr>
                          <m:t>𝑑</m:t>
                        </m:r>
                      </m:sup>
                    </m:sSubSup>
                    <m:r>
                      <a:rPr lang="en-US" b="0" i="1" smtClean="0">
                        <a:solidFill>
                          <a:srgbClr val="F8F8F8"/>
                        </a:solidFill>
                        <a:latin typeface="Cambria Math" panose="02040503050406030204" pitchFamily="18" charset="0"/>
                        <a:cs typeface="Aban" pitchFamily="2" charset="-78"/>
                      </a:rPr>
                      <m:t>.</m:t>
                    </m:r>
                    <m:d>
                      <m:dPr>
                        <m:ctrlPr>
                          <a:rPr lang="en-US" b="0" i="1" smtClean="0">
                            <a:solidFill>
                              <a:srgbClr val="F8F8F8"/>
                            </a:solidFill>
                            <a:latin typeface="Cambria Math" panose="02040503050406030204" pitchFamily="18" charset="0"/>
                            <a:cs typeface="Aban" pitchFamily="2" charset="-78"/>
                          </a:rPr>
                        </m:ctrlPr>
                      </m:dPr>
                      <m:e>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𝑉</m:t>
                            </m:r>
                          </m:e>
                          <m:sub>
                            <m:r>
                              <a:rPr lang="en-US" b="0" i="1" smtClean="0">
                                <a:solidFill>
                                  <a:srgbClr val="F8F8F8"/>
                                </a:solidFill>
                                <a:latin typeface="Cambria Math" panose="02040503050406030204" pitchFamily="18" charset="0"/>
                                <a:cs typeface="Aban" pitchFamily="2" charset="-78"/>
                              </a:rPr>
                              <m:t>1</m:t>
                            </m:r>
                          </m:sub>
                        </m:sSub>
                        <m:r>
                          <a:rPr lang="en-US" b="0" i="1" smtClean="0">
                            <a:solidFill>
                              <a:srgbClr val="F8F8F8"/>
                            </a:solidFill>
                            <a:latin typeface="Cambria Math" panose="02040503050406030204" pitchFamily="18" charset="0"/>
                            <a:cs typeface="Aban" pitchFamily="2" charset="-78"/>
                          </a:rPr>
                          <m: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𝑉</m:t>
                            </m:r>
                          </m:e>
                          <m:sub>
                            <m:r>
                              <a:rPr lang="en-US" b="0" i="1" smtClean="0">
                                <a:solidFill>
                                  <a:srgbClr val="F8F8F8"/>
                                </a:solidFill>
                                <a:latin typeface="Cambria Math" panose="02040503050406030204" pitchFamily="18" charset="0"/>
                                <a:cs typeface="Aban" pitchFamily="2" charset="-78"/>
                              </a:rPr>
                              <m:t>3</m:t>
                            </m:r>
                          </m:sub>
                        </m:sSub>
                      </m:e>
                    </m:d>
                    <m:r>
                      <a:rPr lang="en-US" b="0" i="1" smtClean="0">
                        <a:solidFill>
                          <a:srgbClr val="F8F8F8"/>
                        </a:solidFill>
                        <a:latin typeface="Cambria Math" panose="02040503050406030204" pitchFamily="18" charset="0"/>
                        <a:cs typeface="Aban" pitchFamily="2" charset="-78"/>
                      </a:rPr>
                      <m:t>+</m:t>
                    </m:r>
                    <m:r>
                      <a:rPr lang="en-US" b="0" i="1" smtClean="0">
                        <a:solidFill>
                          <a:srgbClr val="F8F8F8"/>
                        </a:solidFill>
                        <a:latin typeface="Cambria Math" panose="02040503050406030204" pitchFamily="18" charset="0"/>
                        <a:cs typeface="Aban" pitchFamily="2" charset="-78"/>
                      </a:rPr>
                      <m:t>𝛽</m:t>
                    </m:r>
                  </m:oMath>
                </a14:m>
                <a:r>
                  <a:rPr lang="en-US" dirty="0">
                    <a:solidFill>
                      <a:srgbClr val="F8F8F8"/>
                    </a:solidFill>
                    <a:cs typeface="Aban" pitchFamily="2" charset="-78"/>
                  </a:rPr>
                  <a:t> , </a:t>
                </a:r>
                <a14:m>
                  <m:oMath xmlns:m="http://schemas.openxmlformats.org/officeDocument/2006/math">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𝐷</m:t>
                        </m:r>
                      </m:e>
                      <m:sub>
                        <m:r>
                          <a:rPr lang="en-US" i="1">
                            <a:solidFill>
                              <a:srgbClr val="F8F8F8"/>
                            </a:solidFill>
                            <a:latin typeface="Cambria Math" panose="02040503050406030204" pitchFamily="18" charset="0"/>
                            <a:cs typeface="Aban" pitchFamily="2" charset="-78"/>
                          </a:rPr>
                          <m:t>11</m:t>
                        </m:r>
                      </m:sub>
                    </m:sSub>
                    <m:r>
                      <a:rPr lang="en-US" i="1">
                        <a:solidFill>
                          <a:srgbClr val="F8F8F8"/>
                        </a:solidFill>
                        <a:latin typeface="Cambria Math" panose="02040503050406030204" pitchFamily="18" charset="0"/>
                        <a:cs typeface="Aban" pitchFamily="2" charset="-78"/>
                      </a:rPr>
                      <m:t>=</m:t>
                    </m:r>
                    <m:sSub>
                      <m:sSubPr>
                        <m:ctrlPr>
                          <a:rPr lang="en-US" i="1">
                            <a:solidFill>
                              <a:srgbClr val="F8F8F8"/>
                            </a:solidFill>
                            <a:latin typeface="Cambria Math" panose="02040503050406030204" pitchFamily="18" charset="0"/>
                            <a:cs typeface="Aban" pitchFamily="2" charset="-78"/>
                          </a:rPr>
                        </m:ctrlPr>
                      </m:sSubPr>
                      <m:e>
                        <m:r>
                          <a:rPr lang="en-US" i="1">
                            <a:solidFill>
                              <a:srgbClr val="F8F8F8"/>
                            </a:solidFill>
                            <a:latin typeface="Cambria Math" panose="02040503050406030204" pitchFamily="18" charset="0"/>
                            <a:cs typeface="Aban" pitchFamily="2" charset="-78"/>
                          </a:rPr>
                          <m:t>𝑉</m:t>
                        </m:r>
                      </m:e>
                      <m:sub>
                        <m:r>
                          <a:rPr lang="en-US" i="1">
                            <a:solidFill>
                              <a:srgbClr val="F8F8F8"/>
                            </a:solidFill>
                            <a:latin typeface="Cambria Math" panose="02040503050406030204" pitchFamily="18" charset="0"/>
                            <a:cs typeface="Aban" pitchFamily="2" charset="-78"/>
                          </a:rPr>
                          <m:t>1</m:t>
                        </m:r>
                      </m:sub>
                    </m:sSub>
                  </m:oMath>
                </a14:m>
                <a:endParaRPr lang="en-US" dirty="0">
                  <a:solidFill>
                    <a:srgbClr val="F8F8F8"/>
                  </a:solidFill>
                  <a:cs typeface="Aban" pitchFamily="2" charset="-78"/>
                </a:endParaRPr>
              </a:p>
              <a:p>
                <a:pPr algn="just" rtl="1"/>
                <a14:m>
                  <m:oMathPara xmlns:m="http://schemas.openxmlformats.org/officeDocument/2006/math">
                    <m:oMathParaPr>
                      <m:jc m:val="centerGroup"/>
                    </m:oMathParaPr>
                    <m:oMath xmlns:m="http://schemas.openxmlformats.org/officeDocument/2006/math">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𝐷</m:t>
                          </m:r>
                        </m:e>
                        <m:sub>
                          <m:r>
                            <a:rPr lang="en-US" b="0" i="1" smtClean="0">
                              <a:solidFill>
                                <a:srgbClr val="F8F8F8"/>
                              </a:solidFill>
                              <a:latin typeface="Cambria Math" panose="02040503050406030204" pitchFamily="18" charset="0"/>
                              <a:cs typeface="Aban" pitchFamily="2" charset="-78"/>
                            </a:rPr>
                            <m:t>31</m:t>
                          </m:r>
                        </m:sub>
                      </m:sSub>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𝐷</m:t>
                          </m:r>
                        </m:e>
                        <m:sub>
                          <m:r>
                            <a:rPr lang="en-US" b="0" i="1" smtClean="0">
                              <a:solidFill>
                                <a:srgbClr val="F8F8F8"/>
                              </a:solidFill>
                              <a:latin typeface="Cambria Math" panose="02040503050406030204" pitchFamily="18" charset="0"/>
                              <a:cs typeface="Aban" pitchFamily="2" charset="-78"/>
                            </a:rPr>
                            <m:t>11</m:t>
                          </m:r>
                        </m:sub>
                      </m:sSub>
                      <m:r>
                        <a:rPr lang="en-US" b="0" i="1" smtClean="0">
                          <a:solidFill>
                            <a:srgbClr val="F8F8F8"/>
                          </a:solidFill>
                          <a:latin typeface="Cambria Math" panose="02040503050406030204" pitchFamily="18" charset="0"/>
                          <a:cs typeface="Aban" pitchFamily="2" charset="-78"/>
                        </a:rPr>
                        <m:t>⇒</m:t>
                      </m:r>
                      <m:r>
                        <a:rPr lang="en-US" b="0" i="1" smtClean="0">
                          <a:solidFill>
                            <a:srgbClr val="F8F8F8"/>
                          </a:solidFill>
                          <a:latin typeface="Cambria Math" panose="02040503050406030204" pitchFamily="18" charset="0"/>
                          <a:cs typeface="Aban" pitchFamily="2" charset="-78"/>
                        </a:rPr>
                        <m:t>𝛽</m:t>
                      </m:r>
                      <m:r>
                        <a:rPr lang="en-US" b="0" i="1" smtClean="0">
                          <a:solidFill>
                            <a:srgbClr val="F8F8F8"/>
                          </a:solidFill>
                          <a:latin typeface="Cambria Math" panose="02040503050406030204" pitchFamily="18" charset="0"/>
                          <a:cs typeface="Aban" pitchFamily="2" charset="-78"/>
                        </a:rPr>
                        <m:t>&gt;</m:t>
                      </m:r>
                      <m:d>
                        <m:dPr>
                          <m:ctrlPr>
                            <a:rPr lang="en-US" b="0" i="1" smtClean="0">
                              <a:solidFill>
                                <a:srgbClr val="F8F8F8"/>
                              </a:solidFill>
                              <a:latin typeface="Cambria Math" panose="02040503050406030204" pitchFamily="18" charset="0"/>
                              <a:cs typeface="Aban" pitchFamily="2" charset="-78"/>
                            </a:rPr>
                          </m:ctrlPr>
                        </m:dPr>
                        <m:e>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𝑉</m:t>
                              </m:r>
                            </m:e>
                            <m:sub>
                              <m:r>
                                <a:rPr lang="en-US" b="0" i="1" smtClean="0">
                                  <a:solidFill>
                                    <a:srgbClr val="F8F8F8"/>
                                  </a:solidFill>
                                  <a:latin typeface="Cambria Math" panose="02040503050406030204" pitchFamily="18" charset="0"/>
                                  <a:cs typeface="Aban" pitchFamily="2" charset="-78"/>
                                </a:rPr>
                                <m:t>1</m:t>
                              </m:r>
                            </m:sub>
                          </m:sSub>
                          <m:r>
                            <a:rPr lang="en-US" b="0" i="1" smtClean="0">
                              <a:solidFill>
                                <a:srgbClr val="F8F8F8"/>
                              </a:solidFill>
                              <a:latin typeface="Cambria Math" panose="02040503050406030204" pitchFamily="18" charset="0"/>
                              <a:cs typeface="Aban" pitchFamily="2" charset="-78"/>
                            </a:rPr>
                            <m: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𝑉</m:t>
                              </m:r>
                            </m:e>
                            <m:sub>
                              <m:r>
                                <a:rPr lang="en-US" b="0" i="1" smtClean="0">
                                  <a:solidFill>
                                    <a:srgbClr val="F8F8F8"/>
                                  </a:solidFill>
                                  <a:latin typeface="Cambria Math" panose="02040503050406030204" pitchFamily="18" charset="0"/>
                                  <a:cs typeface="Aban" pitchFamily="2" charset="-78"/>
                                </a:rPr>
                                <m:t>3</m:t>
                              </m:r>
                            </m:sub>
                          </m:sSub>
                        </m:e>
                      </m:d>
                      <m:r>
                        <a:rPr lang="en-US" b="0" i="1" smtClean="0">
                          <a:solidFill>
                            <a:srgbClr val="F8F8F8"/>
                          </a:solidFill>
                          <a:latin typeface="Cambria Math" panose="02040503050406030204" pitchFamily="18" charset="0"/>
                          <a:cs typeface="Aban" pitchFamily="2" charset="-78"/>
                        </a:rPr>
                        <m:t>+</m:t>
                      </m:r>
                      <m:sSubSup>
                        <m:sSubSupPr>
                          <m:ctrlPr>
                            <a:rPr lang="en-US" b="0" i="1" smtClean="0">
                              <a:solidFill>
                                <a:srgbClr val="F8F8F8"/>
                              </a:solidFill>
                              <a:latin typeface="Cambria Math" panose="02040503050406030204" pitchFamily="18" charset="0"/>
                              <a:cs typeface="Aban" pitchFamily="2" charset="-78"/>
                            </a:rPr>
                          </m:ctrlPr>
                        </m:sSubSupPr>
                        <m:e>
                          <m:r>
                            <a:rPr lang="en-US" b="0" i="1" smtClean="0">
                              <a:solidFill>
                                <a:srgbClr val="F8F8F8"/>
                              </a:solidFill>
                              <a:latin typeface="Cambria Math" panose="02040503050406030204" pitchFamily="18" charset="0"/>
                              <a:cs typeface="Aban" pitchFamily="2" charset="-78"/>
                            </a:rPr>
                            <m:t>𝑅</m:t>
                          </m:r>
                        </m:e>
                        <m:sub>
                          <m:r>
                            <a:rPr lang="en-US" b="0" i="1" smtClean="0">
                              <a:solidFill>
                                <a:srgbClr val="F8F8F8"/>
                              </a:solidFill>
                              <a:latin typeface="Cambria Math" panose="02040503050406030204" pitchFamily="18" charset="0"/>
                              <a:cs typeface="Aban" pitchFamily="2" charset="-78"/>
                            </a:rPr>
                            <m:t>𝐷</m:t>
                          </m:r>
                        </m:sub>
                        <m:sup>
                          <m:r>
                            <a:rPr lang="en-US" b="0" i="1" smtClean="0">
                              <a:solidFill>
                                <a:srgbClr val="F8F8F8"/>
                              </a:solidFill>
                              <a:latin typeface="Cambria Math" panose="02040503050406030204" pitchFamily="18" charset="0"/>
                              <a:cs typeface="Aban" pitchFamily="2" charset="-78"/>
                            </a:rPr>
                            <m:t>𝑑</m:t>
                          </m:r>
                        </m:sup>
                      </m:sSubSup>
                      <m:r>
                        <a:rPr lang="en-US" b="0" i="1" smtClean="0">
                          <a:solidFill>
                            <a:srgbClr val="F8F8F8"/>
                          </a:solidFill>
                          <a:latin typeface="Cambria Math" panose="02040503050406030204" pitchFamily="18" charset="0"/>
                          <a:cs typeface="Aban" pitchFamily="2" charset="-78"/>
                        </a:rPr>
                        <m:t>.</m:t>
                      </m:r>
                      <m:d>
                        <m:dPr>
                          <m:ctrlPr>
                            <a:rPr lang="en-US" b="0" i="1" smtClean="0">
                              <a:solidFill>
                                <a:srgbClr val="F8F8F8"/>
                              </a:solidFill>
                              <a:latin typeface="Cambria Math" panose="02040503050406030204" pitchFamily="18" charset="0"/>
                              <a:cs typeface="Aban" pitchFamily="2" charset="-78"/>
                            </a:rPr>
                          </m:ctrlPr>
                        </m:dPr>
                        <m:e>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𝑉</m:t>
                              </m:r>
                            </m:e>
                            <m:sub>
                              <m:r>
                                <a:rPr lang="en-US" b="0" i="1" smtClean="0">
                                  <a:solidFill>
                                    <a:srgbClr val="F8F8F8"/>
                                  </a:solidFill>
                                  <a:latin typeface="Cambria Math" panose="02040503050406030204" pitchFamily="18" charset="0"/>
                                  <a:cs typeface="Aban" pitchFamily="2" charset="-78"/>
                                </a:rPr>
                                <m:t>1</m:t>
                              </m:r>
                            </m:sub>
                          </m:sSub>
                          <m:r>
                            <a:rPr lang="en-US" b="0" i="1" smtClean="0">
                              <a:solidFill>
                                <a:srgbClr val="F8F8F8"/>
                              </a:solidFill>
                              <a:latin typeface="Cambria Math" panose="02040503050406030204" pitchFamily="18" charset="0"/>
                              <a:cs typeface="Aban" pitchFamily="2" charset="-78"/>
                            </a:rPr>
                            <m: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𝑉</m:t>
                              </m:r>
                            </m:e>
                            <m:sub>
                              <m:r>
                                <a:rPr lang="en-US" b="0" i="1" smtClean="0">
                                  <a:solidFill>
                                    <a:srgbClr val="F8F8F8"/>
                                  </a:solidFill>
                                  <a:latin typeface="Cambria Math" panose="02040503050406030204" pitchFamily="18" charset="0"/>
                                  <a:cs typeface="Aban" pitchFamily="2" charset="-78"/>
                                </a:rPr>
                                <m:t>3</m:t>
                              </m:r>
                            </m:sub>
                          </m:sSub>
                        </m:e>
                      </m:d>
                      <m:r>
                        <a:rPr lang="en-US" b="0" i="1" smtClean="0">
                          <a:solidFill>
                            <a:srgbClr val="F8F8F8"/>
                          </a:solidFill>
                          <a:latin typeface="Cambria Math" panose="02040503050406030204" pitchFamily="18" charset="0"/>
                          <a:cs typeface="Aban" pitchFamily="2" charset="-78"/>
                        </a:rPr>
                        <m: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𝛽</m:t>
                          </m:r>
                        </m:e>
                        <m:sub>
                          <m:r>
                            <a:rPr lang="en-US" b="0" i="1" smtClean="0">
                              <a:solidFill>
                                <a:srgbClr val="F8F8F8"/>
                              </a:solidFill>
                              <a:latin typeface="Cambria Math" panose="02040503050406030204" pitchFamily="18" charset="0"/>
                              <a:cs typeface="Aban" pitchFamily="2" charset="-78"/>
                            </a:rPr>
                            <m:t>𝐶𝐶</m:t>
                          </m:r>
                        </m:sub>
                      </m:sSub>
                    </m:oMath>
                  </m:oMathPara>
                </a14:m>
                <a:endParaRPr lang="en-US" dirty="0">
                  <a:solidFill>
                    <a:srgbClr val="F8F8F8"/>
                  </a:solidFill>
                  <a:cs typeface="Aban" pitchFamily="2" charset="-78"/>
                </a:endParaRPr>
              </a:p>
              <a:p>
                <a:pPr algn="just" rtl="1"/>
                <a:endParaRPr lang="en-US" dirty="0">
                  <a:solidFill>
                    <a:srgbClr val="F8F8F8"/>
                  </a:solidFill>
                  <a:cs typeface="Aban" pitchFamily="2" charset="-78"/>
                </a:endParaRPr>
              </a:p>
              <a:p>
                <a:pPr algn="just" rtl="1"/>
                <a:r>
                  <a:rPr lang="fa-IR" dirty="0">
                    <a:solidFill>
                      <a:srgbClr val="F8F8F8"/>
                    </a:solidFill>
                    <a:cs typeface="Aban" pitchFamily="2" charset="-78"/>
                  </a:rPr>
                  <a:t>باز هم مشابه قبل میتوان به نامساوی زیر رسید</a:t>
                </a:r>
              </a:p>
              <a:p>
                <a:pPr algn="just" rtl="1"/>
                <a14:m>
                  <m:oMathPara xmlns:m="http://schemas.openxmlformats.org/officeDocument/2006/math">
                    <m:oMathParaPr>
                      <m:jc m:val="centerGroup"/>
                    </m:oMathParaPr>
                    <m:oMath xmlns:m="http://schemas.openxmlformats.org/officeDocument/2006/math">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𝛽</m:t>
                          </m:r>
                        </m:e>
                        <m:sub>
                          <m:r>
                            <a:rPr lang="en-US" b="0" i="1" smtClean="0">
                              <a:solidFill>
                                <a:srgbClr val="F8F8F8"/>
                              </a:solidFill>
                              <a:latin typeface="Cambria Math" panose="02040503050406030204" pitchFamily="18" charset="0"/>
                              <a:cs typeface="Aban" pitchFamily="2" charset="-78"/>
                            </a:rPr>
                            <m:t>𝑁𝐶</m:t>
                          </m:r>
                        </m:sub>
                      </m:sSub>
                      <m:r>
                        <a:rPr lang="en-US" b="0" i="1" smtClean="0">
                          <a:solidFill>
                            <a:srgbClr val="F8F8F8"/>
                          </a:solidFill>
                          <a:latin typeface="Cambria Math" panose="02040503050406030204" pitchFamily="18" charset="0"/>
                          <a:cs typeface="Aban" pitchFamily="2" charset="-78"/>
                        </a:rPr>
                        <m:t>&lt;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𝛽</m:t>
                          </m:r>
                        </m:e>
                        <m:sub>
                          <m:r>
                            <a:rPr lang="en-US" b="0" i="1" smtClean="0">
                              <a:solidFill>
                                <a:srgbClr val="F8F8F8"/>
                              </a:solidFill>
                              <a:latin typeface="Cambria Math" panose="02040503050406030204" pitchFamily="18" charset="0"/>
                              <a:cs typeface="Aban" pitchFamily="2" charset="-78"/>
                            </a:rPr>
                            <m:t>𝐶</m:t>
                          </m:r>
                        </m:sub>
                      </m:sSub>
                      <m:r>
                        <a:rPr lang="en-US" b="0" i="1" smtClean="0">
                          <a:solidFill>
                            <a:srgbClr val="F8F8F8"/>
                          </a:solidFill>
                          <a:latin typeface="Cambria Math" panose="02040503050406030204" pitchFamily="18" charset="0"/>
                          <a:cs typeface="Aban" pitchFamily="2" charset="-78"/>
                        </a:rPr>
                        <m:t>&lt;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𝛽</m:t>
                          </m:r>
                        </m:e>
                        <m:sub>
                          <m:r>
                            <a:rPr lang="en-US" b="0" i="1" smtClean="0">
                              <a:solidFill>
                                <a:srgbClr val="F8F8F8"/>
                              </a:solidFill>
                              <a:latin typeface="Cambria Math" panose="02040503050406030204" pitchFamily="18" charset="0"/>
                              <a:cs typeface="Aban" pitchFamily="2" charset="-78"/>
                            </a:rPr>
                            <m:t>𝐶𝐶</m:t>
                          </m:r>
                        </m:sub>
                      </m:sSub>
                    </m:oMath>
                  </m:oMathPara>
                </a14:m>
                <a:endParaRPr lang="en-US" dirty="0">
                  <a:solidFill>
                    <a:srgbClr val="F8F8F8"/>
                  </a:solidFill>
                  <a:cs typeface="Aban" pitchFamily="2" charset="-78"/>
                </a:endParaRPr>
              </a:p>
            </p:txBody>
          </p:sp>
        </mc:Choice>
        <mc:Fallback xmlns="">
          <p:sp>
            <p:nvSpPr>
              <p:cNvPr id="3" name="TextBox 2">
                <a:extLst>
                  <a:ext uri="{FF2B5EF4-FFF2-40B4-BE49-F238E27FC236}">
                    <a16:creationId xmlns:a16="http://schemas.microsoft.com/office/drawing/2014/main" id="{CED2DE8F-0635-414E-BA5C-0C9E6799931B}"/>
                  </a:ext>
                </a:extLst>
              </p:cNvPr>
              <p:cNvSpPr txBox="1">
                <a:spLocks noRot="1" noChangeAspect="1" noMove="1" noResize="1" noEditPoints="1" noAdjustHandles="1" noChangeArrowheads="1" noChangeShapeType="1" noTextEdit="1"/>
              </p:cNvSpPr>
              <p:nvPr/>
            </p:nvSpPr>
            <p:spPr>
              <a:xfrm>
                <a:off x="539216" y="307127"/>
                <a:ext cx="8065567" cy="3806427"/>
              </a:xfrm>
              <a:prstGeom prst="rect">
                <a:avLst/>
              </a:prstGeom>
              <a:blipFill>
                <a:blip r:embed="rId2"/>
                <a:stretch>
                  <a:fillRect l="-831" t="-160" r="-151"/>
                </a:stretch>
              </a:blipFill>
            </p:spPr>
            <p:txBody>
              <a:bodyPr/>
              <a:lstStyle/>
              <a:p>
                <a:r>
                  <a:rPr lang="en-US">
                    <a:noFill/>
                  </a:rPr>
                  <a:t> </a:t>
                </a:r>
              </a:p>
            </p:txBody>
          </p:sp>
        </mc:Fallback>
      </mc:AlternateContent>
    </p:spTree>
    <p:extLst>
      <p:ext uri="{BB962C8B-B14F-4D97-AF65-F5344CB8AC3E}">
        <p14:creationId xmlns:p14="http://schemas.microsoft.com/office/powerpoint/2010/main" val="27389907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CED2DE8F-0635-414E-BA5C-0C9E6799931B}"/>
                  </a:ext>
                </a:extLst>
              </p:cNvPr>
              <p:cNvSpPr txBox="1"/>
              <p:nvPr/>
            </p:nvSpPr>
            <p:spPr>
              <a:xfrm>
                <a:off x="539216" y="307127"/>
                <a:ext cx="8065567" cy="3855223"/>
              </a:xfrm>
              <a:prstGeom prst="rect">
                <a:avLst/>
              </a:prstGeom>
              <a:noFill/>
            </p:spPr>
            <p:txBody>
              <a:bodyPr wrap="square" rtlCol="0">
                <a:spAutoFit/>
              </a:bodyPr>
              <a:lstStyle/>
              <a:p>
                <a:pPr marL="285750" indent="-285750" algn="just" rtl="1">
                  <a:buFont typeface="Arial" panose="020B0604020202020204" pitchFamily="34" charset="0"/>
                  <a:buChar char="•"/>
                </a:pPr>
                <a:r>
                  <a:rPr lang="fa-IR" dirty="0">
                    <a:solidFill>
                      <a:srgbClr val="F8F8F8"/>
                    </a:solidFill>
                    <a:cs typeface="Aban" pitchFamily="2" charset="-78"/>
                  </a:rPr>
                  <a:t>برای </a:t>
                </a:r>
                <a14:m>
                  <m:oMath xmlns:m="http://schemas.openxmlformats.org/officeDocument/2006/math">
                    <m:r>
                      <a:rPr lang="en-US" b="0" i="1" smtClean="0">
                        <a:solidFill>
                          <a:srgbClr val="F8F8F8"/>
                        </a:solidFill>
                        <a:latin typeface="Cambria Math" panose="02040503050406030204" pitchFamily="18" charset="0"/>
                        <a:cs typeface="Aban" pitchFamily="2" charset="-78"/>
                      </a:rPr>
                      <m:t>𝛾</m:t>
                    </m:r>
                    <m:r>
                      <a:rPr lang="en-US" b="0" i="1" smtClean="0">
                        <a:solidFill>
                          <a:srgbClr val="F8F8F8"/>
                        </a:solidFill>
                        <a:latin typeface="Cambria Math" panose="02040503050406030204" pitchFamily="18" charset="0"/>
                        <a:cs typeface="Aban" pitchFamily="2" charset="-78"/>
                      </a:rPr>
                      <m:t>&lt;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𝛾</m:t>
                        </m:r>
                      </m:e>
                      <m:sub>
                        <m:r>
                          <a:rPr lang="en-US" b="0" i="1" smtClean="0">
                            <a:solidFill>
                              <a:srgbClr val="F8F8F8"/>
                            </a:solidFill>
                            <a:latin typeface="Cambria Math" panose="02040503050406030204" pitchFamily="18" charset="0"/>
                            <a:cs typeface="Aban" pitchFamily="2" charset="-78"/>
                          </a:rPr>
                          <m:t>𝐶</m:t>
                        </m:r>
                      </m:sub>
                    </m:sSub>
                    <m:r>
                      <a:rPr lang="en-US" b="0" i="1" smtClean="0">
                        <a:solidFill>
                          <a:srgbClr val="F8F8F8"/>
                        </a:solidFill>
                        <a:latin typeface="Cambria Math" panose="02040503050406030204" pitchFamily="18" charset="0"/>
                        <a:cs typeface="Aban" pitchFamily="2" charset="-78"/>
                      </a:rPr>
                      <m:t>&lt;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𝛾</m:t>
                        </m:r>
                      </m:e>
                      <m:sub>
                        <m:r>
                          <a:rPr lang="en-US" b="0" i="1" smtClean="0">
                            <a:solidFill>
                              <a:srgbClr val="F8F8F8"/>
                            </a:solidFill>
                            <a:latin typeface="Cambria Math" panose="02040503050406030204" pitchFamily="18" charset="0"/>
                            <a:cs typeface="Aban" pitchFamily="2" charset="-78"/>
                          </a:rPr>
                          <m:t>𝑁</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𝐶</m:t>
                            </m:r>
                          </m:e>
                          <m:sub>
                            <m:r>
                              <a:rPr lang="en-US" b="0" i="1" smtClean="0">
                                <a:solidFill>
                                  <a:srgbClr val="F8F8F8"/>
                                </a:solidFill>
                                <a:latin typeface="Cambria Math" panose="02040503050406030204" pitchFamily="18" charset="0"/>
                                <a:cs typeface="Aban" pitchFamily="2" charset="-78"/>
                              </a:rPr>
                              <m:t>𝑡</m:t>
                            </m:r>
                          </m:sub>
                        </m:sSub>
                      </m:sub>
                    </m:sSub>
                    <m:r>
                      <a:rPr lang="en-US" b="0" i="1" smtClean="0">
                        <a:solidFill>
                          <a:srgbClr val="F8F8F8"/>
                        </a:solidFill>
                        <a:latin typeface="Cambria Math" panose="02040503050406030204" pitchFamily="18" charset="0"/>
                        <a:cs typeface="Aban" pitchFamily="2" charset="-78"/>
                      </a:rPr>
                      <m:t>&lt;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𝛾</m:t>
                        </m:r>
                      </m:e>
                      <m:sub>
                        <m:r>
                          <a:rPr lang="en-US" b="0" i="1" smtClean="0">
                            <a:solidFill>
                              <a:srgbClr val="F8F8F8"/>
                            </a:solidFill>
                            <a:latin typeface="Cambria Math" panose="02040503050406030204" pitchFamily="18" charset="0"/>
                            <a:cs typeface="Aban" pitchFamily="2" charset="-78"/>
                          </a:rPr>
                          <m:t>𝑁</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𝐶</m:t>
                            </m:r>
                          </m:e>
                          <m:sub>
                            <m:r>
                              <a:rPr lang="en-US" b="0" i="1" smtClean="0">
                                <a:solidFill>
                                  <a:srgbClr val="F8F8F8"/>
                                </a:solidFill>
                                <a:latin typeface="Cambria Math" panose="02040503050406030204" pitchFamily="18" charset="0"/>
                                <a:cs typeface="Aban" pitchFamily="2" charset="-78"/>
                              </a:rPr>
                              <m:t>𝑑</m:t>
                            </m:r>
                          </m:sub>
                        </m:sSub>
                      </m:sub>
                    </m:sSub>
                  </m:oMath>
                </a14:m>
                <a:r>
                  <a:rPr lang="fa-IR" dirty="0">
                    <a:solidFill>
                      <a:srgbClr val="F8F8F8"/>
                    </a:solidFill>
                    <a:cs typeface="Aban" pitchFamily="2" charset="-78"/>
                  </a:rPr>
                  <a:t> حل مسئله مشابه حالت اولیه است و </a:t>
                </a:r>
                <a14:m>
                  <m:oMath xmlns:m="http://schemas.openxmlformats.org/officeDocument/2006/math">
                    <m:r>
                      <a:rPr lang="en-US" b="0" i="1" smtClean="0">
                        <a:solidFill>
                          <a:srgbClr val="F8F8F8"/>
                        </a:solidFill>
                        <a:latin typeface="Cambria Math" panose="02040503050406030204" pitchFamily="18" charset="0"/>
                        <a:cs typeface="Aban" pitchFamily="2" charset="-78"/>
                      </a:rPr>
                      <m:t>(</m:t>
                    </m:r>
                    <m:r>
                      <a:rPr lang="en-US" b="0" i="1" smtClean="0">
                        <a:solidFill>
                          <a:srgbClr val="F8F8F8"/>
                        </a:solidFill>
                        <a:latin typeface="Cambria Math" panose="02040503050406030204" pitchFamily="18" charset="0"/>
                        <a:cs typeface="Aban" pitchFamily="2" charset="-78"/>
                      </a:rPr>
                      <m:t>𝐶</m:t>
                    </m:r>
                    <m:r>
                      <a:rPr lang="en-US" b="0" i="1" smtClean="0">
                        <a:solidFill>
                          <a:srgbClr val="F8F8F8"/>
                        </a:solidFill>
                        <a:latin typeface="Cambria Math" panose="02040503050406030204" pitchFamily="18" charset="0"/>
                        <a:cs typeface="Aban" pitchFamily="2" charset="-78"/>
                      </a:rPr>
                      <m:t>,</m:t>
                    </m:r>
                    <m:r>
                      <a:rPr lang="en-US" b="0" i="1" smtClean="0">
                        <a:solidFill>
                          <a:srgbClr val="F8F8F8"/>
                        </a:solidFill>
                        <a:latin typeface="Cambria Math" panose="02040503050406030204" pitchFamily="18" charset="0"/>
                        <a:cs typeface="Aban" pitchFamily="2" charset="-78"/>
                      </a:rPr>
                      <m:t>𝐶</m:t>
                    </m:r>
                    <m:r>
                      <a:rPr lang="en-US" b="0" i="1" smtClean="0">
                        <a:solidFill>
                          <a:srgbClr val="F8F8F8"/>
                        </a:solidFill>
                        <a:latin typeface="Cambria Math" panose="02040503050406030204" pitchFamily="18" charset="0"/>
                        <a:cs typeface="Aban" pitchFamily="2" charset="-78"/>
                      </a:rPr>
                      <m:t>)</m:t>
                    </m:r>
                  </m:oMath>
                </a14:m>
                <a:r>
                  <a:rPr lang="fa-IR" dirty="0">
                    <a:solidFill>
                      <a:srgbClr val="F8F8F8"/>
                    </a:solidFill>
                    <a:cs typeface="Aban" pitchFamily="2" charset="-78"/>
                  </a:rPr>
                  <a:t> تنها تعادل نش بازی است. این حالت برای تغییرات بتا هم برقرار است مگر </a:t>
                </a:r>
                <a14:m>
                  <m:oMath xmlns:m="http://schemas.openxmlformats.org/officeDocument/2006/math">
                    <m:r>
                      <a:rPr lang="en-US" b="0" i="1" smtClean="0">
                        <a:solidFill>
                          <a:srgbClr val="F8F8F8"/>
                        </a:solidFill>
                        <a:latin typeface="Cambria Math" panose="02040503050406030204" pitchFamily="18" charset="0"/>
                        <a:cs typeface="Aban" pitchFamily="2" charset="-78"/>
                      </a:rPr>
                      <m:t>𝛽</m:t>
                    </m:r>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𝛽</m:t>
                        </m:r>
                      </m:e>
                      <m:sub>
                        <m:r>
                          <a:rPr lang="en-US" b="0" i="1" smtClean="0">
                            <a:solidFill>
                              <a:srgbClr val="F8F8F8"/>
                            </a:solidFill>
                            <a:latin typeface="Cambria Math" panose="02040503050406030204" pitchFamily="18" charset="0"/>
                            <a:cs typeface="Aban" pitchFamily="2" charset="-78"/>
                          </a:rPr>
                          <m:t>𝐶𝐶</m:t>
                        </m:r>
                      </m:sub>
                    </m:sSub>
                  </m:oMath>
                </a14:m>
                <a:r>
                  <a:rPr lang="fa-IR" dirty="0">
                    <a:solidFill>
                      <a:srgbClr val="F8F8F8"/>
                    </a:solidFill>
                    <a:cs typeface="Aban" pitchFamily="2" charset="-78"/>
                  </a:rPr>
                  <a:t> باشد. بنابراین</a:t>
                </a:r>
              </a:p>
              <a:p>
                <a:pPr algn="just" rtl="1"/>
                <a14:m>
                  <m:oMathPara xmlns:m="http://schemas.openxmlformats.org/officeDocument/2006/math">
                    <m:oMathParaPr>
                      <m:jc m:val="centerGroup"/>
                    </m:oMathParaPr>
                    <m:oMath xmlns:m="http://schemas.openxmlformats.org/officeDocument/2006/math">
                      <m:r>
                        <a:rPr lang="en-US" b="0" i="1" smtClean="0">
                          <a:solidFill>
                            <a:srgbClr val="F8F8F8"/>
                          </a:solidFill>
                          <a:latin typeface="Cambria Math" panose="02040503050406030204" pitchFamily="18" charset="0"/>
                          <a:cs typeface="Aban" pitchFamily="2" charset="-78"/>
                        </a:rPr>
                        <m:t>𝛾</m:t>
                      </m:r>
                      <m:r>
                        <a:rPr lang="en-US" b="0" i="1" smtClean="0">
                          <a:solidFill>
                            <a:srgbClr val="F8F8F8"/>
                          </a:solidFill>
                          <a:latin typeface="Cambria Math" panose="02040503050406030204" pitchFamily="18" charset="0"/>
                          <a:cs typeface="Aban" pitchFamily="2" charset="-78"/>
                        </a:rPr>
                        <m:t>&lt;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𝛾</m:t>
                          </m:r>
                        </m:e>
                        <m:sub>
                          <m:r>
                            <a:rPr lang="en-US" b="0" i="1" smtClean="0">
                              <a:solidFill>
                                <a:srgbClr val="F8F8F8"/>
                              </a:solidFill>
                              <a:latin typeface="Cambria Math" panose="02040503050406030204" pitchFamily="18" charset="0"/>
                              <a:cs typeface="Aban" pitchFamily="2" charset="-78"/>
                            </a:rPr>
                            <m:t>𝐶</m:t>
                          </m:r>
                        </m:sub>
                      </m:sSub>
                      <m:r>
                        <a:rPr lang="en-US" b="0" i="1" smtClean="0">
                          <a:solidFill>
                            <a:srgbClr val="F8F8F8"/>
                          </a:solidFill>
                          <a:latin typeface="Cambria Math" panose="02040503050406030204" pitchFamily="18" charset="0"/>
                          <a:cs typeface="Aban" pitchFamily="2" charset="-78"/>
                        </a:rPr>
                        <m:t>∧</m:t>
                      </m:r>
                      <m:r>
                        <a:rPr lang="en-US" b="0" i="1" smtClean="0">
                          <a:solidFill>
                            <a:srgbClr val="F8F8F8"/>
                          </a:solidFill>
                          <a:latin typeface="Cambria Math" panose="02040503050406030204" pitchFamily="18" charset="0"/>
                          <a:cs typeface="Aban" pitchFamily="2" charset="-78"/>
                        </a:rPr>
                        <m:t>𝛽</m:t>
                      </m:r>
                      <m:r>
                        <a:rPr lang="en-US" b="0" i="1" smtClean="0">
                          <a:solidFill>
                            <a:srgbClr val="F8F8F8"/>
                          </a:solidFill>
                          <a:latin typeface="Cambria Math" panose="02040503050406030204" pitchFamily="18" charset="0"/>
                          <a:cs typeface="Aban" pitchFamily="2" charset="-78"/>
                        </a:rPr>
                        <m:t>&lt;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𝛽</m:t>
                          </m:r>
                        </m:e>
                        <m:sub>
                          <m:r>
                            <a:rPr lang="en-US" b="0" i="1" smtClean="0">
                              <a:solidFill>
                                <a:srgbClr val="F8F8F8"/>
                              </a:solidFill>
                              <a:latin typeface="Cambria Math" panose="02040503050406030204" pitchFamily="18" charset="0"/>
                              <a:cs typeface="Aban" pitchFamily="2" charset="-78"/>
                            </a:rPr>
                            <m:t>𝑁</m:t>
                          </m:r>
                          <m:r>
                            <a:rPr lang="en-US" b="0" i="1" smtClean="0">
                              <a:solidFill>
                                <a:srgbClr val="F8F8F8"/>
                              </a:solidFill>
                              <a:latin typeface="Cambria Math" panose="02040503050406030204" pitchFamily="18" charset="0"/>
                              <a:cs typeface="Aban" pitchFamily="2" charset="-78"/>
                            </a:rPr>
                            <m:t>𝐶</m:t>
                          </m:r>
                        </m:sub>
                      </m:sSub>
                      <m:r>
                        <a:rPr lang="en-US" b="0" i="1" smtClean="0">
                          <a:solidFill>
                            <a:srgbClr val="F8F8F8"/>
                          </a:solidFill>
                          <a:latin typeface="Cambria Math" panose="02040503050406030204" pitchFamily="18" charset="0"/>
                          <a:cs typeface="Aban" pitchFamily="2" charset="-78"/>
                        </a:rPr>
                        <m:t>⇒</m:t>
                      </m:r>
                      <m:d>
                        <m:dPr>
                          <m:begChr m:val="{"/>
                          <m:endChr m:val="}"/>
                          <m:ctrlPr>
                            <a:rPr lang="en-US" b="0" i="1" smtClean="0">
                              <a:solidFill>
                                <a:srgbClr val="F8F8F8"/>
                              </a:solidFill>
                              <a:latin typeface="Cambria Math" panose="02040503050406030204" pitchFamily="18" charset="0"/>
                              <a:cs typeface="Aban" pitchFamily="2" charset="-78"/>
                            </a:rPr>
                          </m:ctrlPr>
                        </m:dPr>
                        <m:e>
                          <m:d>
                            <m:dPr>
                              <m:ctrlPr>
                                <a:rPr lang="en-US" b="0" i="1" smtClean="0">
                                  <a:solidFill>
                                    <a:srgbClr val="F8F8F8"/>
                                  </a:solidFill>
                                  <a:latin typeface="Cambria Math" panose="02040503050406030204" pitchFamily="18" charset="0"/>
                                  <a:cs typeface="Aban" pitchFamily="2" charset="-78"/>
                                </a:rPr>
                              </m:ctrlPr>
                            </m:dPr>
                            <m:e>
                              <m:r>
                                <a:rPr lang="en-US" b="0" i="1" smtClean="0">
                                  <a:solidFill>
                                    <a:srgbClr val="F8F8F8"/>
                                  </a:solidFill>
                                  <a:latin typeface="Cambria Math" panose="02040503050406030204" pitchFamily="18" charset="0"/>
                                  <a:cs typeface="Aban" pitchFamily="2" charset="-78"/>
                                </a:rPr>
                                <m:t>𝐶</m:t>
                              </m:r>
                              <m:r>
                                <a:rPr lang="en-US" b="0" i="1" smtClean="0">
                                  <a:solidFill>
                                    <a:srgbClr val="F8F8F8"/>
                                  </a:solidFill>
                                  <a:latin typeface="Cambria Math" panose="02040503050406030204" pitchFamily="18" charset="0"/>
                                  <a:cs typeface="Aban" pitchFamily="2" charset="-78"/>
                                </a:rPr>
                                <m:t>,</m:t>
                              </m:r>
                              <m:r>
                                <a:rPr lang="en-US" b="0" i="1" smtClean="0">
                                  <a:solidFill>
                                    <a:srgbClr val="F8F8F8"/>
                                  </a:solidFill>
                                  <a:latin typeface="Cambria Math" panose="02040503050406030204" pitchFamily="18" charset="0"/>
                                  <a:cs typeface="Aban" pitchFamily="2" charset="-78"/>
                                </a:rPr>
                                <m:t>𝐶</m:t>
                              </m:r>
                            </m:e>
                          </m:d>
                        </m:e>
                      </m:d>
                    </m:oMath>
                  </m:oMathPara>
                </a14:m>
                <a:endParaRPr lang="en-US" b="0" dirty="0">
                  <a:solidFill>
                    <a:srgbClr val="F8F8F8"/>
                  </a:solidFill>
                  <a:cs typeface="Aban" pitchFamily="2" charset="-78"/>
                </a:endParaRPr>
              </a:p>
              <a:p>
                <a:pPr marL="285750" indent="-285750" algn="just" rtl="1">
                  <a:buFont typeface="Arial" panose="020B0604020202020204" pitchFamily="34" charset="0"/>
                  <a:buChar char="•"/>
                </a:pPr>
                <a:r>
                  <a:rPr lang="fa-IR" dirty="0">
                    <a:solidFill>
                      <a:srgbClr val="F8F8F8"/>
                    </a:solidFill>
                    <a:cs typeface="Aban" pitchFamily="2" charset="-78"/>
                  </a:rPr>
                  <a:t>اگر در حالت قبلی </a:t>
                </a:r>
                <a14:m>
                  <m:oMath xmlns:m="http://schemas.openxmlformats.org/officeDocument/2006/math">
                    <m:r>
                      <a:rPr lang="en-US" b="0" i="1" smtClean="0">
                        <a:solidFill>
                          <a:srgbClr val="F8F8F8"/>
                        </a:solidFill>
                        <a:latin typeface="Cambria Math" panose="02040503050406030204" pitchFamily="18" charset="0"/>
                        <a:cs typeface="Aban" pitchFamily="2" charset="-78"/>
                      </a:rPr>
                      <m:t>𝛽</m:t>
                    </m:r>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𝛽</m:t>
                        </m:r>
                      </m:e>
                      <m:sub>
                        <m:r>
                          <a:rPr lang="en-US" b="0" i="1" smtClean="0">
                            <a:solidFill>
                              <a:srgbClr val="F8F8F8"/>
                            </a:solidFill>
                            <a:latin typeface="Cambria Math" panose="02040503050406030204" pitchFamily="18" charset="0"/>
                            <a:cs typeface="Aban" pitchFamily="2" charset="-78"/>
                          </a:rPr>
                          <m:t>𝐶𝐶</m:t>
                        </m:r>
                      </m:sub>
                    </m:sSub>
                  </m:oMath>
                </a14:m>
                <a:r>
                  <a:rPr lang="fa-IR" dirty="0">
                    <a:solidFill>
                      <a:srgbClr val="F8F8F8"/>
                    </a:solidFill>
                    <a:cs typeface="Aban" pitchFamily="2" charset="-78"/>
                  </a:rPr>
                  <a:t> باشد داریم </a:t>
                </a:r>
                <a14:m>
                  <m:oMath xmlns:m="http://schemas.openxmlformats.org/officeDocument/2006/math">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𝐷</m:t>
                        </m:r>
                      </m:e>
                      <m:sub>
                        <m:r>
                          <a:rPr lang="en-US" b="0" i="1" smtClean="0">
                            <a:solidFill>
                              <a:srgbClr val="F8F8F8"/>
                            </a:solidFill>
                            <a:latin typeface="Cambria Math" panose="02040503050406030204" pitchFamily="18" charset="0"/>
                            <a:cs typeface="Aban" pitchFamily="2" charset="-78"/>
                          </a:rPr>
                          <m:t>31</m:t>
                        </m:r>
                      </m:sub>
                    </m:sSub>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𝐷</m:t>
                        </m:r>
                      </m:e>
                      <m:sub>
                        <m:r>
                          <a:rPr lang="en-US" b="0" i="1" smtClean="0">
                            <a:solidFill>
                              <a:srgbClr val="F8F8F8"/>
                            </a:solidFill>
                            <a:latin typeface="Cambria Math" panose="02040503050406030204" pitchFamily="18" charset="0"/>
                            <a:cs typeface="Aban" pitchFamily="2" charset="-78"/>
                          </a:rPr>
                          <m:t>31</m:t>
                        </m:r>
                      </m:sub>
                    </m:sSub>
                  </m:oMath>
                </a14:m>
                <a:r>
                  <a:rPr lang="fa-IR" dirty="0">
                    <a:solidFill>
                      <a:srgbClr val="F8F8F8"/>
                    </a:solidFill>
                    <a:cs typeface="Aban" pitchFamily="2" charset="-78"/>
                  </a:rPr>
                  <a:t> این مسئله در دنیای واقعی میتواند به دلیل محدودیت های خاص پزشکی مثل انواع سرطان کبد همچون </a:t>
                </a:r>
                <a:r>
                  <a:rPr lang="en-US" dirty="0">
                    <a:solidFill>
                      <a:srgbClr val="F8F8F8"/>
                    </a:solidFill>
                    <a:cs typeface="Aban" pitchFamily="2" charset="-78"/>
                  </a:rPr>
                  <a:t>hepatocellular carcinoma</a:t>
                </a:r>
                <a:r>
                  <a:rPr lang="fa-IR" dirty="0">
                    <a:solidFill>
                      <a:srgbClr val="F8F8F8"/>
                    </a:solidFill>
                    <a:cs typeface="Aban" pitchFamily="2" charset="-78"/>
                  </a:rPr>
                  <a:t> باشد. در این حالت نتیجه زیر برقرار است.</a:t>
                </a:r>
              </a:p>
              <a:p>
                <a:pPr algn="just" rtl="1"/>
                <a14:m>
                  <m:oMathPara xmlns:m="http://schemas.openxmlformats.org/officeDocument/2006/math">
                    <m:oMathParaPr>
                      <m:jc m:val="centerGroup"/>
                    </m:oMathParaPr>
                    <m:oMath xmlns:m="http://schemas.openxmlformats.org/officeDocument/2006/math">
                      <m:r>
                        <a:rPr lang="en-US" b="0" i="1" smtClean="0">
                          <a:solidFill>
                            <a:srgbClr val="F8F8F8"/>
                          </a:solidFill>
                          <a:latin typeface="Cambria Math" panose="02040503050406030204" pitchFamily="18" charset="0"/>
                          <a:cs typeface="Aban" pitchFamily="2" charset="-78"/>
                        </a:rPr>
                        <m:t>𝛾</m:t>
                      </m:r>
                      <m:r>
                        <a:rPr lang="en-US" b="0" i="1" smtClean="0">
                          <a:solidFill>
                            <a:srgbClr val="F8F8F8"/>
                          </a:solidFill>
                          <a:latin typeface="Cambria Math" panose="02040503050406030204" pitchFamily="18" charset="0"/>
                          <a:cs typeface="Aban" pitchFamily="2" charset="-78"/>
                        </a:rPr>
                        <m:t>&lt;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𝛾</m:t>
                          </m:r>
                        </m:e>
                        <m:sub>
                          <m:r>
                            <a:rPr lang="en-US" b="0" i="1" smtClean="0">
                              <a:solidFill>
                                <a:srgbClr val="F8F8F8"/>
                              </a:solidFill>
                              <a:latin typeface="Cambria Math" panose="02040503050406030204" pitchFamily="18" charset="0"/>
                              <a:cs typeface="Aban" pitchFamily="2" charset="-78"/>
                            </a:rPr>
                            <m:t>𝑐</m:t>
                          </m:r>
                        </m:sub>
                      </m:sSub>
                      <m:r>
                        <a:rPr lang="en-US" b="0" i="1" smtClean="0">
                          <a:solidFill>
                            <a:srgbClr val="F8F8F8"/>
                          </a:solidFill>
                          <a:latin typeface="Cambria Math" panose="02040503050406030204" pitchFamily="18" charset="0"/>
                          <a:cs typeface="Aban" pitchFamily="2" charset="-78"/>
                        </a:rPr>
                        <m:t>∧</m:t>
                      </m:r>
                      <m:r>
                        <a:rPr lang="en-US" b="0" i="1" smtClean="0">
                          <a:solidFill>
                            <a:srgbClr val="F8F8F8"/>
                          </a:solidFill>
                          <a:latin typeface="Cambria Math" panose="02040503050406030204" pitchFamily="18" charset="0"/>
                          <a:cs typeface="Aban" pitchFamily="2" charset="-78"/>
                        </a:rPr>
                        <m:t>𝛽</m:t>
                      </m:r>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𝛽</m:t>
                          </m:r>
                        </m:e>
                        <m:sub>
                          <m:r>
                            <a:rPr lang="en-US" b="0" i="1" smtClean="0">
                              <a:solidFill>
                                <a:srgbClr val="F8F8F8"/>
                              </a:solidFill>
                              <a:latin typeface="Cambria Math" panose="02040503050406030204" pitchFamily="18" charset="0"/>
                              <a:cs typeface="Aban" pitchFamily="2" charset="-78"/>
                            </a:rPr>
                            <m:t>𝑁</m:t>
                          </m:r>
                          <m:r>
                            <a:rPr lang="en-US" b="0" i="1" smtClean="0">
                              <a:solidFill>
                                <a:srgbClr val="F8F8F8"/>
                              </a:solidFill>
                              <a:latin typeface="Cambria Math" panose="02040503050406030204" pitchFamily="18" charset="0"/>
                              <a:cs typeface="Aban" pitchFamily="2" charset="-78"/>
                            </a:rPr>
                            <m:t>𝐶</m:t>
                          </m:r>
                        </m:sub>
                      </m:sSub>
                      <m:r>
                        <a:rPr lang="en-US" b="0" i="1" smtClean="0">
                          <a:solidFill>
                            <a:srgbClr val="F8F8F8"/>
                          </a:solidFill>
                          <a:latin typeface="Cambria Math" panose="02040503050406030204" pitchFamily="18" charset="0"/>
                          <a:cs typeface="Aban" pitchFamily="2" charset="-78"/>
                        </a:rPr>
                        <m:t>⇒</m:t>
                      </m:r>
                      <m:d>
                        <m:dPr>
                          <m:begChr m:val="{"/>
                          <m:endChr m:val="}"/>
                          <m:ctrlPr>
                            <a:rPr lang="en-US" b="0" i="1" smtClean="0">
                              <a:solidFill>
                                <a:srgbClr val="F8F8F8"/>
                              </a:solidFill>
                              <a:latin typeface="Cambria Math" panose="02040503050406030204" pitchFamily="18" charset="0"/>
                              <a:cs typeface="Aban" pitchFamily="2" charset="-78"/>
                            </a:rPr>
                          </m:ctrlPr>
                        </m:dPr>
                        <m:e>
                          <m:d>
                            <m:dPr>
                              <m:ctrlPr>
                                <a:rPr lang="en-US" b="0" i="1" smtClean="0">
                                  <a:solidFill>
                                    <a:srgbClr val="F8F8F8"/>
                                  </a:solidFill>
                                  <a:latin typeface="Cambria Math" panose="02040503050406030204" pitchFamily="18" charset="0"/>
                                  <a:cs typeface="Aban" pitchFamily="2" charset="-78"/>
                                </a:rPr>
                              </m:ctrlPr>
                            </m:dPr>
                            <m:e>
                              <m:r>
                                <a:rPr lang="en-US" b="0" i="1" smtClean="0">
                                  <a:solidFill>
                                    <a:srgbClr val="F8F8F8"/>
                                  </a:solidFill>
                                  <a:latin typeface="Cambria Math" panose="02040503050406030204" pitchFamily="18" charset="0"/>
                                  <a:cs typeface="Aban" pitchFamily="2" charset="-78"/>
                                </a:rPr>
                                <m:t>𝑁</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𝐶</m:t>
                                  </m:r>
                                </m:e>
                                <m:sub>
                                  <m:r>
                                    <a:rPr lang="en-US" b="0" i="1" smtClean="0">
                                      <a:solidFill>
                                        <a:srgbClr val="F8F8F8"/>
                                      </a:solidFill>
                                      <a:latin typeface="Cambria Math" panose="02040503050406030204" pitchFamily="18" charset="0"/>
                                      <a:cs typeface="Aban" pitchFamily="2" charset="-78"/>
                                    </a:rPr>
                                    <m:t>𝑑</m:t>
                                  </m:r>
                                </m:sub>
                              </m:sSub>
                              <m:r>
                                <a:rPr lang="en-US" b="0" i="1" smtClean="0">
                                  <a:solidFill>
                                    <a:srgbClr val="F8F8F8"/>
                                  </a:solidFill>
                                  <a:latin typeface="Cambria Math" panose="02040503050406030204" pitchFamily="18" charset="0"/>
                                  <a:cs typeface="Aban" pitchFamily="2" charset="-78"/>
                                </a:rPr>
                                <m:t>, </m:t>
                              </m:r>
                              <m:r>
                                <a:rPr lang="en-US" b="0" i="1" smtClean="0">
                                  <a:solidFill>
                                    <a:srgbClr val="F8F8F8"/>
                                  </a:solidFill>
                                  <a:latin typeface="Cambria Math" panose="02040503050406030204" pitchFamily="18" charset="0"/>
                                  <a:cs typeface="Aban" pitchFamily="2" charset="-78"/>
                                </a:rPr>
                                <m:t>𝐶</m:t>
                              </m:r>
                            </m:e>
                          </m:d>
                        </m:e>
                      </m:d>
                    </m:oMath>
                  </m:oMathPara>
                </a14:m>
                <a:endParaRPr lang="en-US" b="0" dirty="0">
                  <a:solidFill>
                    <a:srgbClr val="F8F8F8"/>
                  </a:solidFill>
                  <a:cs typeface="Aban" pitchFamily="2" charset="-78"/>
                </a:endParaRPr>
              </a:p>
              <a:p>
                <a:pPr marL="285750" indent="-285750" algn="just" rtl="1">
                  <a:buFont typeface="Arial" panose="020B0604020202020204" pitchFamily="34" charset="0"/>
                  <a:buChar char="•"/>
                </a:pPr>
                <a:r>
                  <a:rPr lang="fa-IR" dirty="0">
                    <a:solidFill>
                      <a:srgbClr val="F8F8F8"/>
                    </a:solidFill>
                    <a:cs typeface="Aban" pitchFamily="2" charset="-78"/>
                  </a:rPr>
                  <a:t>فرض کنید </a:t>
                </a:r>
                <a14:m>
                  <m:oMath xmlns:m="http://schemas.openxmlformats.org/officeDocument/2006/math">
                    <m:r>
                      <a:rPr lang="en-US" b="0" i="1" smtClean="0">
                        <a:solidFill>
                          <a:srgbClr val="F8F8F8"/>
                        </a:solidFill>
                        <a:latin typeface="Cambria Math" panose="02040503050406030204" pitchFamily="18" charset="0"/>
                        <a:cs typeface="Aban" pitchFamily="2" charset="-78"/>
                      </a:rPr>
                      <m:t>𝛾</m:t>
                    </m:r>
                  </m:oMath>
                </a14:m>
                <a:r>
                  <a:rPr lang="fa-IR" dirty="0">
                    <a:solidFill>
                      <a:srgbClr val="F8F8F8"/>
                    </a:solidFill>
                    <a:cs typeface="Aban" pitchFamily="2" charset="-78"/>
                  </a:rPr>
                  <a:t> را کمی افزایش دادیم تا برسیم به حالت </a:t>
                </a:r>
                <a14:m>
                  <m:oMath xmlns:m="http://schemas.openxmlformats.org/officeDocument/2006/math">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𝛾</m:t>
                        </m:r>
                      </m:e>
                      <m:sub>
                        <m:r>
                          <a:rPr lang="en-US" b="0" i="1" smtClean="0">
                            <a:solidFill>
                              <a:srgbClr val="F8F8F8"/>
                            </a:solidFill>
                            <a:latin typeface="Cambria Math" panose="02040503050406030204" pitchFamily="18" charset="0"/>
                            <a:cs typeface="Aban" pitchFamily="2" charset="-78"/>
                          </a:rPr>
                          <m:t>𝐶</m:t>
                        </m:r>
                      </m:sub>
                    </m:sSub>
                    <m:r>
                      <a:rPr lang="en-US" b="0" i="1" smtClean="0">
                        <a:solidFill>
                          <a:srgbClr val="F8F8F8"/>
                        </a:solidFill>
                        <a:latin typeface="Cambria Math" panose="02040503050406030204" pitchFamily="18" charset="0"/>
                        <a:cs typeface="Aban" pitchFamily="2" charset="-78"/>
                      </a:rPr>
                      <m:t>&lt;</m:t>
                    </m:r>
                    <m:r>
                      <a:rPr lang="en-US" b="0" i="1" smtClean="0">
                        <a:solidFill>
                          <a:srgbClr val="F8F8F8"/>
                        </a:solidFill>
                        <a:latin typeface="Cambria Math" panose="02040503050406030204" pitchFamily="18" charset="0"/>
                        <a:cs typeface="Aban" pitchFamily="2" charset="-78"/>
                      </a:rPr>
                      <m:t>𝛾</m:t>
                    </m:r>
                    <m:r>
                      <a:rPr lang="en-US" b="0" i="1" smtClean="0">
                        <a:solidFill>
                          <a:srgbClr val="F8F8F8"/>
                        </a:solidFill>
                        <a:latin typeface="Cambria Math" panose="02040503050406030204" pitchFamily="18" charset="0"/>
                        <a:cs typeface="Aban" pitchFamily="2" charset="-78"/>
                      </a:rPr>
                      <m:t>&lt;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𝛾</m:t>
                        </m:r>
                      </m:e>
                      <m:sub>
                        <m:r>
                          <a:rPr lang="en-US" b="0" i="1" smtClean="0">
                            <a:solidFill>
                              <a:srgbClr val="F8F8F8"/>
                            </a:solidFill>
                            <a:latin typeface="Cambria Math" panose="02040503050406030204" pitchFamily="18" charset="0"/>
                            <a:cs typeface="Aban" pitchFamily="2" charset="-78"/>
                          </a:rPr>
                          <m:t>𝑁</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𝐶</m:t>
                            </m:r>
                          </m:e>
                          <m:sub>
                            <m:r>
                              <a:rPr lang="en-US" b="0" i="1" smtClean="0">
                                <a:solidFill>
                                  <a:srgbClr val="F8F8F8"/>
                                </a:solidFill>
                                <a:latin typeface="Cambria Math" panose="02040503050406030204" pitchFamily="18" charset="0"/>
                                <a:cs typeface="Aban" pitchFamily="2" charset="-78"/>
                              </a:rPr>
                              <m:t>𝑡</m:t>
                            </m:r>
                          </m:sub>
                        </m:sSub>
                      </m:sub>
                    </m:sSub>
                    <m:r>
                      <a:rPr lang="en-US" b="0" i="1" smtClean="0">
                        <a:solidFill>
                          <a:srgbClr val="F8F8F8"/>
                        </a:solidFill>
                        <a:latin typeface="Cambria Math" panose="02040503050406030204" pitchFamily="18" charset="0"/>
                        <a:cs typeface="Aban" pitchFamily="2" charset="-78"/>
                      </a:rPr>
                      <m:t>&lt;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𝛾</m:t>
                        </m:r>
                      </m:e>
                      <m:sub>
                        <m:r>
                          <a:rPr lang="en-US" b="0" i="1" smtClean="0">
                            <a:solidFill>
                              <a:srgbClr val="F8F8F8"/>
                            </a:solidFill>
                            <a:latin typeface="Cambria Math" panose="02040503050406030204" pitchFamily="18" charset="0"/>
                            <a:cs typeface="Aban" pitchFamily="2" charset="-78"/>
                          </a:rPr>
                          <m:t>𝑁</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𝐶</m:t>
                            </m:r>
                          </m:e>
                          <m:sub>
                            <m:r>
                              <a:rPr lang="en-US" b="0" i="1" smtClean="0">
                                <a:solidFill>
                                  <a:srgbClr val="F8F8F8"/>
                                </a:solidFill>
                                <a:latin typeface="Cambria Math" panose="02040503050406030204" pitchFamily="18" charset="0"/>
                                <a:cs typeface="Aban" pitchFamily="2" charset="-78"/>
                              </a:rPr>
                              <m:t>𝑑</m:t>
                            </m:r>
                          </m:sub>
                        </m:sSub>
                      </m:sub>
                    </m:sSub>
                  </m:oMath>
                </a14:m>
                <a:r>
                  <a:rPr lang="fa-IR" dirty="0">
                    <a:solidFill>
                      <a:srgbClr val="F8F8F8"/>
                    </a:solidFill>
                    <a:cs typeface="Aban" pitchFamily="2" charset="-78"/>
                  </a:rPr>
                  <a:t> در این حالت بیمار وقتی پزشک همکاری کند به دلیل لذت الکل ترجیح می‌دهد تا همکاری نکند بنابراین تعادل نش قبلی </a:t>
                </a:r>
                <a14:m>
                  <m:oMath xmlns:m="http://schemas.openxmlformats.org/officeDocument/2006/math">
                    <m:r>
                      <a:rPr lang="en-US" b="0" i="1" smtClean="0">
                        <a:solidFill>
                          <a:srgbClr val="F8F8F8"/>
                        </a:solidFill>
                        <a:latin typeface="Cambria Math" panose="02040503050406030204" pitchFamily="18" charset="0"/>
                        <a:cs typeface="Aban" pitchFamily="2" charset="-78"/>
                      </a:rPr>
                      <m:t>(</m:t>
                    </m:r>
                    <m:r>
                      <a:rPr lang="en-US" b="0" i="1" smtClean="0">
                        <a:solidFill>
                          <a:srgbClr val="F8F8F8"/>
                        </a:solidFill>
                        <a:latin typeface="Cambria Math" panose="02040503050406030204" pitchFamily="18" charset="0"/>
                        <a:cs typeface="Aban" pitchFamily="2" charset="-78"/>
                      </a:rPr>
                      <m:t>𝐶</m:t>
                    </m:r>
                    <m:r>
                      <a:rPr lang="en-US" b="0" i="1" smtClean="0">
                        <a:solidFill>
                          <a:srgbClr val="F8F8F8"/>
                        </a:solidFill>
                        <a:latin typeface="Cambria Math" panose="02040503050406030204" pitchFamily="18" charset="0"/>
                        <a:cs typeface="Aban" pitchFamily="2" charset="-78"/>
                      </a:rPr>
                      <m:t>,</m:t>
                    </m:r>
                    <m:r>
                      <a:rPr lang="en-US" b="0" i="1" smtClean="0">
                        <a:solidFill>
                          <a:srgbClr val="F8F8F8"/>
                        </a:solidFill>
                        <a:latin typeface="Cambria Math" panose="02040503050406030204" pitchFamily="18" charset="0"/>
                        <a:cs typeface="Aban" pitchFamily="2" charset="-78"/>
                      </a:rPr>
                      <m:t>𝐶</m:t>
                    </m:r>
                    <m:r>
                      <a:rPr lang="en-US" b="0" i="1" smtClean="0">
                        <a:solidFill>
                          <a:srgbClr val="F8F8F8"/>
                        </a:solidFill>
                        <a:latin typeface="Cambria Math" panose="02040503050406030204" pitchFamily="18" charset="0"/>
                        <a:cs typeface="Aban" pitchFamily="2" charset="-78"/>
                      </a:rPr>
                      <m:t>)</m:t>
                    </m:r>
                  </m:oMath>
                </a14:m>
                <a:r>
                  <a:rPr lang="fa-IR" dirty="0">
                    <a:solidFill>
                      <a:srgbClr val="F8F8F8"/>
                    </a:solidFill>
                    <a:cs typeface="Aban" pitchFamily="2" charset="-78"/>
                  </a:rPr>
                  <a:t> برقرار نیست. تنها حالت تعادل نش در این حالت در صورت بالا بودن بتا فرم زیر است</a:t>
                </a:r>
              </a:p>
              <a:p>
                <a:pPr algn="just" rtl="1"/>
                <a14:m>
                  <m:oMathPara xmlns:m="http://schemas.openxmlformats.org/officeDocument/2006/math">
                    <m:oMathParaPr>
                      <m:jc m:val="centerGroup"/>
                    </m:oMathParaPr>
                    <m:oMath xmlns:m="http://schemas.openxmlformats.org/officeDocument/2006/math">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𝛾</m:t>
                          </m:r>
                        </m:e>
                        <m:sub>
                          <m:r>
                            <a:rPr lang="en-US" b="0" i="1" smtClean="0">
                              <a:solidFill>
                                <a:srgbClr val="F8F8F8"/>
                              </a:solidFill>
                              <a:latin typeface="Cambria Math" panose="02040503050406030204" pitchFamily="18" charset="0"/>
                              <a:cs typeface="Aban" pitchFamily="2" charset="-78"/>
                            </a:rPr>
                            <m:t>𝐶</m:t>
                          </m:r>
                        </m:sub>
                      </m:sSub>
                      <m:r>
                        <a:rPr lang="en-US" b="0" i="1" smtClean="0">
                          <a:solidFill>
                            <a:srgbClr val="F8F8F8"/>
                          </a:solidFill>
                          <a:latin typeface="Cambria Math" panose="02040503050406030204" pitchFamily="18" charset="0"/>
                          <a:cs typeface="Aban" pitchFamily="2" charset="-78"/>
                        </a:rPr>
                        <m:t>&lt;</m:t>
                      </m:r>
                      <m:r>
                        <a:rPr lang="en-US" b="0" i="1" smtClean="0">
                          <a:solidFill>
                            <a:srgbClr val="F8F8F8"/>
                          </a:solidFill>
                          <a:latin typeface="Cambria Math" panose="02040503050406030204" pitchFamily="18" charset="0"/>
                          <a:cs typeface="Aban" pitchFamily="2" charset="-78"/>
                        </a:rPr>
                        <m:t>𝛾</m:t>
                      </m:r>
                      <m:r>
                        <a:rPr lang="en-US" b="0" i="1" smtClean="0">
                          <a:solidFill>
                            <a:srgbClr val="F8F8F8"/>
                          </a:solidFill>
                          <a:latin typeface="Cambria Math" panose="02040503050406030204" pitchFamily="18" charset="0"/>
                          <a:cs typeface="Aban" pitchFamily="2" charset="-78"/>
                        </a:rPr>
                        <m:t>&lt;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𝛾</m:t>
                          </m:r>
                        </m:e>
                        <m:sub>
                          <m:r>
                            <a:rPr lang="en-US" b="0" i="1" smtClean="0">
                              <a:solidFill>
                                <a:srgbClr val="F8F8F8"/>
                              </a:solidFill>
                              <a:latin typeface="Cambria Math" panose="02040503050406030204" pitchFamily="18" charset="0"/>
                              <a:cs typeface="Aban" pitchFamily="2" charset="-78"/>
                            </a:rPr>
                            <m:t>𝑁</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𝐶</m:t>
                              </m:r>
                            </m:e>
                            <m:sub>
                              <m:r>
                                <a:rPr lang="en-US" b="0" i="1" smtClean="0">
                                  <a:solidFill>
                                    <a:srgbClr val="F8F8F8"/>
                                  </a:solidFill>
                                  <a:latin typeface="Cambria Math" panose="02040503050406030204" pitchFamily="18" charset="0"/>
                                  <a:cs typeface="Aban" pitchFamily="2" charset="-78"/>
                                </a:rPr>
                                <m:t>𝑡</m:t>
                              </m:r>
                            </m:sub>
                          </m:sSub>
                        </m:sub>
                      </m:sSub>
                      <m:r>
                        <a:rPr lang="en-US" b="0" i="1" smtClean="0">
                          <a:solidFill>
                            <a:srgbClr val="F8F8F8"/>
                          </a:solidFill>
                          <a:latin typeface="Cambria Math" panose="02040503050406030204" pitchFamily="18" charset="0"/>
                          <a:cs typeface="Aban" pitchFamily="2" charset="-78"/>
                        </a:rPr>
                        <m:t>∧</m:t>
                      </m:r>
                      <m:r>
                        <a:rPr lang="en-US" b="0" i="1" smtClean="0">
                          <a:solidFill>
                            <a:srgbClr val="F8F8F8"/>
                          </a:solidFill>
                          <a:latin typeface="Cambria Math" panose="02040503050406030204" pitchFamily="18" charset="0"/>
                          <a:cs typeface="Aban" pitchFamily="2" charset="-78"/>
                        </a:rPr>
                        <m:t>𝛽</m:t>
                      </m:r>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𝛽</m:t>
                          </m:r>
                        </m:e>
                        <m:sub>
                          <m:r>
                            <a:rPr lang="en-US" b="0" i="1" smtClean="0">
                              <a:solidFill>
                                <a:srgbClr val="F8F8F8"/>
                              </a:solidFill>
                              <a:latin typeface="Cambria Math" panose="02040503050406030204" pitchFamily="18" charset="0"/>
                              <a:cs typeface="Aban" pitchFamily="2" charset="-78"/>
                            </a:rPr>
                            <m:t>𝑁</m:t>
                          </m:r>
                          <m:r>
                            <a:rPr lang="en-US" b="0" i="1" smtClean="0">
                              <a:solidFill>
                                <a:srgbClr val="F8F8F8"/>
                              </a:solidFill>
                              <a:latin typeface="Cambria Math" panose="02040503050406030204" pitchFamily="18" charset="0"/>
                              <a:cs typeface="Aban" pitchFamily="2" charset="-78"/>
                            </a:rPr>
                            <m:t>𝐶</m:t>
                          </m:r>
                        </m:sub>
                      </m:sSub>
                      <m:r>
                        <a:rPr lang="en-US" b="0" i="1" smtClean="0">
                          <a:solidFill>
                            <a:srgbClr val="F8F8F8"/>
                          </a:solidFill>
                          <a:latin typeface="Cambria Math" panose="02040503050406030204" pitchFamily="18" charset="0"/>
                          <a:cs typeface="Aban" pitchFamily="2" charset="-78"/>
                        </a:rPr>
                        <m:t>⇒</m:t>
                      </m:r>
                      <m:d>
                        <m:dPr>
                          <m:begChr m:val="{"/>
                          <m:endChr m:val="}"/>
                          <m:ctrlPr>
                            <a:rPr lang="en-US" b="0" i="1" smtClean="0">
                              <a:solidFill>
                                <a:srgbClr val="F8F8F8"/>
                              </a:solidFill>
                              <a:latin typeface="Cambria Math" panose="02040503050406030204" pitchFamily="18" charset="0"/>
                              <a:cs typeface="Aban" pitchFamily="2" charset="-78"/>
                            </a:rPr>
                          </m:ctrlPr>
                        </m:dPr>
                        <m:e>
                          <m:d>
                            <m:dPr>
                              <m:ctrlPr>
                                <a:rPr lang="en-US" b="0" i="1" smtClean="0">
                                  <a:solidFill>
                                    <a:srgbClr val="F8F8F8"/>
                                  </a:solidFill>
                                  <a:latin typeface="Cambria Math" panose="02040503050406030204" pitchFamily="18" charset="0"/>
                                  <a:cs typeface="Aban" pitchFamily="2" charset="-78"/>
                                </a:rPr>
                              </m:ctrlPr>
                            </m:dPr>
                            <m:e>
                              <m:r>
                                <a:rPr lang="en-US" b="0" i="1" smtClean="0">
                                  <a:solidFill>
                                    <a:srgbClr val="F8F8F8"/>
                                  </a:solidFill>
                                  <a:latin typeface="Cambria Math" panose="02040503050406030204" pitchFamily="18" charset="0"/>
                                  <a:cs typeface="Aban" pitchFamily="2" charset="-78"/>
                                </a:rPr>
                                <m:t>𝑁</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𝐶</m:t>
                                  </m:r>
                                </m:e>
                                <m:sub>
                                  <m:r>
                                    <a:rPr lang="en-US" b="0" i="1" smtClean="0">
                                      <a:solidFill>
                                        <a:srgbClr val="F8F8F8"/>
                                      </a:solidFill>
                                      <a:latin typeface="Cambria Math" panose="02040503050406030204" pitchFamily="18" charset="0"/>
                                      <a:cs typeface="Aban" pitchFamily="2" charset="-78"/>
                                    </a:rPr>
                                    <m:t>𝑑</m:t>
                                  </m:r>
                                </m:sub>
                              </m:sSub>
                              <m:r>
                                <a:rPr lang="en-US" b="0" i="1" smtClean="0">
                                  <a:solidFill>
                                    <a:srgbClr val="F8F8F8"/>
                                  </a:solidFill>
                                  <a:latin typeface="Cambria Math" panose="02040503050406030204" pitchFamily="18" charset="0"/>
                                  <a:cs typeface="Aban" pitchFamily="2" charset="-78"/>
                                </a:rPr>
                                <m:t>,</m:t>
                              </m:r>
                              <m:r>
                                <a:rPr lang="en-US" b="0" i="1" smtClean="0">
                                  <a:solidFill>
                                    <a:srgbClr val="F8F8F8"/>
                                  </a:solidFill>
                                  <a:latin typeface="Cambria Math" panose="02040503050406030204" pitchFamily="18" charset="0"/>
                                  <a:cs typeface="Aban" pitchFamily="2" charset="-78"/>
                                </a:rPr>
                                <m:t>𝐶</m:t>
                              </m:r>
                            </m:e>
                          </m:d>
                        </m:e>
                      </m:d>
                    </m:oMath>
                  </m:oMathPara>
                </a14:m>
                <a:endParaRPr lang="en-US" b="0" dirty="0">
                  <a:solidFill>
                    <a:srgbClr val="F8F8F8"/>
                  </a:solidFill>
                  <a:cs typeface="Aban" pitchFamily="2" charset="-78"/>
                </a:endParaRPr>
              </a:p>
              <a:p>
                <a:pPr marL="285750" indent="-285750" algn="just" rtl="1">
                  <a:buFont typeface="Arial" panose="020B0604020202020204" pitchFamily="34" charset="0"/>
                  <a:buChar char="•"/>
                </a:pPr>
                <a:r>
                  <a:rPr lang="fa-IR" dirty="0">
                    <a:solidFill>
                      <a:srgbClr val="F8F8F8"/>
                    </a:solidFill>
                    <a:cs typeface="Aban" pitchFamily="2" charset="-78"/>
                  </a:rPr>
                  <a:t>اگر </a:t>
                </a:r>
                <a14:m>
                  <m:oMath xmlns:m="http://schemas.openxmlformats.org/officeDocument/2006/math">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𝛾</m:t>
                        </m:r>
                      </m:e>
                      <m:sub>
                        <m:r>
                          <a:rPr lang="en-US" b="0" i="1" smtClean="0">
                            <a:solidFill>
                              <a:srgbClr val="F8F8F8"/>
                            </a:solidFill>
                            <a:latin typeface="Cambria Math" panose="02040503050406030204" pitchFamily="18" charset="0"/>
                            <a:cs typeface="Aban" pitchFamily="2" charset="-78"/>
                          </a:rPr>
                          <m:t>𝐶</m:t>
                        </m:r>
                      </m:sub>
                    </m:sSub>
                    <m:r>
                      <a:rPr lang="en-US" b="0" i="1" smtClean="0">
                        <a:solidFill>
                          <a:srgbClr val="F8F8F8"/>
                        </a:solidFill>
                        <a:latin typeface="Cambria Math" panose="02040503050406030204" pitchFamily="18" charset="0"/>
                        <a:cs typeface="Aban" pitchFamily="2" charset="-78"/>
                      </a:rPr>
                      <m:t>&lt;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𝛾</m:t>
                        </m:r>
                      </m:e>
                      <m:sub>
                        <m:r>
                          <a:rPr lang="en-US" b="0" i="1" smtClean="0">
                            <a:solidFill>
                              <a:srgbClr val="F8F8F8"/>
                            </a:solidFill>
                            <a:latin typeface="Cambria Math" panose="02040503050406030204" pitchFamily="18" charset="0"/>
                            <a:cs typeface="Aban" pitchFamily="2" charset="-78"/>
                          </a:rPr>
                          <m:t>𝑁</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𝐶</m:t>
                            </m:r>
                          </m:e>
                          <m:sub>
                            <m:r>
                              <a:rPr lang="en-US" b="0" i="1" smtClean="0">
                                <a:solidFill>
                                  <a:srgbClr val="F8F8F8"/>
                                </a:solidFill>
                                <a:latin typeface="Cambria Math" panose="02040503050406030204" pitchFamily="18" charset="0"/>
                                <a:cs typeface="Aban" pitchFamily="2" charset="-78"/>
                              </a:rPr>
                              <m:t>𝑡</m:t>
                            </m:r>
                          </m:sub>
                        </m:sSub>
                      </m:sub>
                    </m:sSub>
                    <m:r>
                      <a:rPr lang="en-US" b="0" i="1" smtClean="0">
                        <a:solidFill>
                          <a:srgbClr val="F8F8F8"/>
                        </a:solidFill>
                        <a:latin typeface="Cambria Math" panose="02040503050406030204" pitchFamily="18" charset="0"/>
                        <a:cs typeface="Aban" pitchFamily="2" charset="-78"/>
                      </a:rPr>
                      <m:t>&lt;</m:t>
                    </m:r>
                    <m:r>
                      <a:rPr lang="en-US" b="0" i="1" smtClean="0">
                        <a:solidFill>
                          <a:srgbClr val="F8F8F8"/>
                        </a:solidFill>
                        <a:latin typeface="Cambria Math" panose="02040503050406030204" pitchFamily="18" charset="0"/>
                        <a:cs typeface="Aban" pitchFamily="2" charset="-78"/>
                      </a:rPr>
                      <m:t>𝛾</m:t>
                    </m:r>
                    <m:r>
                      <a:rPr lang="en-US" b="0" i="1" smtClean="0">
                        <a:solidFill>
                          <a:srgbClr val="F8F8F8"/>
                        </a:solidFill>
                        <a:latin typeface="Cambria Math" panose="02040503050406030204" pitchFamily="18" charset="0"/>
                        <a:cs typeface="Aban" pitchFamily="2" charset="-78"/>
                      </a:rPr>
                      <m:t>&lt;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𝛾</m:t>
                        </m:r>
                      </m:e>
                      <m:sub>
                        <m:r>
                          <a:rPr lang="en-US" b="0" i="1" smtClean="0">
                            <a:solidFill>
                              <a:srgbClr val="F8F8F8"/>
                            </a:solidFill>
                            <a:latin typeface="Cambria Math" panose="02040503050406030204" pitchFamily="18" charset="0"/>
                            <a:cs typeface="Aban" pitchFamily="2" charset="-78"/>
                          </a:rPr>
                          <m:t>𝑁</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𝐶</m:t>
                            </m:r>
                          </m:e>
                          <m:sub>
                            <m:r>
                              <a:rPr lang="en-US" b="0" i="1" smtClean="0">
                                <a:solidFill>
                                  <a:srgbClr val="F8F8F8"/>
                                </a:solidFill>
                                <a:latin typeface="Cambria Math" panose="02040503050406030204" pitchFamily="18" charset="0"/>
                                <a:cs typeface="Aban" pitchFamily="2" charset="-78"/>
                              </a:rPr>
                              <m:t>𝑑</m:t>
                            </m:r>
                          </m:sub>
                        </m:sSub>
                      </m:sub>
                    </m:sSub>
                  </m:oMath>
                </a14:m>
                <a:r>
                  <a:rPr lang="fa-IR" dirty="0">
                    <a:solidFill>
                      <a:srgbClr val="F8F8F8"/>
                    </a:solidFill>
                    <a:cs typeface="Aban" pitchFamily="2" charset="-78"/>
                  </a:rPr>
                  <a:t> در این صورت بیمار اگر پزشک موقتا همکاری نکند همکاری نمی‌کند. برای اینکه دکتر هم در این حالت همکاری نکند </a:t>
                </a:r>
                <a14:m>
                  <m:oMath xmlns:m="http://schemas.openxmlformats.org/officeDocument/2006/math">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𝐷</m:t>
                        </m:r>
                      </m:e>
                      <m:sub>
                        <m:r>
                          <a:rPr lang="en-US" b="0" i="1" smtClean="0">
                            <a:solidFill>
                              <a:srgbClr val="F8F8F8"/>
                            </a:solidFill>
                            <a:latin typeface="Cambria Math" panose="02040503050406030204" pitchFamily="18" charset="0"/>
                            <a:cs typeface="Aban" pitchFamily="2" charset="-78"/>
                          </a:rPr>
                          <m:t>22</m:t>
                        </m:r>
                      </m:sub>
                    </m:sSub>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𝐷</m:t>
                        </m:r>
                      </m:e>
                      <m:sub>
                        <m:r>
                          <a:rPr lang="en-US" b="0" i="1" smtClean="0">
                            <a:solidFill>
                              <a:srgbClr val="F8F8F8"/>
                            </a:solidFill>
                            <a:latin typeface="Cambria Math" panose="02040503050406030204" pitchFamily="18" charset="0"/>
                            <a:cs typeface="Aban" pitchFamily="2" charset="-78"/>
                          </a:rPr>
                          <m:t>32</m:t>
                        </m:r>
                      </m:sub>
                    </m:sSub>
                  </m:oMath>
                </a14:m>
                <a:r>
                  <a:rPr lang="fa-IR" dirty="0">
                    <a:solidFill>
                      <a:srgbClr val="F8F8F8"/>
                    </a:solidFill>
                    <a:cs typeface="Aban" pitchFamily="2" charset="-78"/>
                  </a:rPr>
                  <a:t> باید داشته باشیم که </a:t>
                </a:r>
                <a14:m>
                  <m:oMath xmlns:m="http://schemas.openxmlformats.org/officeDocument/2006/math">
                    <m:r>
                      <a:rPr lang="en-US" b="0" i="1" smtClean="0">
                        <a:solidFill>
                          <a:srgbClr val="F8F8F8"/>
                        </a:solidFill>
                        <a:latin typeface="Cambria Math" panose="02040503050406030204" pitchFamily="18" charset="0"/>
                        <a:cs typeface="Aban" pitchFamily="2" charset="-78"/>
                      </a:rPr>
                      <m:t>𝛽</m:t>
                    </m:r>
                    <m:r>
                      <a:rPr lang="en-US" b="0" i="1" smtClean="0">
                        <a:solidFill>
                          <a:srgbClr val="F8F8F8"/>
                        </a:solidFill>
                        <a:latin typeface="Cambria Math" panose="02040503050406030204" pitchFamily="18" charset="0"/>
                        <a:cs typeface="Aban" pitchFamily="2" charset="-78"/>
                      </a:rPr>
                      <m:t>&lt;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𝛽</m:t>
                        </m:r>
                      </m:e>
                      <m:sub>
                        <m:r>
                          <a:rPr lang="en-US" b="0" i="1" smtClean="0">
                            <a:solidFill>
                              <a:srgbClr val="F8F8F8"/>
                            </a:solidFill>
                            <a:latin typeface="Cambria Math" panose="02040503050406030204" pitchFamily="18" charset="0"/>
                            <a:cs typeface="Aban" pitchFamily="2" charset="-78"/>
                          </a:rPr>
                          <m:t>𝑁𝐶</m:t>
                        </m:r>
                      </m:sub>
                    </m:sSub>
                  </m:oMath>
                </a14:m>
                <a:r>
                  <a:rPr lang="fa-IR" dirty="0">
                    <a:solidFill>
                      <a:srgbClr val="F8F8F8"/>
                    </a:solidFill>
                    <a:cs typeface="Aban" pitchFamily="2" charset="-78"/>
                  </a:rPr>
                  <a:t> تعادل نش </a:t>
                </a:r>
                <a14:m>
                  <m:oMath xmlns:m="http://schemas.openxmlformats.org/officeDocument/2006/math">
                    <m:r>
                      <a:rPr lang="en-US" b="0" i="1" smtClean="0">
                        <a:solidFill>
                          <a:srgbClr val="F8F8F8"/>
                        </a:solidFill>
                        <a:latin typeface="Cambria Math" panose="02040503050406030204" pitchFamily="18" charset="0"/>
                        <a:cs typeface="Aban" pitchFamily="2" charset="-78"/>
                      </a:rPr>
                      <m:t>(</m:t>
                    </m:r>
                    <m:r>
                      <a:rPr lang="en-US" b="0" i="1" smtClean="0">
                        <a:solidFill>
                          <a:srgbClr val="F8F8F8"/>
                        </a:solidFill>
                        <a:latin typeface="Cambria Math" panose="02040503050406030204" pitchFamily="18" charset="0"/>
                        <a:cs typeface="Aban" pitchFamily="2" charset="-78"/>
                      </a:rPr>
                      <m:t>𝑁</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𝐶</m:t>
                        </m:r>
                      </m:e>
                      <m:sub>
                        <m:r>
                          <a:rPr lang="en-US" b="0" i="1" smtClean="0">
                            <a:solidFill>
                              <a:srgbClr val="F8F8F8"/>
                            </a:solidFill>
                            <a:latin typeface="Cambria Math" panose="02040503050406030204" pitchFamily="18" charset="0"/>
                            <a:cs typeface="Aban" pitchFamily="2" charset="-78"/>
                          </a:rPr>
                          <m:t>𝑡</m:t>
                        </m:r>
                      </m:sub>
                    </m:sSub>
                    <m:r>
                      <a:rPr lang="en-US" b="0" i="1" smtClean="0">
                        <a:solidFill>
                          <a:srgbClr val="F8F8F8"/>
                        </a:solidFill>
                        <a:latin typeface="Cambria Math" panose="02040503050406030204" pitchFamily="18" charset="0"/>
                        <a:cs typeface="Aban" pitchFamily="2" charset="-78"/>
                      </a:rPr>
                      <m:t>,</m:t>
                    </m:r>
                    <m:r>
                      <a:rPr lang="en-US" b="0" i="1" smtClean="0">
                        <a:solidFill>
                          <a:srgbClr val="F8F8F8"/>
                        </a:solidFill>
                        <a:latin typeface="Cambria Math" panose="02040503050406030204" pitchFamily="18" charset="0"/>
                        <a:cs typeface="Aban" pitchFamily="2" charset="-78"/>
                      </a:rPr>
                      <m:t>𝑁𝐶</m:t>
                    </m:r>
                    <m:r>
                      <a:rPr lang="en-US" b="0" i="1" smtClean="0">
                        <a:solidFill>
                          <a:srgbClr val="F8F8F8"/>
                        </a:solidFill>
                        <a:latin typeface="Cambria Math" panose="02040503050406030204" pitchFamily="18" charset="0"/>
                        <a:cs typeface="Aban" pitchFamily="2" charset="-78"/>
                      </a:rPr>
                      <m:t>)</m:t>
                    </m:r>
                  </m:oMath>
                </a14:m>
                <a:r>
                  <a:rPr lang="fa-IR" dirty="0">
                    <a:solidFill>
                      <a:srgbClr val="F8F8F8"/>
                    </a:solidFill>
                    <a:cs typeface="Aban" pitchFamily="2" charset="-78"/>
                  </a:rPr>
                  <a:t> را خواهیم داشت.</a:t>
                </a:r>
              </a:p>
              <a:p>
                <a:pPr marL="285750" indent="-285750" algn="just" rtl="1">
                  <a:buFont typeface="Arial" panose="020B0604020202020204" pitchFamily="34" charset="0"/>
                  <a:buChar char="•"/>
                </a:pPr>
                <a:r>
                  <a:rPr lang="fa-IR" dirty="0">
                    <a:solidFill>
                      <a:srgbClr val="F8F8F8"/>
                    </a:solidFill>
                    <a:cs typeface="Aban" pitchFamily="2" charset="-78"/>
                  </a:rPr>
                  <a:t>مشابه قبل برای </a:t>
                </a:r>
                <a14:m>
                  <m:oMath xmlns:m="http://schemas.openxmlformats.org/officeDocument/2006/math">
                    <m:r>
                      <a:rPr lang="en-US" b="0" i="1" smtClean="0">
                        <a:solidFill>
                          <a:srgbClr val="F8F8F8"/>
                        </a:solidFill>
                        <a:latin typeface="Cambria Math" panose="02040503050406030204" pitchFamily="18" charset="0"/>
                        <a:cs typeface="Aban" pitchFamily="2" charset="-78"/>
                      </a:rPr>
                      <m:t>𝛽</m:t>
                    </m:r>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𝛽</m:t>
                        </m:r>
                      </m:e>
                      <m:sub>
                        <m:r>
                          <a:rPr lang="en-US" b="0" i="1" smtClean="0">
                            <a:solidFill>
                              <a:srgbClr val="F8F8F8"/>
                            </a:solidFill>
                            <a:latin typeface="Cambria Math" panose="02040503050406030204" pitchFamily="18" charset="0"/>
                            <a:cs typeface="Aban" pitchFamily="2" charset="-78"/>
                          </a:rPr>
                          <m:t>𝐶𝐶</m:t>
                        </m:r>
                      </m:sub>
                    </m:sSub>
                  </m:oMath>
                </a14:m>
                <a:r>
                  <a:rPr lang="fa-IR" dirty="0">
                    <a:solidFill>
                      <a:srgbClr val="F8F8F8"/>
                    </a:solidFill>
                    <a:cs typeface="Aban" pitchFamily="2" charset="-78"/>
                  </a:rPr>
                  <a:t> تعادل نش </a:t>
                </a:r>
                <a14:m>
                  <m:oMath xmlns:m="http://schemas.openxmlformats.org/officeDocument/2006/math">
                    <m:r>
                      <a:rPr lang="en-US" b="0" i="1" smtClean="0">
                        <a:solidFill>
                          <a:srgbClr val="F8F8F8"/>
                        </a:solidFill>
                        <a:latin typeface="Cambria Math" panose="02040503050406030204" pitchFamily="18" charset="0"/>
                        <a:cs typeface="Aban" pitchFamily="2" charset="-78"/>
                      </a:rPr>
                      <m:t>(</m:t>
                    </m:r>
                    <m:r>
                      <a:rPr lang="en-US" b="0" i="1" smtClean="0">
                        <a:solidFill>
                          <a:srgbClr val="F8F8F8"/>
                        </a:solidFill>
                        <a:latin typeface="Cambria Math" panose="02040503050406030204" pitchFamily="18" charset="0"/>
                        <a:cs typeface="Aban" pitchFamily="2" charset="-78"/>
                      </a:rPr>
                      <m:t>𝑁</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𝐶</m:t>
                        </m:r>
                      </m:e>
                      <m:sub>
                        <m:r>
                          <a:rPr lang="en-US" b="0" i="1" smtClean="0">
                            <a:solidFill>
                              <a:srgbClr val="F8F8F8"/>
                            </a:solidFill>
                            <a:latin typeface="Cambria Math" panose="02040503050406030204" pitchFamily="18" charset="0"/>
                            <a:cs typeface="Aban" pitchFamily="2" charset="-78"/>
                          </a:rPr>
                          <m:t>𝑑</m:t>
                        </m:r>
                      </m:sub>
                    </m:sSub>
                    <m:r>
                      <a:rPr lang="en-US" b="0" i="1" smtClean="0">
                        <a:solidFill>
                          <a:srgbClr val="F8F8F8"/>
                        </a:solidFill>
                        <a:latin typeface="Cambria Math" panose="02040503050406030204" pitchFamily="18" charset="0"/>
                        <a:cs typeface="Aban" pitchFamily="2" charset="-78"/>
                      </a:rPr>
                      <m:t>,</m:t>
                    </m:r>
                    <m:r>
                      <a:rPr lang="en-US" b="0" i="1" smtClean="0">
                        <a:solidFill>
                          <a:srgbClr val="F8F8F8"/>
                        </a:solidFill>
                        <a:latin typeface="Cambria Math" panose="02040503050406030204" pitchFamily="18" charset="0"/>
                        <a:cs typeface="Aban" pitchFamily="2" charset="-78"/>
                      </a:rPr>
                      <m:t>𝐶</m:t>
                    </m:r>
                    <m:r>
                      <a:rPr lang="en-US" b="0" i="1" smtClean="0">
                        <a:solidFill>
                          <a:srgbClr val="F8F8F8"/>
                        </a:solidFill>
                        <a:latin typeface="Cambria Math" panose="02040503050406030204" pitchFamily="18" charset="0"/>
                        <a:cs typeface="Aban" pitchFamily="2" charset="-78"/>
                      </a:rPr>
                      <m:t>)</m:t>
                    </m:r>
                  </m:oMath>
                </a14:m>
                <a:r>
                  <a:rPr lang="fa-IR" dirty="0">
                    <a:solidFill>
                      <a:srgbClr val="F8F8F8"/>
                    </a:solidFill>
                    <a:cs typeface="Aban" pitchFamily="2" charset="-78"/>
                  </a:rPr>
                  <a:t> را داریم.</a:t>
                </a:r>
              </a:p>
              <a:p>
                <a:pPr marL="285750" indent="-285750" algn="just" rtl="1">
                  <a:buFont typeface="Arial" panose="020B0604020202020204" pitchFamily="34" charset="0"/>
                  <a:buChar char="•"/>
                </a:pPr>
                <a:r>
                  <a:rPr lang="fa-IR" dirty="0">
                    <a:solidFill>
                      <a:srgbClr val="F8F8F8"/>
                    </a:solidFill>
                    <a:cs typeface="Aban" pitchFamily="2" charset="-78"/>
                  </a:rPr>
                  <a:t>برای حالت آخر اگر گاما بیشترین مقدار را داشته باشد </a:t>
                </a:r>
                <a14:m>
                  <m:oMath xmlns:m="http://schemas.openxmlformats.org/officeDocument/2006/math">
                    <m:r>
                      <a:rPr lang="en-US" b="0" i="1" smtClean="0">
                        <a:solidFill>
                          <a:srgbClr val="F8F8F8"/>
                        </a:solidFill>
                        <a:latin typeface="Cambria Math" panose="02040503050406030204" pitchFamily="18" charset="0"/>
                        <a:cs typeface="Aban" pitchFamily="2" charset="-78"/>
                      </a:rPr>
                      <m:t>𝛾</m:t>
                    </m:r>
                    <m:r>
                      <a:rPr lang="en-US" b="0" i="1" smtClean="0">
                        <a:solidFill>
                          <a:srgbClr val="F8F8F8"/>
                        </a:solidFill>
                        <a:latin typeface="Cambria Math" panose="02040503050406030204" pitchFamily="18" charset="0"/>
                        <a:cs typeface="Aban" pitchFamily="2" charset="-78"/>
                      </a:rPr>
                      <m:t>&gt;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𝛾</m:t>
                        </m:r>
                      </m:e>
                      <m:sub>
                        <m:r>
                          <a:rPr lang="en-US" b="0" i="1" smtClean="0">
                            <a:solidFill>
                              <a:srgbClr val="F8F8F8"/>
                            </a:solidFill>
                            <a:latin typeface="Cambria Math" panose="02040503050406030204" pitchFamily="18" charset="0"/>
                            <a:cs typeface="Aban" pitchFamily="2" charset="-78"/>
                          </a:rPr>
                          <m:t>𝑁</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𝐶</m:t>
                            </m:r>
                          </m:e>
                          <m:sub>
                            <m:r>
                              <a:rPr lang="en-US" b="0" i="1" smtClean="0">
                                <a:solidFill>
                                  <a:srgbClr val="F8F8F8"/>
                                </a:solidFill>
                                <a:latin typeface="Cambria Math" panose="02040503050406030204" pitchFamily="18" charset="0"/>
                                <a:cs typeface="Aban" pitchFamily="2" charset="-78"/>
                              </a:rPr>
                              <m:t>𝑑</m:t>
                            </m:r>
                          </m:sub>
                        </m:sSub>
                      </m:sub>
                    </m:sSub>
                  </m:oMath>
                </a14:m>
                <a:r>
                  <a:rPr lang="fa-IR" dirty="0">
                    <a:solidFill>
                      <a:srgbClr val="F8F8F8"/>
                    </a:solidFill>
                    <a:cs typeface="Aban" pitchFamily="2" charset="-78"/>
                  </a:rPr>
                  <a:t> یعنی لذت الکل آنقدر زیاد است که بیمار هیچ وقت همکاری نمیکند بنابراین برای </a:t>
                </a:r>
                <a14:m>
                  <m:oMath xmlns:m="http://schemas.openxmlformats.org/officeDocument/2006/math">
                    <m:r>
                      <a:rPr lang="en-US" b="0" i="1" smtClean="0">
                        <a:solidFill>
                          <a:srgbClr val="F8F8F8"/>
                        </a:solidFill>
                        <a:latin typeface="Cambria Math" panose="02040503050406030204" pitchFamily="18" charset="0"/>
                        <a:cs typeface="Aban" pitchFamily="2" charset="-78"/>
                      </a:rPr>
                      <m:t>𝛽</m:t>
                    </m:r>
                    <m:r>
                      <a:rPr lang="en-US" b="0" i="1" smtClean="0">
                        <a:solidFill>
                          <a:srgbClr val="F8F8F8"/>
                        </a:solidFill>
                        <a:latin typeface="Cambria Math" panose="02040503050406030204" pitchFamily="18" charset="0"/>
                        <a:cs typeface="Aban" pitchFamily="2" charset="-78"/>
                      </a:rPr>
                      <m:t>&lt;</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𝛽</m:t>
                        </m:r>
                      </m:e>
                      <m:sub>
                        <m:r>
                          <a:rPr lang="en-US" b="0" i="1" smtClean="0">
                            <a:solidFill>
                              <a:srgbClr val="F8F8F8"/>
                            </a:solidFill>
                            <a:latin typeface="Cambria Math" panose="02040503050406030204" pitchFamily="18" charset="0"/>
                            <a:cs typeface="Aban" pitchFamily="2" charset="-78"/>
                          </a:rPr>
                          <m:t>𝑁𝐶</m:t>
                        </m:r>
                      </m:sub>
                    </m:sSub>
                  </m:oMath>
                </a14:m>
                <a:r>
                  <a:rPr lang="fa-IR" dirty="0">
                    <a:solidFill>
                      <a:srgbClr val="F8F8F8"/>
                    </a:solidFill>
                    <a:cs typeface="Aban" pitchFamily="2" charset="-78"/>
                  </a:rPr>
                  <a:t> داریم </a:t>
                </a:r>
                <a14:m>
                  <m:oMath xmlns:m="http://schemas.openxmlformats.org/officeDocument/2006/math">
                    <m:d>
                      <m:dPr>
                        <m:ctrlPr>
                          <a:rPr lang="en-US" b="0" i="1" smtClean="0">
                            <a:solidFill>
                              <a:srgbClr val="F8F8F8"/>
                            </a:solidFill>
                            <a:latin typeface="Cambria Math" panose="02040503050406030204" pitchFamily="18" charset="0"/>
                            <a:cs typeface="Aban" pitchFamily="2" charset="-78"/>
                          </a:rPr>
                        </m:ctrlPr>
                      </m:dPr>
                      <m:e>
                        <m:r>
                          <a:rPr lang="en-US" b="0" i="1" smtClean="0">
                            <a:solidFill>
                              <a:srgbClr val="F8F8F8"/>
                            </a:solidFill>
                            <a:latin typeface="Cambria Math" panose="02040503050406030204" pitchFamily="18" charset="0"/>
                            <a:cs typeface="Aban" pitchFamily="2" charset="-78"/>
                          </a:rPr>
                          <m:t>𝑁</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𝐶</m:t>
                            </m:r>
                          </m:e>
                          <m:sub>
                            <m:r>
                              <a:rPr lang="en-US" b="0" i="1" smtClean="0">
                                <a:solidFill>
                                  <a:srgbClr val="F8F8F8"/>
                                </a:solidFill>
                                <a:latin typeface="Cambria Math" panose="02040503050406030204" pitchFamily="18" charset="0"/>
                                <a:cs typeface="Aban" pitchFamily="2" charset="-78"/>
                              </a:rPr>
                              <m:t>𝑡</m:t>
                            </m:r>
                          </m:sub>
                        </m:sSub>
                        <m:r>
                          <a:rPr lang="en-US" b="0" i="1" smtClean="0">
                            <a:solidFill>
                              <a:srgbClr val="F8F8F8"/>
                            </a:solidFill>
                            <a:latin typeface="Cambria Math" panose="02040503050406030204" pitchFamily="18" charset="0"/>
                            <a:cs typeface="Aban" pitchFamily="2" charset="-78"/>
                          </a:rPr>
                          <m:t>,</m:t>
                        </m:r>
                        <m:r>
                          <a:rPr lang="en-US" b="0" i="1" smtClean="0">
                            <a:solidFill>
                              <a:srgbClr val="F8F8F8"/>
                            </a:solidFill>
                            <a:latin typeface="Cambria Math" panose="02040503050406030204" pitchFamily="18" charset="0"/>
                            <a:cs typeface="Aban" pitchFamily="2" charset="-78"/>
                          </a:rPr>
                          <m:t>𝑁𝐶</m:t>
                        </m:r>
                      </m:e>
                    </m:d>
                  </m:oMath>
                </a14:m>
                <a:r>
                  <a:rPr lang="fa-IR" dirty="0">
                    <a:solidFill>
                      <a:srgbClr val="F8F8F8"/>
                    </a:solidFill>
                    <a:cs typeface="Aban" pitchFamily="2" charset="-78"/>
                  </a:rPr>
                  <a:t> و برای </a:t>
                </a:r>
                <a14:m>
                  <m:oMath xmlns:m="http://schemas.openxmlformats.org/officeDocument/2006/math">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𝛽</m:t>
                        </m:r>
                      </m:e>
                      <m:sub>
                        <m:r>
                          <a:rPr lang="en-US" b="0" i="1" smtClean="0">
                            <a:solidFill>
                              <a:srgbClr val="F8F8F8"/>
                            </a:solidFill>
                            <a:latin typeface="Cambria Math" panose="02040503050406030204" pitchFamily="18" charset="0"/>
                            <a:cs typeface="Aban" pitchFamily="2" charset="-78"/>
                          </a:rPr>
                          <m:t>𝑁𝐶</m:t>
                        </m:r>
                      </m:sub>
                    </m:sSub>
                    <m:r>
                      <a:rPr lang="en-US" b="0" i="1" smtClean="0">
                        <a:solidFill>
                          <a:srgbClr val="F8F8F8"/>
                        </a:solidFill>
                        <a:latin typeface="Cambria Math" panose="02040503050406030204" pitchFamily="18" charset="0"/>
                        <a:cs typeface="Aban" pitchFamily="2" charset="-78"/>
                      </a:rPr>
                      <m:t>&lt;</m:t>
                    </m:r>
                    <m:r>
                      <a:rPr lang="en-US" b="0" i="1" smtClean="0">
                        <a:solidFill>
                          <a:srgbClr val="F8F8F8"/>
                        </a:solidFill>
                        <a:latin typeface="Cambria Math" panose="02040503050406030204" pitchFamily="18" charset="0"/>
                        <a:cs typeface="Aban" pitchFamily="2" charset="-78"/>
                      </a:rPr>
                      <m:t>𝛽</m:t>
                    </m:r>
                  </m:oMath>
                </a14:m>
                <a:r>
                  <a:rPr lang="fa-IR" dirty="0">
                    <a:solidFill>
                      <a:srgbClr val="F8F8F8"/>
                    </a:solidFill>
                    <a:cs typeface="Aban" pitchFamily="2" charset="-78"/>
                  </a:rPr>
                  <a:t> داریم که هر دو طرف عدم همکاری را ترجیح می‌دهند پس </a:t>
                </a:r>
                <a14:m>
                  <m:oMath xmlns:m="http://schemas.openxmlformats.org/officeDocument/2006/math">
                    <m:d>
                      <m:dPr>
                        <m:ctrlPr>
                          <a:rPr lang="en-US" b="0" i="1" smtClean="0">
                            <a:solidFill>
                              <a:srgbClr val="F8F8F8"/>
                            </a:solidFill>
                            <a:latin typeface="Cambria Math" panose="02040503050406030204" pitchFamily="18" charset="0"/>
                            <a:cs typeface="Aban" pitchFamily="2" charset="-78"/>
                          </a:rPr>
                        </m:ctrlPr>
                      </m:dPr>
                      <m:e>
                        <m:r>
                          <a:rPr lang="en-US" b="0" i="1" smtClean="0">
                            <a:solidFill>
                              <a:srgbClr val="F8F8F8"/>
                            </a:solidFill>
                            <a:latin typeface="Cambria Math" panose="02040503050406030204" pitchFamily="18" charset="0"/>
                            <a:cs typeface="Aban" pitchFamily="2" charset="-78"/>
                          </a:rPr>
                          <m:t>𝑁</m:t>
                        </m:r>
                        <m:sSub>
                          <m:sSubPr>
                            <m:ctrlPr>
                              <a:rPr lang="en-US" b="0" i="1" smtClean="0">
                                <a:solidFill>
                                  <a:srgbClr val="F8F8F8"/>
                                </a:solidFill>
                                <a:latin typeface="Cambria Math" panose="02040503050406030204" pitchFamily="18" charset="0"/>
                                <a:cs typeface="Aban" pitchFamily="2" charset="-78"/>
                              </a:rPr>
                            </m:ctrlPr>
                          </m:sSubPr>
                          <m:e>
                            <m:r>
                              <a:rPr lang="en-US" b="0" i="1" smtClean="0">
                                <a:solidFill>
                                  <a:srgbClr val="F8F8F8"/>
                                </a:solidFill>
                                <a:latin typeface="Cambria Math" panose="02040503050406030204" pitchFamily="18" charset="0"/>
                                <a:cs typeface="Aban" pitchFamily="2" charset="-78"/>
                              </a:rPr>
                              <m:t>𝐶</m:t>
                            </m:r>
                          </m:e>
                          <m:sub>
                            <m:r>
                              <a:rPr lang="en-US" b="0" i="1" smtClean="0">
                                <a:solidFill>
                                  <a:srgbClr val="F8F8F8"/>
                                </a:solidFill>
                                <a:latin typeface="Cambria Math" panose="02040503050406030204" pitchFamily="18" charset="0"/>
                                <a:cs typeface="Aban" pitchFamily="2" charset="-78"/>
                              </a:rPr>
                              <m:t>𝑑</m:t>
                            </m:r>
                          </m:sub>
                        </m:sSub>
                        <m:r>
                          <a:rPr lang="en-US" b="0" i="1" smtClean="0">
                            <a:solidFill>
                              <a:srgbClr val="F8F8F8"/>
                            </a:solidFill>
                            <a:latin typeface="Cambria Math" panose="02040503050406030204" pitchFamily="18" charset="0"/>
                            <a:cs typeface="Aban" pitchFamily="2" charset="-78"/>
                          </a:rPr>
                          <m:t>,</m:t>
                        </m:r>
                        <m:r>
                          <a:rPr lang="en-US" b="0" i="1" smtClean="0">
                            <a:solidFill>
                              <a:srgbClr val="F8F8F8"/>
                            </a:solidFill>
                            <a:latin typeface="Cambria Math" panose="02040503050406030204" pitchFamily="18" charset="0"/>
                            <a:cs typeface="Aban" pitchFamily="2" charset="-78"/>
                          </a:rPr>
                          <m:t>𝑁𝐶</m:t>
                        </m:r>
                      </m:e>
                    </m:d>
                  </m:oMath>
                </a14:m>
                <a:r>
                  <a:rPr lang="fa-IR" dirty="0">
                    <a:solidFill>
                      <a:srgbClr val="F8F8F8"/>
                    </a:solidFill>
                    <a:cs typeface="Aban" pitchFamily="2" charset="-78"/>
                  </a:rPr>
                  <a:t> در این حالت یک تعادل نش است.</a:t>
                </a:r>
              </a:p>
              <a:p>
                <a:pPr algn="just" rtl="1"/>
                <a:endParaRPr lang="en-US" dirty="0">
                  <a:solidFill>
                    <a:srgbClr val="F8F8F8"/>
                  </a:solidFill>
                  <a:cs typeface="Aban" pitchFamily="2" charset="-78"/>
                </a:endParaRPr>
              </a:p>
            </p:txBody>
          </p:sp>
        </mc:Choice>
        <mc:Fallback>
          <p:sp>
            <p:nvSpPr>
              <p:cNvPr id="3" name="TextBox 2">
                <a:extLst>
                  <a:ext uri="{FF2B5EF4-FFF2-40B4-BE49-F238E27FC236}">
                    <a16:creationId xmlns:a16="http://schemas.microsoft.com/office/drawing/2014/main" id="{CED2DE8F-0635-414E-BA5C-0C9E6799931B}"/>
                  </a:ext>
                </a:extLst>
              </p:cNvPr>
              <p:cNvSpPr txBox="1">
                <a:spLocks noRot="1" noChangeAspect="1" noMove="1" noResize="1" noEditPoints="1" noAdjustHandles="1" noChangeArrowheads="1" noChangeShapeType="1" noTextEdit="1"/>
              </p:cNvSpPr>
              <p:nvPr/>
            </p:nvSpPr>
            <p:spPr>
              <a:xfrm>
                <a:off x="539216" y="307127"/>
                <a:ext cx="8065567" cy="3855223"/>
              </a:xfrm>
              <a:prstGeom prst="rect">
                <a:avLst/>
              </a:prstGeom>
              <a:blipFill>
                <a:blip r:embed="rId3"/>
                <a:stretch>
                  <a:fillRect l="-831" r="-151"/>
                </a:stretch>
              </a:blipFill>
            </p:spPr>
            <p:txBody>
              <a:bodyPr/>
              <a:lstStyle/>
              <a:p>
                <a:r>
                  <a:rPr lang="en-US">
                    <a:noFill/>
                  </a:rPr>
                  <a:t> </a:t>
                </a:r>
              </a:p>
            </p:txBody>
          </p:sp>
        </mc:Fallback>
      </mc:AlternateContent>
    </p:spTree>
    <p:extLst>
      <p:ext uri="{BB962C8B-B14F-4D97-AF65-F5344CB8AC3E}">
        <p14:creationId xmlns:p14="http://schemas.microsoft.com/office/powerpoint/2010/main" val="2304792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06"/>
        <p:cNvGrpSpPr/>
        <p:nvPr/>
      </p:nvGrpSpPr>
      <p:grpSpPr>
        <a:xfrm>
          <a:off x="0" y="0"/>
          <a:ext cx="0" cy="0"/>
          <a:chOff x="0" y="0"/>
          <a:chExt cx="0" cy="0"/>
        </a:xfrm>
      </p:grpSpPr>
      <p:sp>
        <p:nvSpPr>
          <p:cNvPr id="2607" name="Google Shape;2607;p102"/>
          <p:cNvSpPr txBox="1">
            <a:spLocks noGrp="1"/>
          </p:cNvSpPr>
          <p:nvPr>
            <p:ph type="title"/>
          </p:nvPr>
        </p:nvSpPr>
        <p:spPr>
          <a:xfrm>
            <a:off x="3043230" y="1914463"/>
            <a:ext cx="2385600" cy="54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a-IR" dirty="0">
                <a:cs typeface="A Naskh Tahrir" panose="00000700000000000000" pitchFamily="2" charset="-78"/>
              </a:rPr>
              <a:t>تعادل های نش مخلوط</a:t>
            </a:r>
            <a:endParaRPr dirty="0">
              <a:cs typeface="A Naskh Tahrir" panose="00000700000000000000" pitchFamily="2" charset="-78"/>
            </a:endParaRPr>
          </a:p>
        </p:txBody>
      </p:sp>
      <p:sp>
        <p:nvSpPr>
          <p:cNvPr id="2608" name="Google Shape;2608;p102"/>
          <p:cNvSpPr txBox="1">
            <a:spLocks noGrp="1"/>
          </p:cNvSpPr>
          <p:nvPr>
            <p:ph type="title" idx="2"/>
          </p:nvPr>
        </p:nvSpPr>
        <p:spPr>
          <a:xfrm>
            <a:off x="726100" y="1878300"/>
            <a:ext cx="2024700" cy="1386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2609" name="Google Shape;2609;p102"/>
          <p:cNvSpPr txBox="1">
            <a:spLocks noGrp="1"/>
          </p:cNvSpPr>
          <p:nvPr>
            <p:ph type="subTitle" idx="1"/>
          </p:nvPr>
        </p:nvSpPr>
        <p:spPr>
          <a:xfrm>
            <a:off x="3037150" y="2526438"/>
            <a:ext cx="2391300" cy="702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10" name="Google Shape;2610;p102"/>
          <p:cNvSpPr/>
          <p:nvPr/>
        </p:nvSpPr>
        <p:spPr>
          <a:xfrm rot="899958">
            <a:off x="5809272" y="1290088"/>
            <a:ext cx="2805175" cy="2805175"/>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a-IR" sz="3500" dirty="0">
                <a:solidFill>
                  <a:srgbClr val="FFC8D0"/>
                </a:solidFill>
                <a:latin typeface="Lilita One"/>
                <a:ea typeface="Lilita One"/>
                <a:cs typeface="A Naskh Tahrir" panose="00000700000000000000" pitchFamily="2" charset="-78"/>
                <a:sym typeface="Lilita One"/>
              </a:rPr>
              <a:t>یک احتمال غیرمنطقی !</a:t>
            </a:r>
            <a:endParaRPr sz="3500" dirty="0">
              <a:solidFill>
                <a:srgbClr val="FFC8D0"/>
              </a:solidFill>
              <a:latin typeface="Lilita One"/>
              <a:ea typeface="Lilita One"/>
              <a:cs typeface="A Naskh Tahrir" panose="00000700000000000000" pitchFamily="2" charset="-78"/>
              <a:sym typeface="Lilita One"/>
            </a:endParaRPr>
          </a:p>
        </p:txBody>
      </p:sp>
      <p:grpSp>
        <p:nvGrpSpPr>
          <p:cNvPr id="2611" name="Google Shape;2611;p102"/>
          <p:cNvGrpSpPr/>
          <p:nvPr/>
        </p:nvGrpSpPr>
        <p:grpSpPr>
          <a:xfrm>
            <a:off x="417435" y="237007"/>
            <a:ext cx="591604" cy="615737"/>
            <a:chOff x="5593285" y="1262634"/>
            <a:chExt cx="1852814" cy="1928398"/>
          </a:xfrm>
        </p:grpSpPr>
        <p:sp>
          <p:nvSpPr>
            <p:cNvPr id="2612" name="Google Shape;2612;p102"/>
            <p:cNvSpPr/>
            <p:nvPr/>
          </p:nvSpPr>
          <p:spPr>
            <a:xfrm rot="1799956">
              <a:off x="6377770" y="2014775"/>
              <a:ext cx="639880" cy="1089253"/>
            </a:xfrm>
            <a:custGeom>
              <a:avLst/>
              <a:gdLst/>
              <a:ahLst/>
              <a:cxnLst/>
              <a:rect l="l" t="t" r="r" b="b"/>
              <a:pathLst>
                <a:path w="18178" h="30944" extrusionOk="0">
                  <a:moveTo>
                    <a:pt x="18177" y="0"/>
                  </a:moveTo>
                  <a:lnTo>
                    <a:pt x="1" y="9818"/>
                  </a:lnTo>
                  <a:lnTo>
                    <a:pt x="1" y="30943"/>
                  </a:lnTo>
                  <a:lnTo>
                    <a:pt x="18177" y="20153"/>
                  </a:lnTo>
                  <a:lnTo>
                    <a:pt x="181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102"/>
            <p:cNvSpPr/>
            <p:nvPr/>
          </p:nvSpPr>
          <p:spPr>
            <a:xfrm rot="1799956">
              <a:off x="6065202" y="1533009"/>
              <a:ext cx="1280781" cy="743652"/>
            </a:xfrm>
            <a:custGeom>
              <a:avLst/>
              <a:gdLst/>
              <a:ahLst/>
              <a:cxnLst/>
              <a:rect l="l" t="t" r="r" b="b"/>
              <a:pathLst>
                <a:path w="36385" h="21126" extrusionOk="0">
                  <a:moveTo>
                    <a:pt x="18694" y="0"/>
                  </a:moveTo>
                  <a:lnTo>
                    <a:pt x="1" y="10821"/>
                  </a:lnTo>
                  <a:lnTo>
                    <a:pt x="18208" y="21125"/>
                  </a:lnTo>
                  <a:lnTo>
                    <a:pt x="36384" y="11307"/>
                  </a:lnTo>
                  <a:lnTo>
                    <a:pt x="18694" y="0"/>
                  </a:lnTo>
                  <a:close/>
                </a:path>
              </a:pathLst>
            </a:custGeom>
            <a:solidFill>
              <a:srgbClr val="84AF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102"/>
            <p:cNvSpPr/>
            <p:nvPr/>
          </p:nvSpPr>
          <p:spPr>
            <a:xfrm rot="1799956">
              <a:off x="5826936" y="1678634"/>
              <a:ext cx="640936" cy="1106361"/>
            </a:xfrm>
            <a:custGeom>
              <a:avLst/>
              <a:gdLst/>
              <a:ahLst/>
              <a:cxnLst/>
              <a:rect l="l" t="t" r="r" b="b"/>
              <a:pathLst>
                <a:path w="18208" h="31430" extrusionOk="0">
                  <a:moveTo>
                    <a:pt x="1" y="0"/>
                  </a:moveTo>
                  <a:lnTo>
                    <a:pt x="1" y="20639"/>
                  </a:lnTo>
                  <a:lnTo>
                    <a:pt x="18208" y="31429"/>
                  </a:lnTo>
                  <a:lnTo>
                    <a:pt x="18208" y="10304"/>
                  </a:lnTo>
                  <a:lnTo>
                    <a:pt x="1" y="0"/>
                  </a:lnTo>
                  <a:close/>
                </a:path>
              </a:pathLst>
            </a:custGeom>
            <a:solidFill>
              <a:srgbClr val="618C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102"/>
            <p:cNvSpPr/>
            <p:nvPr/>
          </p:nvSpPr>
          <p:spPr>
            <a:xfrm rot="1799956">
              <a:off x="6605689" y="2310697"/>
              <a:ext cx="77090" cy="139149"/>
            </a:xfrm>
            <a:custGeom>
              <a:avLst/>
              <a:gdLst/>
              <a:ahLst/>
              <a:cxnLst/>
              <a:rect l="l" t="t" r="r" b="b"/>
              <a:pathLst>
                <a:path w="2190" h="3953" extrusionOk="0">
                  <a:moveTo>
                    <a:pt x="244" y="1"/>
                  </a:moveTo>
                  <a:cubicBezTo>
                    <a:pt x="153" y="1"/>
                    <a:pt x="61" y="31"/>
                    <a:pt x="1" y="31"/>
                  </a:cubicBezTo>
                  <a:cubicBezTo>
                    <a:pt x="943" y="153"/>
                    <a:pt x="1703" y="973"/>
                    <a:pt x="1703" y="1976"/>
                  </a:cubicBezTo>
                  <a:cubicBezTo>
                    <a:pt x="1703" y="2979"/>
                    <a:pt x="943" y="3800"/>
                    <a:pt x="1" y="3922"/>
                  </a:cubicBezTo>
                  <a:cubicBezTo>
                    <a:pt x="61" y="3922"/>
                    <a:pt x="153" y="3952"/>
                    <a:pt x="244" y="3952"/>
                  </a:cubicBezTo>
                  <a:cubicBezTo>
                    <a:pt x="1308" y="3952"/>
                    <a:pt x="2189" y="3071"/>
                    <a:pt x="2189" y="1976"/>
                  </a:cubicBezTo>
                  <a:cubicBezTo>
                    <a:pt x="2189" y="882"/>
                    <a:pt x="130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102"/>
            <p:cNvSpPr/>
            <p:nvPr/>
          </p:nvSpPr>
          <p:spPr>
            <a:xfrm rot="1799956">
              <a:off x="6549921" y="2292252"/>
              <a:ext cx="120950" cy="136966"/>
            </a:xfrm>
            <a:custGeom>
              <a:avLst/>
              <a:gdLst/>
              <a:ahLst/>
              <a:cxnLst/>
              <a:rect l="l" t="t" r="r" b="b"/>
              <a:pathLst>
                <a:path w="3436" h="3891" extrusionOk="0">
                  <a:moveTo>
                    <a:pt x="1703" y="0"/>
                  </a:moveTo>
                  <a:cubicBezTo>
                    <a:pt x="761" y="0"/>
                    <a:pt x="1" y="882"/>
                    <a:pt x="1" y="1945"/>
                  </a:cubicBezTo>
                  <a:cubicBezTo>
                    <a:pt x="1" y="3009"/>
                    <a:pt x="761" y="3891"/>
                    <a:pt x="1703" y="3891"/>
                  </a:cubicBezTo>
                  <a:cubicBezTo>
                    <a:pt x="2676" y="3891"/>
                    <a:pt x="3436" y="3009"/>
                    <a:pt x="3436" y="1945"/>
                  </a:cubicBezTo>
                  <a:cubicBezTo>
                    <a:pt x="3436" y="882"/>
                    <a:pt x="2676" y="0"/>
                    <a:pt x="170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102"/>
            <p:cNvSpPr/>
            <p:nvPr/>
          </p:nvSpPr>
          <p:spPr>
            <a:xfrm rot="1799956">
              <a:off x="6442560" y="2687541"/>
              <a:ext cx="78146" cy="139114"/>
            </a:xfrm>
            <a:custGeom>
              <a:avLst/>
              <a:gdLst/>
              <a:ahLst/>
              <a:cxnLst/>
              <a:rect l="l" t="t" r="r" b="b"/>
              <a:pathLst>
                <a:path w="2220" h="3952" extrusionOk="0">
                  <a:moveTo>
                    <a:pt x="244" y="0"/>
                  </a:moveTo>
                  <a:cubicBezTo>
                    <a:pt x="183" y="0"/>
                    <a:pt x="92" y="31"/>
                    <a:pt x="1" y="31"/>
                  </a:cubicBezTo>
                  <a:cubicBezTo>
                    <a:pt x="974" y="152"/>
                    <a:pt x="1734" y="973"/>
                    <a:pt x="1734" y="1976"/>
                  </a:cubicBezTo>
                  <a:cubicBezTo>
                    <a:pt x="1734" y="2979"/>
                    <a:pt x="974" y="3800"/>
                    <a:pt x="1" y="3921"/>
                  </a:cubicBezTo>
                  <a:cubicBezTo>
                    <a:pt x="92" y="3921"/>
                    <a:pt x="183" y="3952"/>
                    <a:pt x="244" y="3952"/>
                  </a:cubicBezTo>
                  <a:cubicBezTo>
                    <a:pt x="1338" y="3952"/>
                    <a:pt x="2220" y="3070"/>
                    <a:pt x="2220" y="1976"/>
                  </a:cubicBezTo>
                  <a:cubicBezTo>
                    <a:pt x="2220" y="882"/>
                    <a:pt x="1338" y="0"/>
                    <a:pt x="24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102"/>
            <p:cNvSpPr/>
            <p:nvPr/>
          </p:nvSpPr>
          <p:spPr>
            <a:xfrm rot="1799956">
              <a:off x="6387808" y="2669343"/>
              <a:ext cx="120950" cy="137001"/>
            </a:xfrm>
            <a:custGeom>
              <a:avLst/>
              <a:gdLst/>
              <a:ahLst/>
              <a:cxnLst/>
              <a:rect l="l" t="t" r="r" b="b"/>
              <a:pathLst>
                <a:path w="3436" h="3892" extrusionOk="0">
                  <a:moveTo>
                    <a:pt x="1703" y="1"/>
                  </a:moveTo>
                  <a:cubicBezTo>
                    <a:pt x="761" y="1"/>
                    <a:pt x="1" y="882"/>
                    <a:pt x="1" y="1946"/>
                  </a:cubicBezTo>
                  <a:cubicBezTo>
                    <a:pt x="1" y="3010"/>
                    <a:pt x="761" y="3891"/>
                    <a:pt x="1703" y="3891"/>
                  </a:cubicBezTo>
                  <a:cubicBezTo>
                    <a:pt x="2676" y="3891"/>
                    <a:pt x="3436" y="3010"/>
                    <a:pt x="3436" y="1946"/>
                  </a:cubicBezTo>
                  <a:cubicBezTo>
                    <a:pt x="3436" y="882"/>
                    <a:pt x="2676" y="1"/>
                    <a:pt x="170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102"/>
            <p:cNvSpPr/>
            <p:nvPr/>
          </p:nvSpPr>
          <p:spPr>
            <a:xfrm rot="1799956">
              <a:off x="6923881" y="2314455"/>
              <a:ext cx="122006" cy="137001"/>
            </a:xfrm>
            <a:custGeom>
              <a:avLst/>
              <a:gdLst/>
              <a:ahLst/>
              <a:cxnLst/>
              <a:rect l="l" t="t" r="r" b="b"/>
              <a:pathLst>
                <a:path w="3466" h="3892" extrusionOk="0">
                  <a:moveTo>
                    <a:pt x="1733" y="1"/>
                  </a:moveTo>
                  <a:cubicBezTo>
                    <a:pt x="791" y="1"/>
                    <a:pt x="1" y="882"/>
                    <a:pt x="1" y="1946"/>
                  </a:cubicBezTo>
                  <a:cubicBezTo>
                    <a:pt x="1" y="3040"/>
                    <a:pt x="791" y="3892"/>
                    <a:pt x="1733" y="3892"/>
                  </a:cubicBezTo>
                  <a:cubicBezTo>
                    <a:pt x="2676" y="3892"/>
                    <a:pt x="3466" y="3040"/>
                    <a:pt x="3466" y="1946"/>
                  </a:cubicBezTo>
                  <a:cubicBezTo>
                    <a:pt x="3466" y="882"/>
                    <a:pt x="2676"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102"/>
            <p:cNvSpPr/>
            <p:nvPr/>
          </p:nvSpPr>
          <p:spPr>
            <a:xfrm rot="1799956">
              <a:off x="5913516" y="2179727"/>
              <a:ext cx="83496" cy="138550"/>
            </a:xfrm>
            <a:custGeom>
              <a:avLst/>
              <a:gdLst/>
              <a:ahLst/>
              <a:cxnLst/>
              <a:rect l="l" t="t" r="r" b="b"/>
              <a:pathLst>
                <a:path w="2372" h="3936" extrusionOk="0">
                  <a:moveTo>
                    <a:pt x="301" y="0"/>
                  </a:moveTo>
                  <a:cubicBezTo>
                    <a:pt x="282" y="0"/>
                    <a:pt x="263" y="1"/>
                    <a:pt x="244" y="1"/>
                  </a:cubicBezTo>
                  <a:cubicBezTo>
                    <a:pt x="152" y="31"/>
                    <a:pt x="61" y="31"/>
                    <a:pt x="0" y="62"/>
                  </a:cubicBezTo>
                  <a:cubicBezTo>
                    <a:pt x="973" y="123"/>
                    <a:pt x="1763" y="883"/>
                    <a:pt x="1824" y="1886"/>
                  </a:cubicBezTo>
                  <a:cubicBezTo>
                    <a:pt x="1855" y="2889"/>
                    <a:pt x="1155" y="3740"/>
                    <a:pt x="213" y="3922"/>
                  </a:cubicBezTo>
                  <a:cubicBezTo>
                    <a:pt x="254" y="3922"/>
                    <a:pt x="308" y="3936"/>
                    <a:pt x="366" y="3936"/>
                  </a:cubicBezTo>
                  <a:cubicBezTo>
                    <a:pt x="396" y="3936"/>
                    <a:pt x="426" y="3932"/>
                    <a:pt x="456" y="3922"/>
                  </a:cubicBezTo>
                  <a:cubicBezTo>
                    <a:pt x="1520" y="3892"/>
                    <a:pt x="2371" y="2949"/>
                    <a:pt x="2310" y="1855"/>
                  </a:cubicBezTo>
                  <a:cubicBezTo>
                    <a:pt x="2251" y="810"/>
                    <a:pt x="1341"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102"/>
            <p:cNvSpPr/>
            <p:nvPr/>
          </p:nvSpPr>
          <p:spPr>
            <a:xfrm rot="1799956">
              <a:off x="5858415" y="2162128"/>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7" y="3867"/>
                  </a:cubicBezTo>
                  <a:cubicBezTo>
                    <a:pt x="1819" y="3867"/>
                    <a:pt x="1852" y="3866"/>
                    <a:pt x="1885" y="3864"/>
                  </a:cubicBezTo>
                  <a:cubicBezTo>
                    <a:pt x="2827" y="3834"/>
                    <a:pt x="3557"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102"/>
            <p:cNvSpPr/>
            <p:nvPr/>
          </p:nvSpPr>
          <p:spPr>
            <a:xfrm rot="1799956">
              <a:off x="6026175" y="2006187"/>
              <a:ext cx="83496" cy="138163"/>
            </a:xfrm>
            <a:custGeom>
              <a:avLst/>
              <a:gdLst/>
              <a:ahLst/>
              <a:cxnLst/>
              <a:rect l="l" t="t" r="r" b="b"/>
              <a:pathLst>
                <a:path w="2372" h="3925" extrusionOk="0">
                  <a:moveTo>
                    <a:pt x="357" y="1"/>
                  </a:moveTo>
                  <a:cubicBezTo>
                    <a:pt x="320" y="1"/>
                    <a:pt x="282" y="2"/>
                    <a:pt x="244" y="4"/>
                  </a:cubicBezTo>
                  <a:cubicBezTo>
                    <a:pt x="152" y="4"/>
                    <a:pt x="92" y="34"/>
                    <a:pt x="0" y="34"/>
                  </a:cubicBezTo>
                  <a:cubicBezTo>
                    <a:pt x="973" y="95"/>
                    <a:pt x="1763" y="885"/>
                    <a:pt x="1824" y="1888"/>
                  </a:cubicBezTo>
                  <a:cubicBezTo>
                    <a:pt x="1885" y="2861"/>
                    <a:pt x="1186" y="3742"/>
                    <a:pt x="213" y="3894"/>
                  </a:cubicBezTo>
                  <a:cubicBezTo>
                    <a:pt x="304" y="3925"/>
                    <a:pt x="365" y="3925"/>
                    <a:pt x="456" y="3925"/>
                  </a:cubicBezTo>
                  <a:cubicBezTo>
                    <a:pt x="1551" y="3864"/>
                    <a:pt x="2371" y="2922"/>
                    <a:pt x="2310" y="1858"/>
                  </a:cubicBezTo>
                  <a:cubicBezTo>
                    <a:pt x="2252" y="802"/>
                    <a:pt x="1400" y="1"/>
                    <a:pt x="357"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102"/>
            <p:cNvSpPr/>
            <p:nvPr/>
          </p:nvSpPr>
          <p:spPr>
            <a:xfrm rot="1799956">
              <a:off x="5972129" y="1988203"/>
              <a:ext cx="125209" cy="137107"/>
            </a:xfrm>
            <a:custGeom>
              <a:avLst/>
              <a:gdLst/>
              <a:ahLst/>
              <a:cxnLst/>
              <a:rect l="l" t="t" r="r" b="b"/>
              <a:pathLst>
                <a:path w="3557" h="3895" extrusionOk="0">
                  <a:moveTo>
                    <a:pt x="1767" y="0"/>
                  </a:moveTo>
                  <a:cubicBezTo>
                    <a:pt x="1736" y="0"/>
                    <a:pt x="1704" y="1"/>
                    <a:pt x="1672" y="3"/>
                  </a:cubicBezTo>
                  <a:cubicBezTo>
                    <a:pt x="700" y="64"/>
                    <a:pt x="1" y="976"/>
                    <a:pt x="61" y="2040"/>
                  </a:cubicBezTo>
                  <a:cubicBezTo>
                    <a:pt x="121" y="3084"/>
                    <a:pt x="884" y="3895"/>
                    <a:pt x="1833" y="3895"/>
                  </a:cubicBezTo>
                  <a:cubicBezTo>
                    <a:pt x="1850" y="3895"/>
                    <a:pt x="1868" y="3894"/>
                    <a:pt x="1885" y="3894"/>
                  </a:cubicBezTo>
                  <a:cubicBezTo>
                    <a:pt x="2827" y="3833"/>
                    <a:pt x="3557" y="2921"/>
                    <a:pt x="3496" y="1857"/>
                  </a:cubicBezTo>
                  <a:cubicBezTo>
                    <a:pt x="3437" y="829"/>
                    <a:pt x="2669" y="0"/>
                    <a:pt x="1767"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102"/>
            <p:cNvSpPr/>
            <p:nvPr/>
          </p:nvSpPr>
          <p:spPr>
            <a:xfrm rot="1799956">
              <a:off x="6133528" y="1828513"/>
              <a:ext cx="83496" cy="138656"/>
            </a:xfrm>
            <a:custGeom>
              <a:avLst/>
              <a:gdLst/>
              <a:ahLst/>
              <a:cxnLst/>
              <a:rect l="l" t="t" r="r" b="b"/>
              <a:pathLst>
                <a:path w="2372" h="3939" extrusionOk="0">
                  <a:moveTo>
                    <a:pt x="354" y="1"/>
                  </a:moveTo>
                  <a:cubicBezTo>
                    <a:pt x="318" y="1"/>
                    <a:pt x="281" y="2"/>
                    <a:pt x="244" y="4"/>
                  </a:cubicBezTo>
                  <a:cubicBezTo>
                    <a:pt x="153" y="4"/>
                    <a:pt x="92" y="34"/>
                    <a:pt x="1" y="65"/>
                  </a:cubicBezTo>
                  <a:cubicBezTo>
                    <a:pt x="974" y="126"/>
                    <a:pt x="1764" y="885"/>
                    <a:pt x="1825" y="1889"/>
                  </a:cubicBezTo>
                  <a:cubicBezTo>
                    <a:pt x="1885" y="2892"/>
                    <a:pt x="1186" y="3743"/>
                    <a:pt x="214" y="3925"/>
                  </a:cubicBezTo>
                  <a:cubicBezTo>
                    <a:pt x="275" y="3925"/>
                    <a:pt x="335" y="3939"/>
                    <a:pt x="387" y="3939"/>
                  </a:cubicBezTo>
                  <a:cubicBezTo>
                    <a:pt x="413" y="3939"/>
                    <a:pt x="437" y="3935"/>
                    <a:pt x="457" y="3925"/>
                  </a:cubicBezTo>
                  <a:cubicBezTo>
                    <a:pt x="1551" y="3864"/>
                    <a:pt x="2372" y="2952"/>
                    <a:pt x="2311" y="1858"/>
                  </a:cubicBezTo>
                  <a:cubicBezTo>
                    <a:pt x="2252" y="830"/>
                    <a:pt x="1399" y="1"/>
                    <a:pt x="3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102"/>
            <p:cNvSpPr/>
            <p:nvPr/>
          </p:nvSpPr>
          <p:spPr>
            <a:xfrm rot="1799956">
              <a:off x="6079344" y="1811559"/>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6" y="3867"/>
                  </a:cubicBezTo>
                  <a:cubicBezTo>
                    <a:pt x="1819" y="3867"/>
                    <a:pt x="1852" y="3866"/>
                    <a:pt x="1885" y="3864"/>
                  </a:cubicBezTo>
                  <a:cubicBezTo>
                    <a:pt x="2827" y="3834"/>
                    <a:pt x="3556"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102"/>
            <p:cNvSpPr/>
            <p:nvPr/>
          </p:nvSpPr>
          <p:spPr>
            <a:xfrm rot="1799956">
              <a:off x="6105082" y="2510591"/>
              <a:ext cx="80258" cy="139149"/>
            </a:xfrm>
            <a:custGeom>
              <a:avLst/>
              <a:gdLst/>
              <a:ahLst/>
              <a:cxnLst/>
              <a:rect l="l" t="t" r="r" b="b"/>
              <a:pathLst>
                <a:path w="2280" h="3953" extrusionOk="0">
                  <a:moveTo>
                    <a:pt x="300" y="0"/>
                  </a:moveTo>
                  <a:cubicBezTo>
                    <a:pt x="281" y="0"/>
                    <a:pt x="262" y="0"/>
                    <a:pt x="243" y="1"/>
                  </a:cubicBezTo>
                  <a:cubicBezTo>
                    <a:pt x="152" y="1"/>
                    <a:pt x="91" y="31"/>
                    <a:pt x="0" y="31"/>
                  </a:cubicBezTo>
                  <a:cubicBezTo>
                    <a:pt x="973" y="122"/>
                    <a:pt x="1733" y="943"/>
                    <a:pt x="1763" y="1916"/>
                  </a:cubicBezTo>
                  <a:cubicBezTo>
                    <a:pt x="1793" y="2919"/>
                    <a:pt x="1064" y="3770"/>
                    <a:pt x="91" y="3922"/>
                  </a:cubicBezTo>
                  <a:cubicBezTo>
                    <a:pt x="182" y="3922"/>
                    <a:pt x="274" y="3952"/>
                    <a:pt x="365" y="3952"/>
                  </a:cubicBezTo>
                  <a:cubicBezTo>
                    <a:pt x="1429" y="3922"/>
                    <a:pt x="2280" y="3010"/>
                    <a:pt x="2249" y="1916"/>
                  </a:cubicBezTo>
                  <a:cubicBezTo>
                    <a:pt x="2220" y="841"/>
                    <a:pt x="1368" y="0"/>
                    <a:pt x="300"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102"/>
            <p:cNvSpPr/>
            <p:nvPr/>
          </p:nvSpPr>
          <p:spPr>
            <a:xfrm rot="1799956">
              <a:off x="6050226" y="2492648"/>
              <a:ext cx="124153" cy="137037"/>
            </a:xfrm>
            <a:custGeom>
              <a:avLst/>
              <a:gdLst/>
              <a:ahLst/>
              <a:cxnLst/>
              <a:rect l="l" t="t" r="r" b="b"/>
              <a:pathLst>
                <a:path w="3527" h="3893" extrusionOk="0">
                  <a:moveTo>
                    <a:pt x="1752" y="0"/>
                  </a:moveTo>
                  <a:cubicBezTo>
                    <a:pt x="1736" y="0"/>
                    <a:pt x="1719" y="1"/>
                    <a:pt x="1703" y="1"/>
                  </a:cubicBezTo>
                  <a:cubicBezTo>
                    <a:pt x="761" y="32"/>
                    <a:pt x="1" y="913"/>
                    <a:pt x="31" y="2007"/>
                  </a:cubicBezTo>
                  <a:cubicBezTo>
                    <a:pt x="61" y="3053"/>
                    <a:pt x="854" y="3893"/>
                    <a:pt x="1776" y="3893"/>
                  </a:cubicBezTo>
                  <a:cubicBezTo>
                    <a:pt x="1792" y="3893"/>
                    <a:pt x="1808" y="3892"/>
                    <a:pt x="1825" y="3892"/>
                  </a:cubicBezTo>
                  <a:cubicBezTo>
                    <a:pt x="2767" y="3862"/>
                    <a:pt x="3527" y="2980"/>
                    <a:pt x="3496" y="1886"/>
                  </a:cubicBezTo>
                  <a:cubicBezTo>
                    <a:pt x="3467" y="840"/>
                    <a:pt x="2674" y="0"/>
                    <a:pt x="1752"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102"/>
            <p:cNvSpPr/>
            <p:nvPr/>
          </p:nvSpPr>
          <p:spPr>
            <a:xfrm rot="1799956">
              <a:off x="6222434" y="2340105"/>
              <a:ext cx="81349" cy="138093"/>
            </a:xfrm>
            <a:custGeom>
              <a:avLst/>
              <a:gdLst/>
              <a:ahLst/>
              <a:cxnLst/>
              <a:rect l="l" t="t" r="r" b="b"/>
              <a:pathLst>
                <a:path w="2311" h="3923" extrusionOk="0">
                  <a:moveTo>
                    <a:pt x="300" y="1"/>
                  </a:moveTo>
                  <a:cubicBezTo>
                    <a:pt x="281" y="1"/>
                    <a:pt x="262" y="1"/>
                    <a:pt x="243" y="2"/>
                  </a:cubicBezTo>
                  <a:cubicBezTo>
                    <a:pt x="152" y="2"/>
                    <a:pt x="91" y="32"/>
                    <a:pt x="0" y="32"/>
                  </a:cubicBezTo>
                  <a:cubicBezTo>
                    <a:pt x="973" y="123"/>
                    <a:pt x="1763" y="913"/>
                    <a:pt x="1793" y="1916"/>
                  </a:cubicBezTo>
                  <a:cubicBezTo>
                    <a:pt x="1824" y="2920"/>
                    <a:pt x="1094" y="3771"/>
                    <a:pt x="122" y="3923"/>
                  </a:cubicBezTo>
                  <a:lnTo>
                    <a:pt x="365" y="3923"/>
                  </a:lnTo>
                  <a:cubicBezTo>
                    <a:pt x="1459" y="3892"/>
                    <a:pt x="2310" y="2980"/>
                    <a:pt x="2280" y="1916"/>
                  </a:cubicBezTo>
                  <a:cubicBezTo>
                    <a:pt x="2250" y="841"/>
                    <a:pt x="1369" y="1"/>
                    <a:pt x="30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102"/>
            <p:cNvSpPr/>
            <p:nvPr/>
          </p:nvSpPr>
          <p:spPr>
            <a:xfrm rot="1799956">
              <a:off x="6168660" y="2322194"/>
              <a:ext cx="123062" cy="135945"/>
            </a:xfrm>
            <a:custGeom>
              <a:avLst/>
              <a:gdLst/>
              <a:ahLst/>
              <a:cxnLst/>
              <a:rect l="l" t="t" r="r" b="b"/>
              <a:pathLst>
                <a:path w="3496" h="3862" extrusionOk="0">
                  <a:moveTo>
                    <a:pt x="1723" y="0"/>
                  </a:moveTo>
                  <a:cubicBezTo>
                    <a:pt x="1706" y="0"/>
                    <a:pt x="1689" y="0"/>
                    <a:pt x="1672" y="1"/>
                  </a:cubicBezTo>
                  <a:cubicBezTo>
                    <a:pt x="730" y="31"/>
                    <a:pt x="0" y="913"/>
                    <a:pt x="31" y="1977"/>
                  </a:cubicBezTo>
                  <a:cubicBezTo>
                    <a:pt x="61" y="3022"/>
                    <a:pt x="824" y="3862"/>
                    <a:pt x="1745" y="3862"/>
                  </a:cubicBezTo>
                  <a:cubicBezTo>
                    <a:pt x="1761" y="3862"/>
                    <a:pt x="1777" y="3862"/>
                    <a:pt x="1794" y="3861"/>
                  </a:cubicBezTo>
                  <a:cubicBezTo>
                    <a:pt x="2736" y="3831"/>
                    <a:pt x="3496" y="2949"/>
                    <a:pt x="3465" y="1885"/>
                  </a:cubicBezTo>
                  <a:cubicBezTo>
                    <a:pt x="3436" y="840"/>
                    <a:pt x="2672" y="0"/>
                    <a:pt x="172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102"/>
            <p:cNvSpPr/>
            <p:nvPr/>
          </p:nvSpPr>
          <p:spPr>
            <a:xfrm rot="1799956">
              <a:off x="6333998" y="2166084"/>
              <a:ext cx="81349" cy="138093"/>
            </a:xfrm>
            <a:custGeom>
              <a:avLst/>
              <a:gdLst/>
              <a:ahLst/>
              <a:cxnLst/>
              <a:rect l="l" t="t" r="r" b="b"/>
              <a:pathLst>
                <a:path w="2311" h="3923" extrusionOk="0">
                  <a:moveTo>
                    <a:pt x="301" y="0"/>
                  </a:moveTo>
                  <a:cubicBezTo>
                    <a:pt x="282" y="0"/>
                    <a:pt x="263" y="1"/>
                    <a:pt x="244" y="1"/>
                  </a:cubicBezTo>
                  <a:cubicBezTo>
                    <a:pt x="183" y="1"/>
                    <a:pt x="92" y="1"/>
                    <a:pt x="1" y="32"/>
                  </a:cubicBezTo>
                  <a:cubicBezTo>
                    <a:pt x="973" y="123"/>
                    <a:pt x="1764" y="913"/>
                    <a:pt x="1794" y="1916"/>
                  </a:cubicBezTo>
                  <a:cubicBezTo>
                    <a:pt x="1824" y="2919"/>
                    <a:pt x="1095" y="3740"/>
                    <a:pt x="122" y="3892"/>
                  </a:cubicBezTo>
                  <a:cubicBezTo>
                    <a:pt x="213" y="3922"/>
                    <a:pt x="274" y="3922"/>
                    <a:pt x="365" y="3922"/>
                  </a:cubicBezTo>
                  <a:cubicBezTo>
                    <a:pt x="1460" y="3892"/>
                    <a:pt x="2311" y="2980"/>
                    <a:pt x="2280" y="1916"/>
                  </a:cubicBezTo>
                  <a:cubicBezTo>
                    <a:pt x="2250" y="841"/>
                    <a:pt x="1369"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102"/>
            <p:cNvSpPr/>
            <p:nvPr/>
          </p:nvSpPr>
          <p:spPr>
            <a:xfrm rot="1799956">
              <a:off x="6280230" y="2148150"/>
              <a:ext cx="123097" cy="135981"/>
            </a:xfrm>
            <a:custGeom>
              <a:avLst/>
              <a:gdLst/>
              <a:ahLst/>
              <a:cxnLst/>
              <a:rect l="l" t="t" r="r" b="b"/>
              <a:pathLst>
                <a:path w="3497" h="3863" extrusionOk="0">
                  <a:moveTo>
                    <a:pt x="1754" y="1"/>
                  </a:moveTo>
                  <a:cubicBezTo>
                    <a:pt x="1737" y="1"/>
                    <a:pt x="1720" y="1"/>
                    <a:pt x="1703" y="2"/>
                  </a:cubicBezTo>
                  <a:cubicBezTo>
                    <a:pt x="730" y="2"/>
                    <a:pt x="1" y="913"/>
                    <a:pt x="31" y="1977"/>
                  </a:cubicBezTo>
                  <a:cubicBezTo>
                    <a:pt x="61" y="3023"/>
                    <a:pt x="825" y="3863"/>
                    <a:pt x="1745" y="3863"/>
                  </a:cubicBezTo>
                  <a:cubicBezTo>
                    <a:pt x="1762" y="3863"/>
                    <a:pt x="1778" y="3862"/>
                    <a:pt x="1794" y="3862"/>
                  </a:cubicBezTo>
                  <a:cubicBezTo>
                    <a:pt x="2767" y="3831"/>
                    <a:pt x="3496" y="2950"/>
                    <a:pt x="3466" y="1886"/>
                  </a:cubicBezTo>
                  <a:cubicBezTo>
                    <a:pt x="3436" y="812"/>
                    <a:pt x="2673" y="1"/>
                    <a:pt x="17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102"/>
            <p:cNvSpPr/>
            <p:nvPr/>
          </p:nvSpPr>
          <p:spPr>
            <a:xfrm rot="1799956">
              <a:off x="7043305" y="2079862"/>
              <a:ext cx="93106" cy="137705"/>
            </a:xfrm>
            <a:custGeom>
              <a:avLst/>
              <a:gdLst/>
              <a:ahLst/>
              <a:cxnLst/>
              <a:rect l="l" t="t" r="r" b="b"/>
              <a:pathLst>
                <a:path w="2645" h="3912" extrusionOk="0">
                  <a:moveTo>
                    <a:pt x="578" y="0"/>
                  </a:moveTo>
                  <a:cubicBezTo>
                    <a:pt x="1520" y="244"/>
                    <a:pt x="2128" y="1186"/>
                    <a:pt x="2007" y="2158"/>
                  </a:cubicBezTo>
                  <a:cubicBezTo>
                    <a:pt x="1858" y="3140"/>
                    <a:pt x="1010" y="3831"/>
                    <a:pt x="62" y="3831"/>
                  </a:cubicBezTo>
                  <a:cubicBezTo>
                    <a:pt x="41" y="3831"/>
                    <a:pt x="21" y="3831"/>
                    <a:pt x="0" y="3830"/>
                  </a:cubicBezTo>
                  <a:lnTo>
                    <a:pt x="0" y="3830"/>
                  </a:lnTo>
                  <a:cubicBezTo>
                    <a:pt x="92" y="3861"/>
                    <a:pt x="152" y="3891"/>
                    <a:pt x="244" y="3891"/>
                  </a:cubicBezTo>
                  <a:cubicBezTo>
                    <a:pt x="341" y="3904"/>
                    <a:pt x="437" y="3911"/>
                    <a:pt x="531" y="3911"/>
                  </a:cubicBezTo>
                  <a:cubicBezTo>
                    <a:pt x="1504" y="3911"/>
                    <a:pt x="2327" y="3219"/>
                    <a:pt x="2493" y="2250"/>
                  </a:cubicBezTo>
                  <a:cubicBezTo>
                    <a:pt x="2645" y="1155"/>
                    <a:pt x="1885" y="152"/>
                    <a:pt x="82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102"/>
            <p:cNvSpPr/>
            <p:nvPr/>
          </p:nvSpPr>
          <p:spPr>
            <a:xfrm rot="1799956">
              <a:off x="6993310" y="2060930"/>
              <a:ext cx="130595" cy="136192"/>
            </a:xfrm>
            <a:custGeom>
              <a:avLst/>
              <a:gdLst/>
              <a:ahLst/>
              <a:cxnLst/>
              <a:rect l="l" t="t" r="r" b="b"/>
              <a:pathLst>
                <a:path w="3710" h="3869" extrusionOk="0">
                  <a:moveTo>
                    <a:pt x="1918" y="0"/>
                  </a:moveTo>
                  <a:cubicBezTo>
                    <a:pt x="1066" y="0"/>
                    <a:pt x="292" y="719"/>
                    <a:pt x="153" y="1691"/>
                  </a:cubicBezTo>
                  <a:cubicBezTo>
                    <a:pt x="1" y="2755"/>
                    <a:pt x="639" y="3728"/>
                    <a:pt x="1581" y="3849"/>
                  </a:cubicBezTo>
                  <a:cubicBezTo>
                    <a:pt x="1662" y="3862"/>
                    <a:pt x="1743" y="3869"/>
                    <a:pt x="1822" y="3869"/>
                  </a:cubicBezTo>
                  <a:cubicBezTo>
                    <a:pt x="2670" y="3869"/>
                    <a:pt x="3418" y="3150"/>
                    <a:pt x="3557" y="2177"/>
                  </a:cubicBezTo>
                  <a:cubicBezTo>
                    <a:pt x="3709" y="1114"/>
                    <a:pt x="3101" y="141"/>
                    <a:pt x="2159" y="19"/>
                  </a:cubicBezTo>
                  <a:cubicBezTo>
                    <a:pt x="2078" y="6"/>
                    <a:pt x="1998" y="0"/>
                    <a:pt x="191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102"/>
            <p:cNvSpPr/>
            <p:nvPr/>
          </p:nvSpPr>
          <p:spPr>
            <a:xfrm rot="1799956">
              <a:off x="6578787" y="2060069"/>
              <a:ext cx="93106" cy="138761"/>
            </a:xfrm>
            <a:custGeom>
              <a:avLst/>
              <a:gdLst/>
              <a:ahLst/>
              <a:cxnLst/>
              <a:rect l="l" t="t" r="r" b="b"/>
              <a:pathLst>
                <a:path w="2645" h="3942" extrusionOk="0">
                  <a:moveTo>
                    <a:pt x="578" y="1"/>
                  </a:moveTo>
                  <a:cubicBezTo>
                    <a:pt x="1520" y="274"/>
                    <a:pt x="2128" y="1186"/>
                    <a:pt x="2006" y="2189"/>
                  </a:cubicBezTo>
                  <a:cubicBezTo>
                    <a:pt x="1854" y="3162"/>
                    <a:pt x="973" y="3861"/>
                    <a:pt x="0" y="3861"/>
                  </a:cubicBezTo>
                  <a:cubicBezTo>
                    <a:pt x="91" y="3861"/>
                    <a:pt x="152" y="3892"/>
                    <a:pt x="243" y="3922"/>
                  </a:cubicBezTo>
                  <a:cubicBezTo>
                    <a:pt x="337" y="3935"/>
                    <a:pt x="430" y="3941"/>
                    <a:pt x="522" y="3941"/>
                  </a:cubicBezTo>
                  <a:cubicBezTo>
                    <a:pt x="1499" y="3941"/>
                    <a:pt x="2326" y="3223"/>
                    <a:pt x="2493" y="2250"/>
                  </a:cubicBezTo>
                  <a:cubicBezTo>
                    <a:pt x="2645" y="1186"/>
                    <a:pt x="1885" y="183"/>
                    <a:pt x="821" y="31"/>
                  </a:cubicBezTo>
                  <a:cubicBezTo>
                    <a:pt x="730" y="1"/>
                    <a:pt x="669" y="1"/>
                    <a:pt x="578"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102"/>
            <p:cNvSpPr/>
            <p:nvPr/>
          </p:nvSpPr>
          <p:spPr>
            <a:xfrm rot="1799956">
              <a:off x="6528794" y="2041340"/>
              <a:ext cx="130560" cy="136825"/>
            </a:xfrm>
            <a:custGeom>
              <a:avLst/>
              <a:gdLst/>
              <a:ahLst/>
              <a:cxnLst/>
              <a:rect l="l" t="t" r="r" b="b"/>
              <a:pathLst>
                <a:path w="3709" h="3887" extrusionOk="0">
                  <a:moveTo>
                    <a:pt x="1953" y="1"/>
                  </a:moveTo>
                  <a:cubicBezTo>
                    <a:pt x="1087" y="1"/>
                    <a:pt x="293" y="700"/>
                    <a:pt x="153" y="1686"/>
                  </a:cubicBezTo>
                  <a:cubicBezTo>
                    <a:pt x="1" y="2749"/>
                    <a:pt x="639" y="3722"/>
                    <a:pt x="1581" y="3874"/>
                  </a:cubicBezTo>
                  <a:cubicBezTo>
                    <a:pt x="1648" y="3883"/>
                    <a:pt x="1714" y="3887"/>
                    <a:pt x="1780" y="3887"/>
                  </a:cubicBezTo>
                  <a:cubicBezTo>
                    <a:pt x="2644" y="3887"/>
                    <a:pt x="3416" y="3163"/>
                    <a:pt x="3557" y="2202"/>
                  </a:cubicBezTo>
                  <a:cubicBezTo>
                    <a:pt x="3709" y="1139"/>
                    <a:pt x="3101" y="166"/>
                    <a:pt x="2159" y="14"/>
                  </a:cubicBezTo>
                  <a:cubicBezTo>
                    <a:pt x="2090" y="5"/>
                    <a:pt x="2021" y="1"/>
                    <a:pt x="195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102"/>
            <p:cNvSpPr/>
            <p:nvPr/>
          </p:nvSpPr>
          <p:spPr>
            <a:xfrm rot="1799956">
              <a:off x="6345570" y="16487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102"/>
            <p:cNvSpPr/>
            <p:nvPr/>
          </p:nvSpPr>
          <p:spPr>
            <a:xfrm rot="1799956">
              <a:off x="6295495" y="16302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102"/>
            <p:cNvSpPr/>
            <p:nvPr/>
          </p:nvSpPr>
          <p:spPr>
            <a:xfrm rot="1799956">
              <a:off x="6698617" y="1852529"/>
              <a:ext cx="93106" cy="138726"/>
            </a:xfrm>
            <a:custGeom>
              <a:avLst/>
              <a:gdLst/>
              <a:ahLst/>
              <a:cxnLst/>
              <a:rect l="l" t="t" r="r" b="b"/>
              <a:pathLst>
                <a:path w="2645" h="3941" extrusionOk="0">
                  <a:moveTo>
                    <a:pt x="578" y="0"/>
                  </a:moveTo>
                  <a:cubicBezTo>
                    <a:pt x="1520" y="274"/>
                    <a:pt x="2128" y="1186"/>
                    <a:pt x="2006" y="2189"/>
                  </a:cubicBezTo>
                  <a:cubicBezTo>
                    <a:pt x="1854" y="3161"/>
                    <a:pt x="973" y="3861"/>
                    <a:pt x="0" y="3861"/>
                  </a:cubicBezTo>
                  <a:cubicBezTo>
                    <a:pt x="91" y="3861"/>
                    <a:pt x="152" y="3891"/>
                    <a:pt x="243"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102"/>
            <p:cNvSpPr/>
            <p:nvPr/>
          </p:nvSpPr>
          <p:spPr>
            <a:xfrm rot="1799956">
              <a:off x="6648542" y="1834071"/>
              <a:ext cx="131651" cy="136825"/>
            </a:xfrm>
            <a:custGeom>
              <a:avLst/>
              <a:gdLst/>
              <a:ahLst/>
              <a:cxnLst/>
              <a:rect l="l" t="t" r="r" b="b"/>
              <a:pathLst>
                <a:path w="3740" h="3887" extrusionOk="0">
                  <a:moveTo>
                    <a:pt x="1953" y="0"/>
                  </a:moveTo>
                  <a:cubicBezTo>
                    <a:pt x="1087" y="0"/>
                    <a:pt x="293" y="699"/>
                    <a:pt x="153" y="1685"/>
                  </a:cubicBezTo>
                  <a:cubicBezTo>
                    <a:pt x="1" y="2749"/>
                    <a:pt x="639" y="3722"/>
                    <a:pt x="1581" y="3874"/>
                  </a:cubicBezTo>
                  <a:cubicBezTo>
                    <a:pt x="1648" y="3882"/>
                    <a:pt x="1714" y="3886"/>
                    <a:pt x="1780" y="3886"/>
                  </a:cubicBezTo>
                  <a:cubicBezTo>
                    <a:pt x="2644" y="3886"/>
                    <a:pt x="3416" y="3162"/>
                    <a:pt x="3557" y="2202"/>
                  </a:cubicBezTo>
                  <a:cubicBezTo>
                    <a:pt x="3739" y="1138"/>
                    <a:pt x="3101" y="165"/>
                    <a:pt x="2159" y="13"/>
                  </a:cubicBezTo>
                  <a:cubicBezTo>
                    <a:pt x="2090" y="4"/>
                    <a:pt x="2021" y="0"/>
                    <a:pt x="195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102"/>
            <p:cNvSpPr/>
            <p:nvPr/>
          </p:nvSpPr>
          <p:spPr>
            <a:xfrm rot="1799956">
              <a:off x="6773797" y="2671255"/>
              <a:ext cx="122006" cy="135945"/>
            </a:xfrm>
            <a:custGeom>
              <a:avLst/>
              <a:gdLst/>
              <a:ahLst/>
              <a:cxnLst/>
              <a:rect l="l" t="t" r="r" b="b"/>
              <a:pathLst>
                <a:path w="3466" h="3862" extrusionOk="0">
                  <a:moveTo>
                    <a:pt x="1733" y="1"/>
                  </a:moveTo>
                  <a:cubicBezTo>
                    <a:pt x="791" y="1"/>
                    <a:pt x="1" y="852"/>
                    <a:pt x="1" y="1946"/>
                  </a:cubicBezTo>
                  <a:cubicBezTo>
                    <a:pt x="1" y="3010"/>
                    <a:pt x="791" y="3861"/>
                    <a:pt x="1733" y="3861"/>
                  </a:cubicBezTo>
                  <a:cubicBezTo>
                    <a:pt x="2675" y="3861"/>
                    <a:pt x="3466" y="3010"/>
                    <a:pt x="3466" y="1946"/>
                  </a:cubicBezTo>
                  <a:cubicBezTo>
                    <a:pt x="3466" y="852"/>
                    <a:pt x="2675"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102"/>
            <p:cNvSpPr/>
            <p:nvPr/>
          </p:nvSpPr>
          <p:spPr>
            <a:xfrm rot="1799956">
              <a:off x="6979385" y="2333920"/>
              <a:ext cx="78146" cy="138057"/>
            </a:xfrm>
            <a:custGeom>
              <a:avLst/>
              <a:gdLst/>
              <a:ahLst/>
              <a:cxnLst/>
              <a:rect l="l" t="t" r="r" b="b"/>
              <a:pathLst>
                <a:path w="2220" h="3922" extrusionOk="0">
                  <a:moveTo>
                    <a:pt x="0" y="1"/>
                  </a:moveTo>
                  <a:cubicBezTo>
                    <a:pt x="973" y="123"/>
                    <a:pt x="1733" y="943"/>
                    <a:pt x="1733" y="1946"/>
                  </a:cubicBezTo>
                  <a:cubicBezTo>
                    <a:pt x="1733" y="2949"/>
                    <a:pt x="973" y="3770"/>
                    <a:pt x="0" y="3892"/>
                  </a:cubicBezTo>
                  <a:cubicBezTo>
                    <a:pt x="92" y="3922"/>
                    <a:pt x="183" y="3922"/>
                    <a:pt x="244" y="3922"/>
                  </a:cubicBezTo>
                  <a:cubicBezTo>
                    <a:pt x="1338" y="3922"/>
                    <a:pt x="2219" y="3040"/>
                    <a:pt x="2219" y="1946"/>
                  </a:cubicBezTo>
                  <a:cubicBezTo>
                    <a:pt x="2219" y="882"/>
                    <a:pt x="133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102"/>
            <p:cNvSpPr/>
            <p:nvPr/>
          </p:nvSpPr>
          <p:spPr>
            <a:xfrm rot="1799956">
              <a:off x="6829301" y="2689664"/>
              <a:ext cx="78146" cy="139114"/>
            </a:xfrm>
            <a:custGeom>
              <a:avLst/>
              <a:gdLst/>
              <a:ahLst/>
              <a:cxnLst/>
              <a:rect l="l" t="t" r="r" b="b"/>
              <a:pathLst>
                <a:path w="2220" h="3952" extrusionOk="0">
                  <a:moveTo>
                    <a:pt x="243" y="1"/>
                  </a:moveTo>
                  <a:cubicBezTo>
                    <a:pt x="152" y="1"/>
                    <a:pt x="91" y="31"/>
                    <a:pt x="0" y="31"/>
                  </a:cubicBezTo>
                  <a:cubicBezTo>
                    <a:pt x="973" y="153"/>
                    <a:pt x="1733" y="973"/>
                    <a:pt x="1733" y="1976"/>
                  </a:cubicBezTo>
                  <a:cubicBezTo>
                    <a:pt x="1733" y="2979"/>
                    <a:pt x="973" y="3800"/>
                    <a:pt x="0" y="3922"/>
                  </a:cubicBezTo>
                  <a:cubicBezTo>
                    <a:pt x="91" y="3922"/>
                    <a:pt x="152" y="3952"/>
                    <a:pt x="243" y="3952"/>
                  </a:cubicBezTo>
                  <a:cubicBezTo>
                    <a:pt x="1338" y="3952"/>
                    <a:pt x="2219" y="3070"/>
                    <a:pt x="2219" y="1976"/>
                  </a:cubicBezTo>
                  <a:cubicBezTo>
                    <a:pt x="2219" y="882"/>
                    <a:pt x="1338" y="1"/>
                    <a:pt x="24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102"/>
            <p:cNvSpPr/>
            <p:nvPr/>
          </p:nvSpPr>
          <p:spPr>
            <a:xfrm rot="1799956">
              <a:off x="6823445" y="16434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102"/>
            <p:cNvSpPr/>
            <p:nvPr/>
          </p:nvSpPr>
          <p:spPr>
            <a:xfrm rot="1799956">
              <a:off x="6773370" y="16249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45" name="Google Shape;2645;p102"/>
          <p:cNvSpPr txBox="1"/>
          <p:nvPr/>
        </p:nvSpPr>
        <p:spPr>
          <a:xfrm>
            <a:off x="241628" y="690571"/>
            <a:ext cx="943200" cy="38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accent4"/>
                </a:solidFill>
                <a:latin typeface="Lilita One"/>
                <a:ea typeface="Lilita One"/>
                <a:cs typeface="Lilita One"/>
                <a:sym typeface="Lilita One"/>
              </a:rPr>
              <a:t>Roll the Dice</a:t>
            </a:r>
            <a:endParaRPr sz="1000">
              <a:solidFill>
                <a:schemeClr val="accent4"/>
              </a:solidFill>
              <a:latin typeface="Lilita One"/>
              <a:ea typeface="Lilita One"/>
              <a:cs typeface="Lilita One"/>
              <a:sym typeface="Lilita One"/>
            </a:endParaRPr>
          </a:p>
        </p:txBody>
      </p:sp>
      <p:sp>
        <p:nvSpPr>
          <p:cNvPr id="2646" name="Google Shape;2646;p102">
            <a:hlinkClick r:id="rId3" action="ppaction://hlinksldjump"/>
          </p:cNvPr>
          <p:cNvSpPr/>
          <p:nvPr/>
        </p:nvSpPr>
        <p:spPr>
          <a:xfrm>
            <a:off x="312438" y="237000"/>
            <a:ext cx="801600" cy="8016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0"/>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88A05CF2-1ADB-4152-8B0A-8A2A4C9B462F}"/>
                  </a:ext>
                </a:extLst>
              </p:cNvPr>
              <p:cNvSpPr txBox="1"/>
              <p:nvPr/>
            </p:nvSpPr>
            <p:spPr>
              <a:xfrm>
                <a:off x="312234" y="297366"/>
                <a:ext cx="8675649" cy="4864537"/>
              </a:xfrm>
              <a:prstGeom prst="rect">
                <a:avLst/>
              </a:prstGeom>
              <a:noFill/>
            </p:spPr>
            <p:txBody>
              <a:bodyPr wrap="square" rtlCol="0">
                <a:spAutoFit/>
              </a:bodyPr>
              <a:lstStyle/>
              <a:p>
                <a:pPr algn="just" rtl="1"/>
                <a:r>
                  <a:rPr lang="fa-IR" dirty="0">
                    <a:solidFill>
                      <a:schemeClr val="accent1"/>
                    </a:solidFill>
                    <a:cs typeface="Aban" pitchFamily="2" charset="-78"/>
                  </a:rPr>
                  <a:t>مشابه قبل ابتدا </a:t>
                </a:r>
                <a14:m>
                  <m:oMath xmlns:m="http://schemas.openxmlformats.org/officeDocument/2006/math">
                    <m:r>
                      <a:rPr lang="en-US" b="0" i="1" smtClean="0">
                        <a:solidFill>
                          <a:schemeClr val="accent1"/>
                        </a:solidFill>
                        <a:latin typeface="Cambria Math" panose="02040503050406030204" pitchFamily="18" charset="0"/>
                        <a:cs typeface="Aban" pitchFamily="2" charset="-78"/>
                      </a:rPr>
                      <m:t>𝛽</m:t>
                    </m:r>
                  </m:oMath>
                </a14:m>
                <a:r>
                  <a:rPr lang="fa-IR" dirty="0">
                    <a:solidFill>
                      <a:schemeClr val="accent1"/>
                    </a:solidFill>
                    <a:cs typeface="Aban" pitchFamily="2" charset="-78"/>
                  </a:rPr>
                  <a:t> را در کمترین حالت در نظر می‌گیریم و دکتر را بررسی می‌کنیم. استراتژی </a:t>
                </a:r>
                <a14:m>
                  <m:oMath xmlns:m="http://schemas.openxmlformats.org/officeDocument/2006/math">
                    <m:r>
                      <a:rPr lang="en-US" b="0" i="1" smtClean="0">
                        <a:solidFill>
                          <a:schemeClr val="accent1"/>
                        </a:solidFill>
                        <a:latin typeface="Cambria Math" panose="02040503050406030204" pitchFamily="18" charset="0"/>
                        <a:cs typeface="Aban" pitchFamily="2" charset="-78"/>
                      </a:rPr>
                      <m:t>𝑁</m:t>
                    </m:r>
                    <m:sSub>
                      <m:sSubPr>
                        <m:ctrlPr>
                          <a:rPr lang="en-US" b="0" i="1" smtClean="0">
                            <a:solidFill>
                              <a:schemeClr val="accent1"/>
                            </a:solidFill>
                            <a:latin typeface="Cambria Math" panose="02040503050406030204" pitchFamily="18" charset="0"/>
                            <a:cs typeface="Aban" pitchFamily="2" charset="-78"/>
                          </a:rPr>
                        </m:ctrlPr>
                      </m:sSubPr>
                      <m:e>
                        <m:r>
                          <a:rPr lang="en-US" b="0" i="1" smtClean="0">
                            <a:solidFill>
                              <a:schemeClr val="accent1"/>
                            </a:solidFill>
                            <a:latin typeface="Cambria Math" panose="02040503050406030204" pitchFamily="18" charset="0"/>
                            <a:cs typeface="Aban" pitchFamily="2" charset="-78"/>
                          </a:rPr>
                          <m:t>𝐶</m:t>
                        </m:r>
                      </m:e>
                      <m:sub>
                        <m:r>
                          <a:rPr lang="en-US" b="0" i="1" smtClean="0">
                            <a:solidFill>
                              <a:schemeClr val="accent1"/>
                            </a:solidFill>
                            <a:latin typeface="Cambria Math" panose="02040503050406030204" pitchFamily="18" charset="0"/>
                            <a:cs typeface="Aban" pitchFamily="2" charset="-78"/>
                          </a:rPr>
                          <m:t>𝑑</m:t>
                        </m:r>
                      </m:sub>
                    </m:sSub>
                  </m:oMath>
                </a14:m>
                <a:r>
                  <a:rPr lang="fa-IR" dirty="0">
                    <a:solidFill>
                      <a:schemeClr val="accent1"/>
                    </a:solidFill>
                    <a:cs typeface="Aban" pitchFamily="2" charset="-78"/>
                  </a:rPr>
                  <a:t> قویا مسلط شده است زیرا </a:t>
                </a:r>
                <a14:m>
                  <m:oMath xmlns:m="http://schemas.openxmlformats.org/officeDocument/2006/math">
                    <m:sSub>
                      <m:sSubPr>
                        <m:ctrlPr>
                          <a:rPr lang="en-US" b="0" i="1" smtClean="0">
                            <a:solidFill>
                              <a:schemeClr val="accent1"/>
                            </a:solidFill>
                            <a:latin typeface="Cambria Math" panose="02040503050406030204" pitchFamily="18" charset="0"/>
                            <a:cs typeface="Aban" pitchFamily="2" charset="-78"/>
                          </a:rPr>
                        </m:ctrlPr>
                      </m:sSubPr>
                      <m:e>
                        <m:r>
                          <a:rPr lang="en-US" b="0" i="1" smtClean="0">
                            <a:solidFill>
                              <a:schemeClr val="accent1"/>
                            </a:solidFill>
                            <a:latin typeface="Cambria Math" panose="02040503050406030204" pitchFamily="18" charset="0"/>
                            <a:cs typeface="Aban" pitchFamily="2" charset="-78"/>
                          </a:rPr>
                          <m:t>𝐸</m:t>
                        </m:r>
                      </m:e>
                      <m:sub>
                        <m:r>
                          <a:rPr lang="en-US" b="0" i="1" smtClean="0">
                            <a:solidFill>
                              <a:schemeClr val="accent1"/>
                            </a:solidFill>
                            <a:latin typeface="Cambria Math" panose="02040503050406030204" pitchFamily="18" charset="0"/>
                            <a:cs typeface="Aban" pitchFamily="2" charset="-78"/>
                          </a:rPr>
                          <m:t>𝐷</m:t>
                        </m:r>
                      </m:sub>
                    </m:sSub>
                    <m:r>
                      <a:rPr lang="en-US" b="0" i="1" smtClean="0">
                        <a:solidFill>
                          <a:schemeClr val="accent1"/>
                        </a:solidFill>
                        <a:latin typeface="Cambria Math" panose="02040503050406030204" pitchFamily="18" charset="0"/>
                        <a:cs typeface="Aban" pitchFamily="2" charset="-78"/>
                      </a:rPr>
                      <m:t>[</m:t>
                    </m:r>
                    <m:r>
                      <a:rPr lang="en-US" b="0" i="1" smtClean="0">
                        <a:solidFill>
                          <a:schemeClr val="accent1"/>
                        </a:solidFill>
                        <a:latin typeface="Cambria Math" panose="02040503050406030204" pitchFamily="18" charset="0"/>
                        <a:cs typeface="Aban" pitchFamily="2" charset="-78"/>
                      </a:rPr>
                      <m:t>𝑁</m:t>
                    </m:r>
                    <m:sSub>
                      <m:sSubPr>
                        <m:ctrlPr>
                          <a:rPr lang="en-US" b="0" i="1" smtClean="0">
                            <a:solidFill>
                              <a:schemeClr val="accent1"/>
                            </a:solidFill>
                            <a:latin typeface="Cambria Math" panose="02040503050406030204" pitchFamily="18" charset="0"/>
                            <a:cs typeface="Aban" pitchFamily="2" charset="-78"/>
                          </a:rPr>
                        </m:ctrlPr>
                      </m:sSubPr>
                      <m:e>
                        <m:r>
                          <a:rPr lang="en-US" b="0" i="1" smtClean="0">
                            <a:solidFill>
                              <a:schemeClr val="accent1"/>
                            </a:solidFill>
                            <a:latin typeface="Cambria Math" panose="02040503050406030204" pitchFamily="18" charset="0"/>
                            <a:cs typeface="Aban" pitchFamily="2" charset="-78"/>
                          </a:rPr>
                          <m:t>𝐶</m:t>
                        </m:r>
                      </m:e>
                      <m:sub>
                        <m:r>
                          <a:rPr lang="en-US" b="0" i="1" smtClean="0">
                            <a:solidFill>
                              <a:schemeClr val="accent1"/>
                            </a:solidFill>
                            <a:latin typeface="Cambria Math" panose="02040503050406030204" pitchFamily="18" charset="0"/>
                            <a:cs typeface="Aban" pitchFamily="2" charset="-78"/>
                          </a:rPr>
                          <m:t>𝑑</m:t>
                        </m:r>
                      </m:sub>
                    </m:sSub>
                    <m:r>
                      <a:rPr lang="en-US" b="0" i="1" smtClean="0">
                        <a:solidFill>
                          <a:schemeClr val="accent1"/>
                        </a:solidFill>
                        <a:latin typeface="Cambria Math" panose="02040503050406030204" pitchFamily="18" charset="0"/>
                        <a:cs typeface="Aban" pitchFamily="2" charset="-78"/>
                      </a:rPr>
                      <m:t>]</m:t>
                    </m:r>
                  </m:oMath>
                </a14:m>
                <a:r>
                  <a:rPr lang="fa-IR" dirty="0">
                    <a:solidFill>
                      <a:schemeClr val="accent1"/>
                    </a:solidFill>
                    <a:cs typeface="Aban" pitchFamily="2" charset="-78"/>
                  </a:rPr>
                  <a:t> از </a:t>
                </a:r>
                <a14:m>
                  <m:oMath xmlns:m="http://schemas.openxmlformats.org/officeDocument/2006/math">
                    <m:sSub>
                      <m:sSubPr>
                        <m:ctrlPr>
                          <a:rPr lang="en-US" b="0" i="1" smtClean="0">
                            <a:solidFill>
                              <a:schemeClr val="accent1"/>
                            </a:solidFill>
                            <a:latin typeface="Cambria Math" panose="02040503050406030204" pitchFamily="18" charset="0"/>
                            <a:cs typeface="Aban" pitchFamily="2" charset="-78"/>
                          </a:rPr>
                        </m:ctrlPr>
                      </m:sSubPr>
                      <m:e>
                        <m:r>
                          <a:rPr lang="en-US" b="0" i="1" smtClean="0">
                            <a:solidFill>
                              <a:schemeClr val="accent1"/>
                            </a:solidFill>
                            <a:latin typeface="Cambria Math" panose="02040503050406030204" pitchFamily="18" charset="0"/>
                            <a:cs typeface="Aban" pitchFamily="2" charset="-78"/>
                          </a:rPr>
                          <m:t>𝐸</m:t>
                        </m:r>
                      </m:e>
                      <m:sub>
                        <m:r>
                          <a:rPr lang="en-US" b="0" i="1" smtClean="0">
                            <a:solidFill>
                              <a:schemeClr val="accent1"/>
                            </a:solidFill>
                            <a:latin typeface="Cambria Math" panose="02040503050406030204" pitchFamily="18" charset="0"/>
                            <a:cs typeface="Aban" pitchFamily="2" charset="-78"/>
                          </a:rPr>
                          <m:t>𝐷</m:t>
                        </m:r>
                      </m:sub>
                    </m:sSub>
                    <m:d>
                      <m:dPr>
                        <m:begChr m:val="["/>
                        <m:endChr m:val="]"/>
                        <m:ctrlPr>
                          <a:rPr lang="en-US" b="0" i="1" smtClean="0">
                            <a:solidFill>
                              <a:schemeClr val="accent1"/>
                            </a:solidFill>
                            <a:latin typeface="Cambria Math" panose="02040503050406030204" pitchFamily="18" charset="0"/>
                            <a:cs typeface="Aban" pitchFamily="2" charset="-78"/>
                          </a:rPr>
                        </m:ctrlPr>
                      </m:dPr>
                      <m:e>
                        <m:r>
                          <a:rPr lang="en-US" b="0" i="1" smtClean="0">
                            <a:solidFill>
                              <a:schemeClr val="accent1"/>
                            </a:solidFill>
                            <a:latin typeface="Cambria Math" panose="02040503050406030204" pitchFamily="18" charset="0"/>
                            <a:cs typeface="Aban" pitchFamily="2" charset="-78"/>
                          </a:rPr>
                          <m:t>𝐶</m:t>
                        </m:r>
                      </m:e>
                    </m:d>
                    <m:r>
                      <a:rPr lang="en-US" b="0" i="1" smtClean="0">
                        <a:solidFill>
                          <a:schemeClr val="accent1"/>
                        </a:solidFill>
                        <a:latin typeface="Cambria Math" panose="02040503050406030204" pitchFamily="18" charset="0"/>
                        <a:cs typeface="Aban" pitchFamily="2" charset="-78"/>
                      </a:rPr>
                      <m:t>=</m:t>
                    </m:r>
                    <m:sSub>
                      <m:sSubPr>
                        <m:ctrlPr>
                          <a:rPr lang="en-US" b="0" i="1" smtClean="0">
                            <a:solidFill>
                              <a:schemeClr val="accent1"/>
                            </a:solidFill>
                            <a:latin typeface="Cambria Math" panose="02040503050406030204" pitchFamily="18" charset="0"/>
                            <a:cs typeface="Aban" pitchFamily="2" charset="-78"/>
                          </a:rPr>
                        </m:ctrlPr>
                      </m:sSubPr>
                      <m:e>
                        <m:r>
                          <a:rPr lang="en-US" b="0" i="1" smtClean="0">
                            <a:solidFill>
                              <a:schemeClr val="accent1"/>
                            </a:solidFill>
                            <a:latin typeface="Cambria Math" panose="02040503050406030204" pitchFamily="18" charset="0"/>
                            <a:cs typeface="Aban" pitchFamily="2" charset="-78"/>
                          </a:rPr>
                          <m:t>𝐸</m:t>
                        </m:r>
                      </m:e>
                      <m:sub>
                        <m:r>
                          <a:rPr lang="en-US" b="0" i="1" smtClean="0">
                            <a:solidFill>
                              <a:schemeClr val="accent1"/>
                            </a:solidFill>
                            <a:latin typeface="Cambria Math" panose="02040503050406030204" pitchFamily="18" charset="0"/>
                            <a:cs typeface="Aban" pitchFamily="2" charset="-78"/>
                          </a:rPr>
                          <m:t>𝐷</m:t>
                        </m:r>
                      </m:sub>
                    </m:sSub>
                    <m:r>
                      <a:rPr lang="en-US" b="0" i="1" smtClean="0">
                        <a:solidFill>
                          <a:schemeClr val="accent1"/>
                        </a:solidFill>
                        <a:latin typeface="Cambria Math" panose="02040503050406030204" pitchFamily="18" charset="0"/>
                        <a:cs typeface="Aban" pitchFamily="2" charset="-78"/>
                      </a:rPr>
                      <m:t>[</m:t>
                    </m:r>
                    <m:r>
                      <a:rPr lang="en-US" b="0" i="1" smtClean="0">
                        <a:solidFill>
                          <a:schemeClr val="accent1"/>
                        </a:solidFill>
                        <a:latin typeface="Cambria Math" panose="02040503050406030204" pitchFamily="18" charset="0"/>
                        <a:cs typeface="Aban" pitchFamily="2" charset="-78"/>
                      </a:rPr>
                      <m:t>𝑁</m:t>
                    </m:r>
                    <m:sSub>
                      <m:sSubPr>
                        <m:ctrlPr>
                          <a:rPr lang="en-US" b="0" i="1" smtClean="0">
                            <a:solidFill>
                              <a:schemeClr val="accent1"/>
                            </a:solidFill>
                            <a:latin typeface="Cambria Math" panose="02040503050406030204" pitchFamily="18" charset="0"/>
                            <a:cs typeface="Aban" pitchFamily="2" charset="-78"/>
                          </a:rPr>
                        </m:ctrlPr>
                      </m:sSubPr>
                      <m:e>
                        <m:r>
                          <a:rPr lang="en-US" b="0" i="1" smtClean="0">
                            <a:solidFill>
                              <a:schemeClr val="accent1"/>
                            </a:solidFill>
                            <a:latin typeface="Cambria Math" panose="02040503050406030204" pitchFamily="18" charset="0"/>
                            <a:cs typeface="Aban" pitchFamily="2" charset="-78"/>
                          </a:rPr>
                          <m:t>𝐶</m:t>
                        </m:r>
                      </m:e>
                      <m:sub>
                        <m:r>
                          <a:rPr lang="en-US" b="0" i="1" smtClean="0">
                            <a:solidFill>
                              <a:schemeClr val="accent1"/>
                            </a:solidFill>
                            <a:latin typeface="Cambria Math" panose="02040503050406030204" pitchFamily="18" charset="0"/>
                            <a:cs typeface="Aban" pitchFamily="2" charset="-78"/>
                          </a:rPr>
                          <m:t>𝑡</m:t>
                        </m:r>
                      </m:sub>
                    </m:sSub>
                    <m:r>
                      <a:rPr lang="en-US" b="0" i="1" smtClean="0">
                        <a:solidFill>
                          <a:schemeClr val="accent1"/>
                        </a:solidFill>
                        <a:latin typeface="Cambria Math" panose="02040503050406030204" pitchFamily="18" charset="0"/>
                        <a:cs typeface="Aban" pitchFamily="2" charset="-78"/>
                      </a:rPr>
                      <m:t>]</m:t>
                    </m:r>
                  </m:oMath>
                </a14:m>
                <a:r>
                  <a:rPr lang="fa-IR" dirty="0">
                    <a:solidFill>
                      <a:schemeClr val="accent1"/>
                    </a:solidFill>
                    <a:cs typeface="Aban" pitchFamily="2" charset="-78"/>
                  </a:rPr>
                  <a:t> کوچکتر است.</a:t>
                </a:r>
              </a:p>
              <a:p>
                <a:pPr algn="just" rtl="1"/>
                <a:r>
                  <a:rPr lang="fa-IR" dirty="0">
                    <a:solidFill>
                      <a:schemeClr val="accent1"/>
                    </a:solidFill>
                    <a:cs typeface="Aban" pitchFamily="2" charset="-78"/>
                  </a:rPr>
                  <a:t>اگر فرض کنیم احتمال همکاری بیمار </a:t>
                </a:r>
                <a14:m>
                  <m:oMath xmlns:m="http://schemas.openxmlformats.org/officeDocument/2006/math">
                    <m:r>
                      <a:rPr lang="en-US" b="0" i="1" smtClean="0">
                        <a:solidFill>
                          <a:schemeClr val="accent1"/>
                        </a:solidFill>
                        <a:latin typeface="Cambria Math" panose="02040503050406030204" pitchFamily="18" charset="0"/>
                        <a:cs typeface="Aban" pitchFamily="2" charset="-78"/>
                      </a:rPr>
                      <m:t>𝑝</m:t>
                    </m:r>
                  </m:oMath>
                </a14:m>
                <a:r>
                  <a:rPr lang="fa-IR" dirty="0">
                    <a:solidFill>
                      <a:schemeClr val="accent1"/>
                    </a:solidFill>
                    <a:cs typeface="Aban" pitchFamily="2" charset="-78"/>
                  </a:rPr>
                  <a:t> و احتمال عدم همکاری او </a:t>
                </a:r>
                <a14:m>
                  <m:oMath xmlns:m="http://schemas.openxmlformats.org/officeDocument/2006/math">
                    <m:d>
                      <m:dPr>
                        <m:ctrlPr>
                          <a:rPr lang="en-US" b="0" i="1" smtClean="0">
                            <a:solidFill>
                              <a:schemeClr val="accent1"/>
                            </a:solidFill>
                            <a:latin typeface="Cambria Math" panose="02040503050406030204" pitchFamily="18" charset="0"/>
                            <a:cs typeface="Aban" pitchFamily="2" charset="-78"/>
                          </a:rPr>
                        </m:ctrlPr>
                      </m:dPr>
                      <m:e>
                        <m:r>
                          <a:rPr lang="en-US" b="0" i="1" smtClean="0">
                            <a:solidFill>
                              <a:schemeClr val="accent1"/>
                            </a:solidFill>
                            <a:latin typeface="Cambria Math" panose="02040503050406030204" pitchFamily="18" charset="0"/>
                            <a:cs typeface="Aban" pitchFamily="2" charset="-78"/>
                          </a:rPr>
                          <m:t>1</m:t>
                        </m:r>
                        <m:r>
                          <a:rPr lang="en-US" b="0" i="1" smtClean="0">
                            <a:solidFill>
                              <a:schemeClr val="accent1"/>
                            </a:solidFill>
                            <a:latin typeface="Cambria Math" panose="02040503050406030204" pitchFamily="18" charset="0"/>
                            <a:cs typeface="Aban" pitchFamily="2" charset="-78"/>
                          </a:rPr>
                          <m:t>−</m:t>
                        </m:r>
                        <m:r>
                          <a:rPr lang="en-US" b="0" i="1" smtClean="0">
                            <a:solidFill>
                              <a:schemeClr val="accent1"/>
                            </a:solidFill>
                            <a:latin typeface="Cambria Math" panose="02040503050406030204" pitchFamily="18" charset="0"/>
                            <a:cs typeface="Aban" pitchFamily="2" charset="-78"/>
                          </a:rPr>
                          <m:t>𝑝</m:t>
                        </m:r>
                      </m:e>
                    </m:d>
                  </m:oMath>
                </a14:m>
                <a:r>
                  <a:rPr lang="fa-IR" dirty="0">
                    <a:solidFill>
                      <a:schemeClr val="accent1"/>
                    </a:solidFill>
                    <a:cs typeface="Aban" pitchFamily="2" charset="-78"/>
                  </a:rPr>
                  <a:t> در نظر بگیریم (دقت کنید که فقط دو استراتژی داریم) به معادله زیر می‌رسیم.</a:t>
                </a:r>
              </a:p>
              <a:p>
                <a:pPr algn="just" rtl="1"/>
                <a:endParaRPr lang="fa-IR" dirty="0">
                  <a:solidFill>
                    <a:schemeClr val="accent1"/>
                  </a:solidFill>
                  <a:cs typeface="Aban" pitchFamily="2" charset="-78"/>
                </a:endParaRPr>
              </a:p>
              <a:p>
                <a:pPr algn="just" rtl="1"/>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cs typeface="Aban" pitchFamily="2" charset="-78"/>
                        </a:rPr>
                        <m:t>𝑝</m:t>
                      </m:r>
                      <m:r>
                        <a:rPr lang="en-US" b="0" i="1" smtClean="0">
                          <a:solidFill>
                            <a:schemeClr val="accent1"/>
                          </a:solidFill>
                          <a:latin typeface="Cambria Math" panose="02040503050406030204" pitchFamily="18" charset="0"/>
                          <a:cs typeface="Aban" pitchFamily="2" charset="-78"/>
                        </a:rPr>
                        <m:t>= </m:t>
                      </m:r>
                      <m:f>
                        <m:fPr>
                          <m:ctrlPr>
                            <a:rPr lang="en-US" b="0" i="1" smtClean="0">
                              <a:solidFill>
                                <a:schemeClr val="accent1"/>
                              </a:solidFill>
                              <a:latin typeface="Cambria Math" panose="02040503050406030204" pitchFamily="18" charset="0"/>
                              <a:cs typeface="Aban" pitchFamily="2" charset="-78"/>
                            </a:rPr>
                          </m:ctrlPr>
                        </m:fPr>
                        <m:num>
                          <m:r>
                            <a:rPr lang="en-US" b="0" i="1" smtClean="0">
                              <a:solidFill>
                                <a:schemeClr val="accent1"/>
                              </a:solidFill>
                              <a:latin typeface="Cambria Math" panose="02040503050406030204" pitchFamily="18" charset="0"/>
                              <a:cs typeface="Aban" pitchFamily="2" charset="-78"/>
                            </a:rPr>
                            <m:t>𝐺</m:t>
                          </m:r>
                          <m:r>
                            <a:rPr lang="en-US" b="0" i="1" smtClean="0">
                              <a:solidFill>
                                <a:schemeClr val="accent1"/>
                              </a:solidFill>
                              <a:latin typeface="Cambria Math" panose="02040503050406030204" pitchFamily="18" charset="0"/>
                              <a:cs typeface="Aban" pitchFamily="2" charset="-78"/>
                            </a:rPr>
                            <m:t>−</m:t>
                          </m:r>
                          <m:sSubSup>
                            <m:sSubSupPr>
                              <m:ctrlPr>
                                <a:rPr lang="en-US" b="0" i="1" smtClean="0">
                                  <a:solidFill>
                                    <a:schemeClr val="accent1"/>
                                  </a:solidFill>
                                  <a:latin typeface="Cambria Math" panose="02040503050406030204" pitchFamily="18" charset="0"/>
                                  <a:cs typeface="Aban" pitchFamily="2" charset="-78"/>
                                </a:rPr>
                              </m:ctrlPr>
                            </m:sSubSupPr>
                            <m:e>
                              <m:r>
                                <a:rPr lang="en-US" b="0" i="1" smtClean="0">
                                  <a:solidFill>
                                    <a:schemeClr val="accent1"/>
                                  </a:solidFill>
                                  <a:latin typeface="Cambria Math" panose="02040503050406030204" pitchFamily="18" charset="0"/>
                                  <a:cs typeface="Aban" pitchFamily="2" charset="-78"/>
                                </a:rPr>
                                <m:t>𝐹</m:t>
                              </m:r>
                            </m:e>
                            <m:sub>
                              <m:r>
                                <a:rPr lang="en-US" b="0" i="1" smtClean="0">
                                  <a:solidFill>
                                    <a:schemeClr val="accent1"/>
                                  </a:solidFill>
                                  <a:latin typeface="Cambria Math" panose="02040503050406030204" pitchFamily="18" charset="0"/>
                                  <a:cs typeface="Aban" pitchFamily="2" charset="-78"/>
                                </a:rPr>
                                <m:t>𝐷</m:t>
                              </m:r>
                            </m:sub>
                            <m:sup>
                              <m:r>
                                <a:rPr lang="en-US" b="0" i="1" smtClean="0">
                                  <a:solidFill>
                                    <a:schemeClr val="accent1"/>
                                  </a:solidFill>
                                  <a:latin typeface="Cambria Math" panose="02040503050406030204" pitchFamily="18" charset="0"/>
                                  <a:cs typeface="Aban" pitchFamily="2" charset="-78"/>
                                </a:rPr>
                                <m:t>𝑡</m:t>
                              </m:r>
                            </m:sup>
                          </m:sSubSup>
                          <m:r>
                            <a:rPr lang="en-US" b="0" i="1" smtClean="0">
                              <a:solidFill>
                                <a:schemeClr val="accent1"/>
                              </a:solidFill>
                              <a:latin typeface="Cambria Math" panose="02040503050406030204" pitchFamily="18" charset="0"/>
                              <a:cs typeface="Aban" pitchFamily="2" charset="-78"/>
                            </a:rPr>
                            <m:t>−</m:t>
                          </m:r>
                          <m:r>
                            <a:rPr lang="en-US" b="0" i="1" smtClean="0">
                              <a:solidFill>
                                <a:schemeClr val="accent1"/>
                              </a:solidFill>
                              <a:latin typeface="Cambria Math" panose="02040503050406030204" pitchFamily="18" charset="0"/>
                              <a:cs typeface="Aban" pitchFamily="2" charset="-78"/>
                            </a:rPr>
                            <m:t>1</m:t>
                          </m:r>
                        </m:num>
                        <m:den>
                          <m:r>
                            <a:rPr lang="en-US" b="0" i="1" smtClean="0">
                              <a:solidFill>
                                <a:schemeClr val="accent1"/>
                              </a:solidFill>
                              <a:latin typeface="Cambria Math" panose="02040503050406030204" pitchFamily="18" charset="0"/>
                              <a:cs typeface="Aban" pitchFamily="2" charset="-78"/>
                            </a:rPr>
                            <m:t>𝐺</m:t>
                          </m:r>
                          <m:r>
                            <a:rPr lang="en-US" b="0" i="1" smtClean="0">
                              <a:solidFill>
                                <a:schemeClr val="accent1"/>
                              </a:solidFill>
                              <a:latin typeface="Cambria Math" panose="02040503050406030204" pitchFamily="18" charset="0"/>
                              <a:cs typeface="Aban" pitchFamily="2" charset="-78"/>
                            </a:rPr>
                            <m:t>−</m:t>
                          </m:r>
                          <m:sSubSup>
                            <m:sSubSupPr>
                              <m:ctrlPr>
                                <a:rPr lang="en-US" b="0" i="1" smtClean="0">
                                  <a:solidFill>
                                    <a:schemeClr val="accent1"/>
                                  </a:solidFill>
                                  <a:latin typeface="Cambria Math" panose="02040503050406030204" pitchFamily="18" charset="0"/>
                                  <a:cs typeface="Aban" pitchFamily="2" charset="-78"/>
                                </a:rPr>
                              </m:ctrlPr>
                            </m:sSubSupPr>
                            <m:e>
                              <m:r>
                                <a:rPr lang="en-US" b="0" i="1" smtClean="0">
                                  <a:solidFill>
                                    <a:schemeClr val="accent1"/>
                                  </a:solidFill>
                                  <a:latin typeface="Cambria Math" panose="02040503050406030204" pitchFamily="18" charset="0"/>
                                  <a:cs typeface="Aban" pitchFamily="2" charset="-78"/>
                                </a:rPr>
                                <m:t>𝐹</m:t>
                              </m:r>
                            </m:e>
                            <m:sub>
                              <m:r>
                                <a:rPr lang="en-US" b="0" i="1" smtClean="0">
                                  <a:solidFill>
                                    <a:schemeClr val="accent1"/>
                                  </a:solidFill>
                                  <a:latin typeface="Cambria Math" panose="02040503050406030204" pitchFamily="18" charset="0"/>
                                  <a:cs typeface="Aban" pitchFamily="2" charset="-78"/>
                                </a:rPr>
                                <m:t>𝐷</m:t>
                              </m:r>
                            </m:sub>
                            <m:sup>
                              <m:r>
                                <a:rPr lang="en-US" b="0" i="1" smtClean="0">
                                  <a:solidFill>
                                    <a:schemeClr val="accent1"/>
                                  </a:solidFill>
                                  <a:latin typeface="Cambria Math" panose="02040503050406030204" pitchFamily="18" charset="0"/>
                                  <a:cs typeface="Aban" pitchFamily="2" charset="-78"/>
                                </a:rPr>
                                <m:t>𝑡</m:t>
                              </m:r>
                            </m:sup>
                          </m:sSubSup>
                          <m:r>
                            <a:rPr lang="en-US" b="0" i="1" smtClean="0">
                              <a:solidFill>
                                <a:schemeClr val="accent1"/>
                              </a:solidFill>
                              <a:latin typeface="Cambria Math" panose="02040503050406030204" pitchFamily="18" charset="0"/>
                              <a:cs typeface="Aban" pitchFamily="2" charset="-78"/>
                            </a:rPr>
                            <m:t>+</m:t>
                          </m:r>
                          <m:sSubSup>
                            <m:sSubSupPr>
                              <m:ctrlPr>
                                <a:rPr lang="en-US" b="0" i="1" smtClean="0">
                                  <a:solidFill>
                                    <a:schemeClr val="accent1"/>
                                  </a:solidFill>
                                  <a:latin typeface="Cambria Math" panose="02040503050406030204" pitchFamily="18" charset="0"/>
                                  <a:cs typeface="Aban" pitchFamily="2" charset="-78"/>
                                </a:rPr>
                              </m:ctrlPr>
                            </m:sSubSupPr>
                            <m:e>
                              <m:r>
                                <a:rPr lang="en-US" b="0" i="1" smtClean="0">
                                  <a:solidFill>
                                    <a:schemeClr val="accent1"/>
                                  </a:solidFill>
                                  <a:latin typeface="Cambria Math" panose="02040503050406030204" pitchFamily="18" charset="0"/>
                                  <a:cs typeface="Aban" pitchFamily="2" charset="-78"/>
                                </a:rPr>
                                <m:t>𝑅</m:t>
                              </m:r>
                            </m:e>
                            <m:sub>
                              <m:r>
                                <a:rPr lang="en-US" b="0" i="1" smtClean="0">
                                  <a:solidFill>
                                    <a:schemeClr val="accent1"/>
                                  </a:solidFill>
                                  <a:latin typeface="Cambria Math" panose="02040503050406030204" pitchFamily="18" charset="0"/>
                                  <a:cs typeface="Aban" pitchFamily="2" charset="-78"/>
                                </a:rPr>
                                <m:t>𝐷</m:t>
                              </m:r>
                            </m:sub>
                            <m:sup>
                              <m:r>
                                <a:rPr lang="en-US" b="0" i="1" smtClean="0">
                                  <a:solidFill>
                                    <a:schemeClr val="accent1"/>
                                  </a:solidFill>
                                  <a:latin typeface="Cambria Math" panose="02040503050406030204" pitchFamily="18" charset="0"/>
                                  <a:cs typeface="Aban" pitchFamily="2" charset="-78"/>
                                </a:rPr>
                                <m:t>𝑡</m:t>
                              </m:r>
                            </m:sup>
                          </m:sSubSup>
                        </m:den>
                      </m:f>
                    </m:oMath>
                  </m:oMathPara>
                </a14:m>
                <a:endParaRPr lang="en-US" dirty="0">
                  <a:solidFill>
                    <a:schemeClr val="accent1"/>
                  </a:solidFill>
                  <a:cs typeface="Aban" pitchFamily="2" charset="-78"/>
                </a:endParaRPr>
              </a:p>
              <a:p>
                <a:pPr algn="just" rtl="1"/>
                <a:r>
                  <a:rPr lang="fa-IR" dirty="0">
                    <a:solidFill>
                      <a:schemeClr val="accent1"/>
                    </a:solidFill>
                    <a:cs typeface="Aban" pitchFamily="2" charset="-78"/>
                  </a:rPr>
                  <a:t>به طور مشابه برای بیمار اگر فرض کنیم که دکتر با احتمال </a:t>
                </a:r>
                <a14:m>
                  <m:oMath xmlns:m="http://schemas.openxmlformats.org/officeDocument/2006/math">
                    <m:r>
                      <a:rPr lang="en-US" b="0" i="1" smtClean="0">
                        <a:solidFill>
                          <a:schemeClr val="accent1"/>
                        </a:solidFill>
                        <a:latin typeface="Cambria Math" panose="02040503050406030204" pitchFamily="18" charset="0"/>
                        <a:cs typeface="Aban" pitchFamily="2" charset="-78"/>
                      </a:rPr>
                      <m:t>𝑞</m:t>
                    </m:r>
                  </m:oMath>
                </a14:m>
                <a:r>
                  <a:rPr lang="fa-IR" dirty="0">
                    <a:solidFill>
                      <a:schemeClr val="accent1"/>
                    </a:solidFill>
                    <a:cs typeface="Aban" pitchFamily="2" charset="-78"/>
                  </a:rPr>
                  <a:t> همکاری و با احتمال </a:t>
                </a:r>
                <a14:m>
                  <m:oMath xmlns:m="http://schemas.openxmlformats.org/officeDocument/2006/math">
                    <m:r>
                      <a:rPr lang="en-US" b="0" i="1" smtClean="0">
                        <a:solidFill>
                          <a:schemeClr val="accent1"/>
                        </a:solidFill>
                        <a:latin typeface="Cambria Math" panose="02040503050406030204" pitchFamily="18" charset="0"/>
                        <a:cs typeface="Aban" pitchFamily="2" charset="-78"/>
                      </a:rPr>
                      <m:t>1</m:t>
                    </m:r>
                    <m:r>
                      <a:rPr lang="en-US" b="0" i="1" smtClean="0">
                        <a:solidFill>
                          <a:schemeClr val="accent1"/>
                        </a:solidFill>
                        <a:latin typeface="Cambria Math" panose="02040503050406030204" pitchFamily="18" charset="0"/>
                        <a:cs typeface="Aban" pitchFamily="2" charset="-78"/>
                      </a:rPr>
                      <m:t>−</m:t>
                    </m:r>
                    <m:r>
                      <a:rPr lang="en-US" b="0" i="1" smtClean="0">
                        <a:solidFill>
                          <a:schemeClr val="accent1"/>
                        </a:solidFill>
                        <a:latin typeface="Cambria Math" panose="02040503050406030204" pitchFamily="18" charset="0"/>
                        <a:cs typeface="Aban" pitchFamily="2" charset="-78"/>
                      </a:rPr>
                      <m:t>𝑞</m:t>
                    </m:r>
                  </m:oMath>
                </a14:m>
                <a:r>
                  <a:rPr lang="fa-IR" dirty="0">
                    <a:solidFill>
                      <a:schemeClr val="accent1"/>
                    </a:solidFill>
                    <a:cs typeface="Aban" pitchFamily="2" charset="-78"/>
                  </a:rPr>
                  <a:t> عدم همکاری را انتخاب می‌کند به رابطه زیر می‌رسیم.</a:t>
                </a:r>
              </a:p>
              <a:p>
                <a:pPr algn="just" rtl="1"/>
                <a:endParaRPr lang="fa-IR" dirty="0">
                  <a:solidFill>
                    <a:schemeClr val="accent1"/>
                  </a:solidFill>
                  <a:cs typeface="Aban" pitchFamily="2" charset="-78"/>
                </a:endParaRPr>
              </a:p>
              <a:p>
                <a:pPr algn="just" rtl="1"/>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cs typeface="Aban" pitchFamily="2" charset="-78"/>
                        </a:rPr>
                        <m:t>𝑞</m:t>
                      </m:r>
                      <m:r>
                        <a:rPr lang="en-US" b="0" i="1" smtClean="0">
                          <a:solidFill>
                            <a:schemeClr val="accent1"/>
                          </a:solidFill>
                          <a:latin typeface="Cambria Math" panose="02040503050406030204" pitchFamily="18" charset="0"/>
                          <a:cs typeface="Aban" pitchFamily="2" charset="-78"/>
                        </a:rPr>
                        <m:t>=</m:t>
                      </m:r>
                      <m:r>
                        <a:rPr lang="en-US" b="0" i="1" smtClean="0">
                          <a:solidFill>
                            <a:schemeClr val="accent1"/>
                          </a:solidFill>
                          <a:latin typeface="Cambria Math" panose="02040503050406030204" pitchFamily="18" charset="0"/>
                          <a:cs typeface="Aban" pitchFamily="2" charset="-78"/>
                        </a:rPr>
                        <m:t>1</m:t>
                      </m:r>
                      <m:r>
                        <a:rPr lang="en-US" b="0" i="1" smtClean="0">
                          <a:solidFill>
                            <a:schemeClr val="accent1"/>
                          </a:solidFill>
                          <a:latin typeface="Cambria Math" panose="02040503050406030204" pitchFamily="18" charset="0"/>
                          <a:cs typeface="Aban" pitchFamily="2" charset="-78"/>
                        </a:rPr>
                        <m:t>− </m:t>
                      </m:r>
                      <m:f>
                        <m:fPr>
                          <m:ctrlPr>
                            <a:rPr lang="en-US" b="0" i="1" smtClean="0">
                              <a:solidFill>
                                <a:schemeClr val="accent1"/>
                              </a:solidFill>
                              <a:latin typeface="Cambria Math" panose="02040503050406030204" pitchFamily="18" charset="0"/>
                              <a:cs typeface="Aban" pitchFamily="2" charset="-78"/>
                            </a:rPr>
                          </m:ctrlPr>
                        </m:fPr>
                        <m:num>
                          <m:r>
                            <a:rPr lang="en-US" b="0" i="1" smtClean="0">
                              <a:solidFill>
                                <a:schemeClr val="accent1"/>
                              </a:solidFill>
                              <a:latin typeface="Cambria Math" panose="02040503050406030204" pitchFamily="18" charset="0"/>
                              <a:cs typeface="Aban" pitchFamily="2" charset="-78"/>
                            </a:rPr>
                            <m:t>𝛾</m:t>
                          </m:r>
                          <m:r>
                            <a:rPr lang="en-US" b="0" i="1" smtClean="0">
                              <a:solidFill>
                                <a:schemeClr val="accent1"/>
                              </a:solidFill>
                              <a:latin typeface="Cambria Math" panose="02040503050406030204" pitchFamily="18" charset="0"/>
                              <a:cs typeface="Aban" pitchFamily="2" charset="-78"/>
                            </a:rPr>
                            <m:t>−</m:t>
                          </m:r>
                          <m:d>
                            <m:dPr>
                              <m:ctrlPr>
                                <a:rPr lang="en-US" b="0" i="1" smtClean="0">
                                  <a:solidFill>
                                    <a:schemeClr val="accent1"/>
                                  </a:solidFill>
                                  <a:latin typeface="Cambria Math" panose="02040503050406030204" pitchFamily="18" charset="0"/>
                                  <a:cs typeface="Aban" pitchFamily="2" charset="-78"/>
                                </a:rPr>
                              </m:ctrlPr>
                            </m:dPr>
                            <m:e>
                              <m:r>
                                <a:rPr lang="en-US" b="0" i="1" smtClean="0">
                                  <a:solidFill>
                                    <a:schemeClr val="accent1"/>
                                  </a:solidFill>
                                  <a:latin typeface="Cambria Math" panose="02040503050406030204" pitchFamily="18" charset="0"/>
                                  <a:cs typeface="Aban" pitchFamily="2" charset="-78"/>
                                </a:rPr>
                                <m:t>𝐵</m:t>
                              </m:r>
                              <m:r>
                                <a:rPr lang="en-US" b="0" i="1" smtClean="0">
                                  <a:solidFill>
                                    <a:schemeClr val="accent1"/>
                                  </a:solidFill>
                                  <a:latin typeface="Cambria Math" panose="02040503050406030204" pitchFamily="18" charset="0"/>
                                  <a:cs typeface="Aban" pitchFamily="2" charset="-78"/>
                                </a:rPr>
                                <m:t>+</m:t>
                              </m:r>
                              <m:r>
                                <a:rPr lang="en-US" b="0" i="1" smtClean="0">
                                  <a:solidFill>
                                    <a:schemeClr val="accent1"/>
                                  </a:solidFill>
                                  <a:latin typeface="Cambria Math" panose="02040503050406030204" pitchFamily="18" charset="0"/>
                                  <a:cs typeface="Aban" pitchFamily="2" charset="-78"/>
                                </a:rPr>
                                <m:t>𝐻</m:t>
                              </m:r>
                            </m:e>
                          </m:d>
                        </m:num>
                        <m:den>
                          <m:d>
                            <m:dPr>
                              <m:ctrlPr>
                                <a:rPr lang="en-US" b="0" i="1" smtClean="0">
                                  <a:solidFill>
                                    <a:schemeClr val="accent1"/>
                                  </a:solidFill>
                                  <a:latin typeface="Cambria Math" panose="02040503050406030204" pitchFamily="18" charset="0"/>
                                  <a:cs typeface="Aban" pitchFamily="2" charset="-78"/>
                                </a:rPr>
                              </m:ctrlPr>
                            </m:dPr>
                            <m:e>
                              <m:sSubSup>
                                <m:sSubSupPr>
                                  <m:ctrlPr>
                                    <a:rPr lang="en-US" b="0" i="1" smtClean="0">
                                      <a:solidFill>
                                        <a:schemeClr val="accent1"/>
                                      </a:solidFill>
                                      <a:latin typeface="Cambria Math" panose="02040503050406030204" pitchFamily="18" charset="0"/>
                                      <a:cs typeface="Aban" pitchFamily="2" charset="-78"/>
                                    </a:rPr>
                                  </m:ctrlPr>
                                </m:sSubSupPr>
                                <m:e>
                                  <m:r>
                                    <a:rPr lang="en-US" b="0" i="1" smtClean="0">
                                      <a:solidFill>
                                        <a:schemeClr val="accent1"/>
                                      </a:solidFill>
                                      <a:latin typeface="Cambria Math" panose="02040503050406030204" pitchFamily="18" charset="0"/>
                                      <a:cs typeface="Aban" pitchFamily="2" charset="-78"/>
                                    </a:rPr>
                                    <m:t>𝑅</m:t>
                                  </m:r>
                                </m:e>
                                <m:sub>
                                  <m:r>
                                    <a:rPr lang="en-US" b="0" i="1" smtClean="0">
                                      <a:solidFill>
                                        <a:schemeClr val="accent1"/>
                                      </a:solidFill>
                                      <a:latin typeface="Cambria Math" panose="02040503050406030204" pitchFamily="18" charset="0"/>
                                      <a:cs typeface="Aban" pitchFamily="2" charset="-78"/>
                                    </a:rPr>
                                    <m:t>𝑃</m:t>
                                  </m:r>
                                </m:sub>
                                <m:sup>
                                  <m:r>
                                    <a:rPr lang="en-US" b="0" i="1" smtClean="0">
                                      <a:solidFill>
                                        <a:schemeClr val="accent1"/>
                                      </a:solidFill>
                                      <a:latin typeface="Cambria Math" panose="02040503050406030204" pitchFamily="18" charset="0"/>
                                      <a:cs typeface="Aban" pitchFamily="2" charset="-78"/>
                                    </a:rPr>
                                    <m:t>𝑡</m:t>
                                  </m:r>
                                </m:sup>
                              </m:sSubSup>
                              <m:r>
                                <a:rPr lang="en-US" b="0" i="1" smtClean="0">
                                  <a:solidFill>
                                    <a:schemeClr val="accent1"/>
                                  </a:solidFill>
                                  <a:latin typeface="Cambria Math" panose="02040503050406030204" pitchFamily="18" charset="0"/>
                                  <a:cs typeface="Aban" pitchFamily="2" charset="-78"/>
                                </a:rPr>
                                <m:t>−</m:t>
                              </m:r>
                              <m:sSubSup>
                                <m:sSubSupPr>
                                  <m:ctrlPr>
                                    <a:rPr lang="en-US" b="0" i="1" smtClean="0">
                                      <a:solidFill>
                                        <a:schemeClr val="accent1"/>
                                      </a:solidFill>
                                      <a:latin typeface="Cambria Math" panose="02040503050406030204" pitchFamily="18" charset="0"/>
                                      <a:cs typeface="Aban" pitchFamily="2" charset="-78"/>
                                    </a:rPr>
                                  </m:ctrlPr>
                                </m:sSubSupPr>
                                <m:e>
                                  <m:r>
                                    <a:rPr lang="en-US" b="0" i="1" smtClean="0">
                                      <a:solidFill>
                                        <a:schemeClr val="accent1"/>
                                      </a:solidFill>
                                      <a:latin typeface="Cambria Math" panose="02040503050406030204" pitchFamily="18" charset="0"/>
                                      <a:cs typeface="Aban" pitchFamily="2" charset="-78"/>
                                    </a:rPr>
                                    <m:t>𝐹</m:t>
                                  </m:r>
                                </m:e>
                                <m:sub>
                                  <m:r>
                                    <a:rPr lang="en-US" b="0" i="1" smtClean="0">
                                      <a:solidFill>
                                        <a:schemeClr val="accent1"/>
                                      </a:solidFill>
                                      <a:latin typeface="Cambria Math" panose="02040503050406030204" pitchFamily="18" charset="0"/>
                                      <a:cs typeface="Aban" pitchFamily="2" charset="-78"/>
                                    </a:rPr>
                                    <m:t>𝑃</m:t>
                                  </m:r>
                                </m:sub>
                                <m:sup>
                                  <m:r>
                                    <a:rPr lang="en-US" b="0" i="1" smtClean="0">
                                      <a:solidFill>
                                        <a:schemeClr val="accent1"/>
                                      </a:solidFill>
                                      <a:latin typeface="Cambria Math" panose="02040503050406030204" pitchFamily="18" charset="0"/>
                                      <a:cs typeface="Aban" pitchFamily="2" charset="-78"/>
                                    </a:rPr>
                                    <m:t>𝑡</m:t>
                                  </m:r>
                                </m:sup>
                              </m:sSubSup>
                            </m:e>
                          </m:d>
                          <m:r>
                            <a:rPr lang="en-US" b="0" i="1" smtClean="0">
                              <a:solidFill>
                                <a:schemeClr val="accent1"/>
                              </a:solidFill>
                              <a:latin typeface="Cambria Math" panose="02040503050406030204" pitchFamily="18" charset="0"/>
                              <a:cs typeface="Aban" pitchFamily="2" charset="-78"/>
                            </a:rPr>
                            <m:t>.</m:t>
                          </m:r>
                          <m:d>
                            <m:dPr>
                              <m:ctrlPr>
                                <a:rPr lang="en-US" b="0" i="1" smtClean="0">
                                  <a:solidFill>
                                    <a:schemeClr val="accent1"/>
                                  </a:solidFill>
                                  <a:latin typeface="Cambria Math" panose="02040503050406030204" pitchFamily="18" charset="0"/>
                                  <a:cs typeface="Aban" pitchFamily="2" charset="-78"/>
                                </a:rPr>
                              </m:ctrlPr>
                            </m:dPr>
                            <m:e>
                              <m:sSub>
                                <m:sSubPr>
                                  <m:ctrlPr>
                                    <a:rPr lang="en-US" b="0" i="1" smtClean="0">
                                      <a:solidFill>
                                        <a:schemeClr val="accent1"/>
                                      </a:solidFill>
                                      <a:latin typeface="Cambria Math" panose="02040503050406030204" pitchFamily="18" charset="0"/>
                                      <a:cs typeface="Aban" pitchFamily="2" charset="-78"/>
                                    </a:rPr>
                                  </m:ctrlPr>
                                </m:sSubPr>
                                <m:e>
                                  <m:r>
                                    <a:rPr lang="en-US" b="0" i="1" smtClean="0">
                                      <a:solidFill>
                                        <a:schemeClr val="accent1"/>
                                      </a:solidFill>
                                      <a:latin typeface="Cambria Math" panose="02040503050406030204" pitchFamily="18" charset="0"/>
                                      <a:cs typeface="Aban" pitchFamily="2" charset="-78"/>
                                    </a:rPr>
                                    <m:t>𝑈</m:t>
                                  </m:r>
                                </m:e>
                                <m:sub>
                                  <m:r>
                                    <a:rPr lang="en-US" b="0" i="1" smtClean="0">
                                      <a:solidFill>
                                        <a:schemeClr val="accent1"/>
                                      </a:solidFill>
                                      <a:latin typeface="Cambria Math" panose="02040503050406030204" pitchFamily="18" charset="0"/>
                                      <a:cs typeface="Aban" pitchFamily="2" charset="-78"/>
                                    </a:rPr>
                                    <m:t>1</m:t>
                                  </m:r>
                                </m:sub>
                              </m:sSub>
                              <m:r>
                                <a:rPr lang="en-US" b="0" i="1" smtClean="0">
                                  <a:solidFill>
                                    <a:schemeClr val="accent1"/>
                                  </a:solidFill>
                                  <a:latin typeface="Cambria Math" panose="02040503050406030204" pitchFamily="18" charset="0"/>
                                  <a:cs typeface="Aban" pitchFamily="2" charset="-78"/>
                                </a:rPr>
                                <m:t>−</m:t>
                              </m:r>
                              <m:sSub>
                                <m:sSubPr>
                                  <m:ctrlPr>
                                    <a:rPr lang="en-US" b="0" i="1" smtClean="0">
                                      <a:solidFill>
                                        <a:schemeClr val="accent1"/>
                                      </a:solidFill>
                                      <a:latin typeface="Cambria Math" panose="02040503050406030204" pitchFamily="18" charset="0"/>
                                      <a:cs typeface="Aban" pitchFamily="2" charset="-78"/>
                                    </a:rPr>
                                  </m:ctrlPr>
                                </m:sSubPr>
                                <m:e>
                                  <m:r>
                                    <a:rPr lang="en-US" b="0" i="1" smtClean="0">
                                      <a:solidFill>
                                        <a:schemeClr val="accent1"/>
                                      </a:solidFill>
                                      <a:latin typeface="Cambria Math" panose="02040503050406030204" pitchFamily="18" charset="0"/>
                                      <a:cs typeface="Aban" pitchFamily="2" charset="-78"/>
                                    </a:rPr>
                                    <m:t>𝑈</m:t>
                                  </m:r>
                                </m:e>
                                <m:sub>
                                  <m:r>
                                    <a:rPr lang="en-US" b="0" i="1" smtClean="0">
                                      <a:solidFill>
                                        <a:schemeClr val="accent1"/>
                                      </a:solidFill>
                                      <a:latin typeface="Cambria Math" panose="02040503050406030204" pitchFamily="18" charset="0"/>
                                      <a:cs typeface="Aban" pitchFamily="2" charset="-78"/>
                                    </a:rPr>
                                    <m:t>2</m:t>
                                  </m:r>
                                </m:sub>
                              </m:sSub>
                            </m:e>
                          </m:d>
                        </m:den>
                      </m:f>
                    </m:oMath>
                  </m:oMathPara>
                </a14:m>
                <a:endParaRPr lang="fa-IR" b="0" dirty="0">
                  <a:solidFill>
                    <a:schemeClr val="accent1"/>
                  </a:solidFill>
                  <a:cs typeface="Aban" pitchFamily="2" charset="-78"/>
                </a:endParaRPr>
              </a:p>
              <a:p>
                <a:pPr algn="just" rtl="1"/>
                <a:r>
                  <a:rPr lang="fa-IR" dirty="0">
                    <a:solidFill>
                      <a:schemeClr val="accent1"/>
                    </a:solidFill>
                    <a:cs typeface="Aban" pitchFamily="2" charset="-78"/>
                  </a:rPr>
                  <a:t>اگر مقدار </a:t>
                </a:r>
                <a14:m>
                  <m:oMath xmlns:m="http://schemas.openxmlformats.org/officeDocument/2006/math">
                    <m:r>
                      <a:rPr lang="en-US" b="0" i="1" smtClean="0">
                        <a:solidFill>
                          <a:schemeClr val="accent1"/>
                        </a:solidFill>
                        <a:latin typeface="Cambria Math" panose="02040503050406030204" pitchFamily="18" charset="0"/>
                        <a:cs typeface="Aban" pitchFamily="2" charset="-78"/>
                      </a:rPr>
                      <m:t>𝛾</m:t>
                    </m:r>
                  </m:oMath>
                </a14:m>
                <a:r>
                  <a:rPr lang="fa-IR" dirty="0">
                    <a:solidFill>
                      <a:schemeClr val="accent1"/>
                    </a:solidFill>
                    <a:cs typeface="Aban" pitchFamily="2" charset="-78"/>
                  </a:rPr>
                  <a:t> خیلی کم باشد بیمار همیشه همکاری را انتخاب می‌کند و تعادل نش مخلوط نداریم اگر مقدار </a:t>
                </a:r>
                <a14:m>
                  <m:oMath xmlns:m="http://schemas.openxmlformats.org/officeDocument/2006/math">
                    <m:r>
                      <a:rPr lang="en-US" b="0" i="1" smtClean="0">
                        <a:solidFill>
                          <a:schemeClr val="accent1"/>
                        </a:solidFill>
                        <a:latin typeface="Cambria Math" panose="02040503050406030204" pitchFamily="18" charset="0"/>
                        <a:cs typeface="Aban" pitchFamily="2" charset="-78"/>
                      </a:rPr>
                      <m:t>𝛾</m:t>
                    </m:r>
                  </m:oMath>
                </a14:m>
                <a:r>
                  <a:rPr lang="fa-IR" dirty="0">
                    <a:solidFill>
                      <a:schemeClr val="accent1"/>
                    </a:solidFill>
                    <a:cs typeface="Aban" pitchFamily="2" charset="-78"/>
                  </a:rPr>
                  <a:t> هم خیلی زیاد باشد بیمار همیشه عدم همکاری را انتخاب می‌کند و باز تعادل نش مخلوط نداریم پس نتیجه می‌گیریم که </a:t>
                </a:r>
                <a14:m>
                  <m:oMath xmlns:m="http://schemas.openxmlformats.org/officeDocument/2006/math">
                    <m:sSub>
                      <m:sSubPr>
                        <m:ctrlPr>
                          <a:rPr lang="en-US" b="0" i="1" smtClean="0">
                            <a:solidFill>
                              <a:schemeClr val="accent1"/>
                            </a:solidFill>
                            <a:latin typeface="Cambria Math" panose="02040503050406030204" pitchFamily="18" charset="0"/>
                            <a:cs typeface="Aban" pitchFamily="2" charset="-78"/>
                          </a:rPr>
                        </m:ctrlPr>
                      </m:sSubPr>
                      <m:e>
                        <m:r>
                          <a:rPr lang="en-US" b="0" i="1" smtClean="0">
                            <a:solidFill>
                              <a:schemeClr val="accent1"/>
                            </a:solidFill>
                            <a:latin typeface="Cambria Math" panose="02040503050406030204" pitchFamily="18" charset="0"/>
                            <a:cs typeface="Aban" pitchFamily="2" charset="-78"/>
                          </a:rPr>
                          <m:t>𝛾</m:t>
                        </m:r>
                      </m:e>
                      <m:sub>
                        <m:r>
                          <a:rPr lang="en-US" b="0" i="1" smtClean="0">
                            <a:solidFill>
                              <a:schemeClr val="accent1"/>
                            </a:solidFill>
                            <a:latin typeface="Cambria Math" panose="02040503050406030204" pitchFamily="18" charset="0"/>
                            <a:cs typeface="Aban" pitchFamily="2" charset="-78"/>
                          </a:rPr>
                          <m:t>𝐶</m:t>
                        </m:r>
                      </m:sub>
                    </m:sSub>
                    <m:r>
                      <a:rPr lang="en-US" b="0" i="1" smtClean="0">
                        <a:solidFill>
                          <a:schemeClr val="accent1"/>
                        </a:solidFill>
                        <a:latin typeface="Cambria Math" panose="02040503050406030204" pitchFamily="18" charset="0"/>
                        <a:cs typeface="Aban" pitchFamily="2" charset="-78"/>
                      </a:rPr>
                      <m:t>&lt;</m:t>
                    </m:r>
                    <m:r>
                      <a:rPr lang="en-US" b="0" i="1" smtClean="0">
                        <a:solidFill>
                          <a:schemeClr val="accent1"/>
                        </a:solidFill>
                        <a:latin typeface="Cambria Math" panose="02040503050406030204" pitchFamily="18" charset="0"/>
                        <a:cs typeface="Aban" pitchFamily="2" charset="-78"/>
                      </a:rPr>
                      <m:t>𝛾</m:t>
                    </m:r>
                    <m:r>
                      <a:rPr lang="en-US" b="0" i="1" smtClean="0">
                        <a:solidFill>
                          <a:schemeClr val="accent1"/>
                        </a:solidFill>
                        <a:latin typeface="Cambria Math" panose="02040503050406030204" pitchFamily="18" charset="0"/>
                        <a:cs typeface="Aban" pitchFamily="2" charset="-78"/>
                      </a:rPr>
                      <m:t>&lt;</m:t>
                    </m:r>
                    <m:sSub>
                      <m:sSubPr>
                        <m:ctrlPr>
                          <a:rPr lang="en-US" b="0" i="1" smtClean="0">
                            <a:solidFill>
                              <a:schemeClr val="accent1"/>
                            </a:solidFill>
                            <a:latin typeface="Cambria Math" panose="02040503050406030204" pitchFamily="18" charset="0"/>
                            <a:cs typeface="Aban" pitchFamily="2" charset="-78"/>
                          </a:rPr>
                        </m:ctrlPr>
                      </m:sSubPr>
                      <m:e>
                        <m:r>
                          <a:rPr lang="en-US" b="0" i="1" smtClean="0">
                            <a:solidFill>
                              <a:schemeClr val="accent1"/>
                            </a:solidFill>
                            <a:latin typeface="Cambria Math" panose="02040503050406030204" pitchFamily="18" charset="0"/>
                            <a:cs typeface="Aban" pitchFamily="2" charset="-78"/>
                          </a:rPr>
                          <m:t>𝛾</m:t>
                        </m:r>
                      </m:e>
                      <m:sub>
                        <m:r>
                          <a:rPr lang="en-US" b="0" i="1" smtClean="0">
                            <a:solidFill>
                              <a:schemeClr val="accent1"/>
                            </a:solidFill>
                            <a:latin typeface="Cambria Math" panose="02040503050406030204" pitchFamily="18" charset="0"/>
                            <a:cs typeface="Aban" pitchFamily="2" charset="-78"/>
                          </a:rPr>
                          <m:t>𝑁</m:t>
                        </m:r>
                        <m:sSub>
                          <m:sSubPr>
                            <m:ctrlPr>
                              <a:rPr lang="en-US" b="0" i="1" smtClean="0">
                                <a:solidFill>
                                  <a:schemeClr val="accent1"/>
                                </a:solidFill>
                                <a:latin typeface="Cambria Math" panose="02040503050406030204" pitchFamily="18" charset="0"/>
                                <a:cs typeface="Aban" pitchFamily="2" charset="-78"/>
                              </a:rPr>
                            </m:ctrlPr>
                          </m:sSubPr>
                          <m:e>
                            <m:r>
                              <a:rPr lang="en-US" b="0" i="1" smtClean="0">
                                <a:solidFill>
                                  <a:schemeClr val="accent1"/>
                                </a:solidFill>
                                <a:latin typeface="Cambria Math" panose="02040503050406030204" pitchFamily="18" charset="0"/>
                                <a:cs typeface="Aban" pitchFamily="2" charset="-78"/>
                              </a:rPr>
                              <m:t>𝐶</m:t>
                            </m:r>
                          </m:e>
                          <m:sub>
                            <m:r>
                              <a:rPr lang="en-US" b="0" i="1" smtClean="0">
                                <a:solidFill>
                                  <a:schemeClr val="accent1"/>
                                </a:solidFill>
                                <a:latin typeface="Cambria Math" panose="02040503050406030204" pitchFamily="18" charset="0"/>
                                <a:cs typeface="Aban" pitchFamily="2" charset="-78"/>
                              </a:rPr>
                              <m:t>𝑡</m:t>
                            </m:r>
                          </m:sub>
                        </m:sSub>
                      </m:sub>
                    </m:sSub>
                  </m:oMath>
                </a14:m>
                <a:r>
                  <a:rPr lang="fa-IR" dirty="0">
                    <a:solidFill>
                      <a:schemeClr val="accent1"/>
                    </a:solidFill>
                    <a:cs typeface="Aban" pitchFamily="2" charset="-78"/>
                  </a:rPr>
                  <a:t> حال می‌توانیم روی </a:t>
                </a:r>
                <a14:m>
                  <m:oMath xmlns:m="http://schemas.openxmlformats.org/officeDocument/2006/math">
                    <m:r>
                      <a:rPr lang="en-US" b="0" i="1" smtClean="0">
                        <a:solidFill>
                          <a:schemeClr val="accent1"/>
                        </a:solidFill>
                        <a:latin typeface="Cambria Math" panose="02040503050406030204" pitchFamily="18" charset="0"/>
                        <a:cs typeface="Aban" pitchFamily="2" charset="-78"/>
                      </a:rPr>
                      <m:t>𝛾</m:t>
                    </m:r>
                  </m:oMath>
                </a14:m>
                <a:r>
                  <a:rPr lang="fa-IR" dirty="0">
                    <a:solidFill>
                      <a:schemeClr val="accent1"/>
                    </a:solidFill>
                    <a:cs typeface="Aban" pitchFamily="2" charset="-78"/>
                  </a:rPr>
                  <a:t> تحلیل حساسیت کنیم بر حسب </a:t>
                </a:r>
                <a14:m>
                  <m:oMath xmlns:m="http://schemas.openxmlformats.org/officeDocument/2006/math">
                    <m:r>
                      <a:rPr lang="en-US" b="0" i="1" smtClean="0">
                        <a:solidFill>
                          <a:schemeClr val="accent1"/>
                        </a:solidFill>
                        <a:latin typeface="Cambria Math" panose="02040503050406030204" pitchFamily="18" charset="0"/>
                        <a:cs typeface="Aban" pitchFamily="2" charset="-78"/>
                      </a:rPr>
                      <m:t>𝑝</m:t>
                    </m:r>
                    <m:r>
                      <a:rPr lang="en-US" b="0" i="1" smtClean="0">
                        <a:solidFill>
                          <a:schemeClr val="accent1"/>
                        </a:solidFill>
                        <a:latin typeface="Cambria Math" panose="02040503050406030204" pitchFamily="18" charset="0"/>
                        <a:cs typeface="Aban" pitchFamily="2" charset="-78"/>
                      </a:rPr>
                      <m:t>,</m:t>
                    </m:r>
                    <m:r>
                      <a:rPr lang="en-US" b="0" i="1" smtClean="0">
                        <a:solidFill>
                          <a:schemeClr val="accent1"/>
                        </a:solidFill>
                        <a:latin typeface="Cambria Math" panose="02040503050406030204" pitchFamily="18" charset="0"/>
                        <a:cs typeface="Aban" pitchFamily="2" charset="-78"/>
                      </a:rPr>
                      <m:t>𝑞</m:t>
                    </m:r>
                  </m:oMath>
                </a14:m>
                <a:endParaRPr lang="fa-IR" dirty="0">
                  <a:solidFill>
                    <a:schemeClr val="accent1"/>
                  </a:solidFill>
                  <a:cs typeface="Aban" pitchFamily="2" charset="-78"/>
                </a:endParaRPr>
              </a:p>
              <a:p>
                <a:pPr algn="just" rtl="1"/>
                <a:endParaRPr lang="fa-IR" dirty="0">
                  <a:solidFill>
                    <a:schemeClr val="accent1"/>
                  </a:solidFill>
                  <a:cs typeface="Aban" pitchFamily="2" charset="-78"/>
                </a:endParaRPr>
              </a:p>
              <a:p>
                <a:pPr marL="285750" indent="-285750" algn="just" rtl="1">
                  <a:buFont typeface="Arial" panose="020B0604020202020204" pitchFamily="34" charset="0"/>
                  <a:buChar char="•"/>
                </a:pPr>
                <a:r>
                  <a:rPr lang="fa-IR" dirty="0">
                    <a:solidFill>
                      <a:schemeClr val="accent1"/>
                    </a:solidFill>
                    <a:cs typeface="Aban" pitchFamily="2" charset="-78"/>
                  </a:rPr>
                  <a:t>اگر </a:t>
                </a:r>
                <a14:m>
                  <m:oMath xmlns:m="http://schemas.openxmlformats.org/officeDocument/2006/math">
                    <m:sSub>
                      <m:sSubPr>
                        <m:ctrlPr>
                          <a:rPr lang="en-US" b="0" i="1" smtClean="0">
                            <a:solidFill>
                              <a:schemeClr val="accent1"/>
                            </a:solidFill>
                            <a:latin typeface="Cambria Math" panose="02040503050406030204" pitchFamily="18" charset="0"/>
                            <a:cs typeface="Aban" pitchFamily="2" charset="-78"/>
                          </a:rPr>
                        </m:ctrlPr>
                      </m:sSubPr>
                      <m:e>
                        <m:r>
                          <a:rPr lang="en-US" b="0" i="1" smtClean="0">
                            <a:solidFill>
                              <a:schemeClr val="accent1"/>
                            </a:solidFill>
                            <a:latin typeface="Cambria Math" panose="02040503050406030204" pitchFamily="18" charset="0"/>
                            <a:cs typeface="Aban" pitchFamily="2" charset="-78"/>
                          </a:rPr>
                          <m:t>𝛾</m:t>
                        </m:r>
                      </m:e>
                      <m:sub>
                        <m:r>
                          <a:rPr lang="en-US" b="0" i="1" smtClean="0">
                            <a:solidFill>
                              <a:schemeClr val="accent1"/>
                            </a:solidFill>
                            <a:latin typeface="Cambria Math" panose="02040503050406030204" pitchFamily="18" charset="0"/>
                            <a:cs typeface="Aban" pitchFamily="2" charset="-78"/>
                          </a:rPr>
                          <m:t>𝐶</m:t>
                        </m:r>
                      </m:sub>
                    </m:sSub>
                    <m:r>
                      <a:rPr lang="en-US" b="0" i="1" smtClean="0">
                        <a:solidFill>
                          <a:schemeClr val="accent1"/>
                        </a:solidFill>
                        <a:latin typeface="Cambria Math" panose="02040503050406030204" pitchFamily="18" charset="0"/>
                        <a:cs typeface="Aban" pitchFamily="2" charset="-78"/>
                      </a:rPr>
                      <m:t>&lt;</m:t>
                    </m:r>
                    <m:r>
                      <a:rPr lang="en-US" b="0" i="1" smtClean="0">
                        <a:solidFill>
                          <a:schemeClr val="accent1"/>
                        </a:solidFill>
                        <a:latin typeface="Cambria Math" panose="02040503050406030204" pitchFamily="18" charset="0"/>
                        <a:cs typeface="Aban" pitchFamily="2" charset="-78"/>
                      </a:rPr>
                      <m:t>𝛾</m:t>
                    </m:r>
                    <m:r>
                      <a:rPr lang="en-US" b="0" i="1" smtClean="0">
                        <a:solidFill>
                          <a:schemeClr val="accent1"/>
                        </a:solidFill>
                        <a:latin typeface="Cambria Math" panose="02040503050406030204" pitchFamily="18" charset="0"/>
                        <a:cs typeface="Aban" pitchFamily="2" charset="-78"/>
                      </a:rPr>
                      <m:t>&lt;</m:t>
                    </m:r>
                    <m:f>
                      <m:fPr>
                        <m:ctrlPr>
                          <a:rPr lang="en-US" b="0" i="1" smtClean="0">
                            <a:solidFill>
                              <a:schemeClr val="accent1"/>
                            </a:solidFill>
                            <a:latin typeface="Cambria Math" panose="02040503050406030204" pitchFamily="18" charset="0"/>
                            <a:cs typeface="Aban" pitchFamily="2" charset="-78"/>
                          </a:rPr>
                        </m:ctrlPr>
                      </m:fPr>
                      <m:num>
                        <m:d>
                          <m:dPr>
                            <m:ctrlPr>
                              <a:rPr lang="en-US" b="0" i="1" smtClean="0">
                                <a:solidFill>
                                  <a:schemeClr val="accent1"/>
                                </a:solidFill>
                                <a:latin typeface="Cambria Math" panose="02040503050406030204" pitchFamily="18" charset="0"/>
                                <a:cs typeface="Aban" pitchFamily="2" charset="-78"/>
                              </a:rPr>
                            </m:ctrlPr>
                          </m:dPr>
                          <m:e>
                            <m:sSubSup>
                              <m:sSubSupPr>
                                <m:ctrlPr>
                                  <a:rPr lang="en-US" b="0" i="1" smtClean="0">
                                    <a:solidFill>
                                      <a:schemeClr val="accent1"/>
                                    </a:solidFill>
                                    <a:latin typeface="Cambria Math" panose="02040503050406030204" pitchFamily="18" charset="0"/>
                                    <a:cs typeface="Aban" pitchFamily="2" charset="-78"/>
                                  </a:rPr>
                                </m:ctrlPr>
                              </m:sSubSupPr>
                              <m:e>
                                <m:r>
                                  <a:rPr lang="en-US" b="0" i="1" smtClean="0">
                                    <a:solidFill>
                                      <a:schemeClr val="accent1"/>
                                    </a:solidFill>
                                    <a:latin typeface="Cambria Math" panose="02040503050406030204" pitchFamily="18" charset="0"/>
                                    <a:cs typeface="Aban" pitchFamily="2" charset="-78"/>
                                  </a:rPr>
                                  <m:t>𝑅</m:t>
                                </m:r>
                              </m:e>
                              <m:sub>
                                <m:r>
                                  <a:rPr lang="en-US" b="0" i="1" smtClean="0">
                                    <a:solidFill>
                                      <a:schemeClr val="accent1"/>
                                    </a:solidFill>
                                    <a:latin typeface="Cambria Math" panose="02040503050406030204" pitchFamily="18" charset="0"/>
                                    <a:cs typeface="Aban" pitchFamily="2" charset="-78"/>
                                  </a:rPr>
                                  <m:t>𝐷</m:t>
                                </m:r>
                              </m:sub>
                              <m:sup>
                                <m:r>
                                  <a:rPr lang="en-US" b="0" i="1" smtClean="0">
                                    <a:solidFill>
                                      <a:schemeClr val="accent1"/>
                                    </a:solidFill>
                                    <a:latin typeface="Cambria Math" panose="02040503050406030204" pitchFamily="18" charset="0"/>
                                    <a:cs typeface="Aban" pitchFamily="2" charset="-78"/>
                                  </a:rPr>
                                  <m:t>𝑡</m:t>
                                </m:r>
                              </m:sup>
                            </m:sSubSup>
                            <m:r>
                              <a:rPr lang="en-US" b="0" i="1" smtClean="0">
                                <a:solidFill>
                                  <a:schemeClr val="accent1"/>
                                </a:solidFill>
                                <a:latin typeface="Cambria Math" panose="02040503050406030204" pitchFamily="18" charset="0"/>
                                <a:cs typeface="Aban" pitchFamily="2" charset="-78"/>
                              </a:rPr>
                              <m:t>+</m:t>
                            </m:r>
                            <m:r>
                              <a:rPr lang="en-US" b="0" i="1" smtClean="0">
                                <a:solidFill>
                                  <a:schemeClr val="accent1"/>
                                </a:solidFill>
                                <a:latin typeface="Cambria Math" panose="02040503050406030204" pitchFamily="18" charset="0"/>
                                <a:cs typeface="Aban" pitchFamily="2" charset="-78"/>
                              </a:rPr>
                              <m:t>1</m:t>
                            </m:r>
                          </m:e>
                        </m:d>
                        <m:r>
                          <a:rPr lang="en-US" b="0" i="1" smtClean="0">
                            <a:solidFill>
                              <a:schemeClr val="accent1"/>
                            </a:solidFill>
                            <a:latin typeface="Cambria Math" panose="02040503050406030204" pitchFamily="18" charset="0"/>
                            <a:cs typeface="Aban" pitchFamily="2" charset="-78"/>
                          </a:rPr>
                          <m:t>.</m:t>
                        </m:r>
                        <m:d>
                          <m:dPr>
                            <m:ctrlPr>
                              <a:rPr lang="en-US" b="0" i="1" smtClean="0">
                                <a:solidFill>
                                  <a:schemeClr val="accent1"/>
                                </a:solidFill>
                                <a:latin typeface="Cambria Math" panose="02040503050406030204" pitchFamily="18" charset="0"/>
                                <a:cs typeface="Aban" pitchFamily="2" charset="-78"/>
                              </a:rPr>
                            </m:ctrlPr>
                          </m:dPr>
                          <m:e>
                            <m:sSubSup>
                              <m:sSubSupPr>
                                <m:ctrlPr>
                                  <a:rPr lang="en-US" b="0" i="1" smtClean="0">
                                    <a:solidFill>
                                      <a:schemeClr val="accent1"/>
                                    </a:solidFill>
                                    <a:latin typeface="Cambria Math" panose="02040503050406030204" pitchFamily="18" charset="0"/>
                                    <a:cs typeface="Aban" pitchFamily="2" charset="-78"/>
                                  </a:rPr>
                                </m:ctrlPr>
                              </m:sSubSupPr>
                              <m:e>
                                <m:r>
                                  <a:rPr lang="en-US" b="0" i="1" smtClean="0">
                                    <a:solidFill>
                                      <a:schemeClr val="accent1"/>
                                    </a:solidFill>
                                    <a:latin typeface="Cambria Math" panose="02040503050406030204" pitchFamily="18" charset="0"/>
                                    <a:cs typeface="Aban" pitchFamily="2" charset="-78"/>
                                  </a:rPr>
                                  <m:t>𝑅</m:t>
                                </m:r>
                              </m:e>
                              <m:sub>
                                <m:r>
                                  <a:rPr lang="en-US" b="0" i="1" smtClean="0">
                                    <a:solidFill>
                                      <a:schemeClr val="accent1"/>
                                    </a:solidFill>
                                    <a:latin typeface="Cambria Math" panose="02040503050406030204" pitchFamily="18" charset="0"/>
                                    <a:cs typeface="Aban" pitchFamily="2" charset="-78"/>
                                  </a:rPr>
                                  <m:t>𝑃</m:t>
                                </m:r>
                              </m:sub>
                              <m:sup>
                                <m:r>
                                  <a:rPr lang="en-US" b="0" i="1" smtClean="0">
                                    <a:solidFill>
                                      <a:schemeClr val="accent1"/>
                                    </a:solidFill>
                                    <a:latin typeface="Cambria Math" panose="02040503050406030204" pitchFamily="18" charset="0"/>
                                    <a:cs typeface="Aban" pitchFamily="2" charset="-78"/>
                                  </a:rPr>
                                  <m:t>𝑡</m:t>
                                </m:r>
                              </m:sup>
                            </m:sSubSup>
                            <m:r>
                              <a:rPr lang="en-US" b="0" i="1" smtClean="0">
                                <a:solidFill>
                                  <a:schemeClr val="accent1"/>
                                </a:solidFill>
                                <a:latin typeface="Cambria Math" panose="02040503050406030204" pitchFamily="18" charset="0"/>
                                <a:cs typeface="Aban" pitchFamily="2" charset="-78"/>
                              </a:rPr>
                              <m:t>−</m:t>
                            </m:r>
                            <m:sSubSup>
                              <m:sSubSupPr>
                                <m:ctrlPr>
                                  <a:rPr lang="en-US" b="0" i="1" smtClean="0">
                                    <a:solidFill>
                                      <a:schemeClr val="accent1"/>
                                    </a:solidFill>
                                    <a:latin typeface="Cambria Math" panose="02040503050406030204" pitchFamily="18" charset="0"/>
                                    <a:cs typeface="Aban" pitchFamily="2" charset="-78"/>
                                  </a:rPr>
                                </m:ctrlPr>
                              </m:sSubSupPr>
                              <m:e>
                                <m:r>
                                  <a:rPr lang="en-US" b="0" i="1" smtClean="0">
                                    <a:solidFill>
                                      <a:schemeClr val="accent1"/>
                                    </a:solidFill>
                                    <a:latin typeface="Cambria Math" panose="02040503050406030204" pitchFamily="18" charset="0"/>
                                    <a:cs typeface="Aban" pitchFamily="2" charset="-78"/>
                                  </a:rPr>
                                  <m:t>𝐹</m:t>
                                </m:r>
                              </m:e>
                              <m:sub>
                                <m:r>
                                  <a:rPr lang="en-US" b="0" i="1" smtClean="0">
                                    <a:solidFill>
                                      <a:schemeClr val="accent1"/>
                                    </a:solidFill>
                                    <a:latin typeface="Cambria Math" panose="02040503050406030204" pitchFamily="18" charset="0"/>
                                    <a:cs typeface="Aban" pitchFamily="2" charset="-78"/>
                                  </a:rPr>
                                  <m:t>𝑃</m:t>
                                </m:r>
                              </m:sub>
                              <m:sup>
                                <m:r>
                                  <a:rPr lang="en-US" b="0" i="1" smtClean="0">
                                    <a:solidFill>
                                      <a:schemeClr val="accent1"/>
                                    </a:solidFill>
                                    <a:latin typeface="Cambria Math" panose="02040503050406030204" pitchFamily="18" charset="0"/>
                                    <a:cs typeface="Aban" pitchFamily="2" charset="-78"/>
                                  </a:rPr>
                                  <m:t>𝑡</m:t>
                                </m:r>
                              </m:sup>
                            </m:sSubSup>
                          </m:e>
                        </m:d>
                        <m:r>
                          <a:rPr lang="en-US" b="0" i="1" smtClean="0">
                            <a:solidFill>
                              <a:schemeClr val="accent1"/>
                            </a:solidFill>
                            <a:latin typeface="Cambria Math" panose="02040503050406030204" pitchFamily="18" charset="0"/>
                            <a:cs typeface="Aban" pitchFamily="2" charset="-78"/>
                          </a:rPr>
                          <m:t>.</m:t>
                        </m:r>
                        <m:d>
                          <m:dPr>
                            <m:ctrlPr>
                              <a:rPr lang="en-US" b="0" i="1" smtClean="0">
                                <a:solidFill>
                                  <a:schemeClr val="accent1"/>
                                </a:solidFill>
                                <a:latin typeface="Cambria Math" panose="02040503050406030204" pitchFamily="18" charset="0"/>
                                <a:cs typeface="Aban" pitchFamily="2" charset="-78"/>
                              </a:rPr>
                            </m:ctrlPr>
                          </m:dPr>
                          <m:e>
                            <m:sSub>
                              <m:sSubPr>
                                <m:ctrlPr>
                                  <a:rPr lang="en-US" b="0" i="1" smtClean="0">
                                    <a:solidFill>
                                      <a:schemeClr val="accent1"/>
                                    </a:solidFill>
                                    <a:latin typeface="Cambria Math" panose="02040503050406030204" pitchFamily="18" charset="0"/>
                                    <a:cs typeface="Aban" pitchFamily="2" charset="-78"/>
                                  </a:rPr>
                                </m:ctrlPr>
                              </m:sSubPr>
                              <m:e>
                                <m:r>
                                  <a:rPr lang="en-US" b="0" i="1" smtClean="0">
                                    <a:solidFill>
                                      <a:schemeClr val="accent1"/>
                                    </a:solidFill>
                                    <a:latin typeface="Cambria Math" panose="02040503050406030204" pitchFamily="18" charset="0"/>
                                    <a:cs typeface="Aban" pitchFamily="2" charset="-78"/>
                                  </a:rPr>
                                  <m:t>𝑈</m:t>
                                </m:r>
                              </m:e>
                              <m:sub>
                                <m:r>
                                  <a:rPr lang="en-US" b="0" i="1" smtClean="0">
                                    <a:solidFill>
                                      <a:schemeClr val="accent1"/>
                                    </a:solidFill>
                                    <a:latin typeface="Cambria Math" panose="02040503050406030204" pitchFamily="18" charset="0"/>
                                    <a:cs typeface="Aban" pitchFamily="2" charset="-78"/>
                                  </a:rPr>
                                  <m:t>1</m:t>
                                </m:r>
                              </m:sub>
                            </m:sSub>
                            <m:r>
                              <a:rPr lang="en-US" b="0" i="1" smtClean="0">
                                <a:solidFill>
                                  <a:schemeClr val="accent1"/>
                                </a:solidFill>
                                <a:latin typeface="Cambria Math" panose="02040503050406030204" pitchFamily="18" charset="0"/>
                                <a:cs typeface="Aban" pitchFamily="2" charset="-78"/>
                              </a:rPr>
                              <m:t>−</m:t>
                            </m:r>
                            <m:sSub>
                              <m:sSubPr>
                                <m:ctrlPr>
                                  <a:rPr lang="en-US" b="0" i="1" smtClean="0">
                                    <a:solidFill>
                                      <a:schemeClr val="accent1"/>
                                    </a:solidFill>
                                    <a:latin typeface="Cambria Math" panose="02040503050406030204" pitchFamily="18" charset="0"/>
                                    <a:cs typeface="Aban" pitchFamily="2" charset="-78"/>
                                  </a:rPr>
                                </m:ctrlPr>
                              </m:sSubPr>
                              <m:e>
                                <m:r>
                                  <a:rPr lang="en-US" b="0" i="1" smtClean="0">
                                    <a:solidFill>
                                      <a:schemeClr val="accent1"/>
                                    </a:solidFill>
                                    <a:latin typeface="Cambria Math" panose="02040503050406030204" pitchFamily="18" charset="0"/>
                                    <a:cs typeface="Aban" pitchFamily="2" charset="-78"/>
                                  </a:rPr>
                                  <m:t>𝑈</m:t>
                                </m:r>
                              </m:e>
                              <m:sub>
                                <m:r>
                                  <a:rPr lang="en-US" b="0" i="1" smtClean="0">
                                    <a:solidFill>
                                      <a:schemeClr val="accent1"/>
                                    </a:solidFill>
                                    <a:latin typeface="Cambria Math" panose="02040503050406030204" pitchFamily="18" charset="0"/>
                                    <a:cs typeface="Aban" pitchFamily="2" charset="-78"/>
                                  </a:rPr>
                                  <m:t>2</m:t>
                                </m:r>
                              </m:sub>
                            </m:sSub>
                          </m:e>
                        </m:d>
                      </m:num>
                      <m:den>
                        <m:r>
                          <a:rPr lang="en-US" b="0" i="1" smtClean="0">
                            <a:solidFill>
                              <a:schemeClr val="accent1"/>
                            </a:solidFill>
                            <a:latin typeface="Cambria Math" panose="02040503050406030204" pitchFamily="18" charset="0"/>
                            <a:cs typeface="Aban" pitchFamily="2" charset="-78"/>
                          </a:rPr>
                          <m:t>𝐺</m:t>
                        </m:r>
                        <m:r>
                          <a:rPr lang="en-US" b="0" i="1" smtClean="0">
                            <a:solidFill>
                              <a:schemeClr val="accent1"/>
                            </a:solidFill>
                            <a:latin typeface="Cambria Math" panose="02040503050406030204" pitchFamily="18" charset="0"/>
                            <a:cs typeface="Aban" pitchFamily="2" charset="-78"/>
                          </a:rPr>
                          <m:t>−</m:t>
                        </m:r>
                        <m:sSubSup>
                          <m:sSubSupPr>
                            <m:ctrlPr>
                              <a:rPr lang="en-US" b="0" i="1" smtClean="0">
                                <a:solidFill>
                                  <a:schemeClr val="accent1"/>
                                </a:solidFill>
                                <a:latin typeface="Cambria Math" panose="02040503050406030204" pitchFamily="18" charset="0"/>
                                <a:cs typeface="Aban" pitchFamily="2" charset="-78"/>
                              </a:rPr>
                            </m:ctrlPr>
                          </m:sSubSupPr>
                          <m:e>
                            <m:r>
                              <a:rPr lang="en-US" b="0" i="1" smtClean="0">
                                <a:solidFill>
                                  <a:schemeClr val="accent1"/>
                                </a:solidFill>
                                <a:latin typeface="Cambria Math" panose="02040503050406030204" pitchFamily="18" charset="0"/>
                                <a:cs typeface="Aban" pitchFamily="2" charset="-78"/>
                              </a:rPr>
                              <m:t>𝐹</m:t>
                            </m:r>
                          </m:e>
                          <m:sub>
                            <m:r>
                              <a:rPr lang="en-US" b="0" i="1" smtClean="0">
                                <a:solidFill>
                                  <a:schemeClr val="accent1"/>
                                </a:solidFill>
                                <a:latin typeface="Cambria Math" panose="02040503050406030204" pitchFamily="18" charset="0"/>
                                <a:cs typeface="Aban" pitchFamily="2" charset="-78"/>
                              </a:rPr>
                              <m:t>𝐷</m:t>
                            </m:r>
                          </m:sub>
                          <m:sup>
                            <m:r>
                              <a:rPr lang="en-US" b="0" i="1" smtClean="0">
                                <a:solidFill>
                                  <a:schemeClr val="accent1"/>
                                </a:solidFill>
                                <a:latin typeface="Cambria Math" panose="02040503050406030204" pitchFamily="18" charset="0"/>
                                <a:cs typeface="Aban" pitchFamily="2" charset="-78"/>
                              </a:rPr>
                              <m:t>𝑡</m:t>
                            </m:r>
                          </m:sup>
                        </m:sSubSup>
                        <m:r>
                          <a:rPr lang="en-US" b="0" i="1" smtClean="0">
                            <a:solidFill>
                              <a:schemeClr val="accent1"/>
                            </a:solidFill>
                            <a:latin typeface="Cambria Math" panose="02040503050406030204" pitchFamily="18" charset="0"/>
                            <a:cs typeface="Aban" pitchFamily="2" charset="-78"/>
                          </a:rPr>
                          <m:t>+</m:t>
                        </m:r>
                        <m:sSubSup>
                          <m:sSubSupPr>
                            <m:ctrlPr>
                              <a:rPr lang="en-US" b="0" i="1" smtClean="0">
                                <a:solidFill>
                                  <a:schemeClr val="accent1"/>
                                </a:solidFill>
                                <a:latin typeface="Cambria Math" panose="02040503050406030204" pitchFamily="18" charset="0"/>
                                <a:cs typeface="Aban" pitchFamily="2" charset="-78"/>
                              </a:rPr>
                            </m:ctrlPr>
                          </m:sSubSupPr>
                          <m:e>
                            <m:r>
                              <a:rPr lang="en-US" b="0" i="1" smtClean="0">
                                <a:solidFill>
                                  <a:schemeClr val="accent1"/>
                                </a:solidFill>
                                <a:latin typeface="Cambria Math" panose="02040503050406030204" pitchFamily="18" charset="0"/>
                                <a:cs typeface="Aban" pitchFamily="2" charset="-78"/>
                              </a:rPr>
                              <m:t>𝑅</m:t>
                            </m:r>
                          </m:e>
                          <m:sub>
                            <m:r>
                              <a:rPr lang="en-US" b="0" i="1" smtClean="0">
                                <a:solidFill>
                                  <a:schemeClr val="accent1"/>
                                </a:solidFill>
                                <a:latin typeface="Cambria Math" panose="02040503050406030204" pitchFamily="18" charset="0"/>
                                <a:cs typeface="Aban" pitchFamily="2" charset="-78"/>
                              </a:rPr>
                              <m:t>𝐷</m:t>
                            </m:r>
                          </m:sub>
                          <m:sup>
                            <m:r>
                              <a:rPr lang="en-US" b="0" i="1" smtClean="0">
                                <a:solidFill>
                                  <a:schemeClr val="accent1"/>
                                </a:solidFill>
                                <a:latin typeface="Cambria Math" panose="02040503050406030204" pitchFamily="18" charset="0"/>
                                <a:cs typeface="Aban" pitchFamily="2" charset="-78"/>
                              </a:rPr>
                              <m:t>𝑡</m:t>
                            </m:r>
                          </m:sup>
                        </m:sSubSup>
                      </m:den>
                    </m:f>
                    <m:r>
                      <a:rPr lang="en-US" b="0" i="1" smtClean="0">
                        <a:solidFill>
                          <a:schemeClr val="accent1"/>
                        </a:solidFill>
                        <a:latin typeface="Cambria Math" panose="02040503050406030204" pitchFamily="18" charset="0"/>
                        <a:cs typeface="Aban" pitchFamily="2" charset="-78"/>
                      </a:rPr>
                      <m:t>+</m:t>
                    </m:r>
                    <m:r>
                      <a:rPr lang="en-US" b="0" i="1" smtClean="0">
                        <a:solidFill>
                          <a:schemeClr val="accent1"/>
                        </a:solidFill>
                        <a:latin typeface="Cambria Math" panose="02040503050406030204" pitchFamily="18" charset="0"/>
                        <a:cs typeface="Aban" pitchFamily="2" charset="-78"/>
                      </a:rPr>
                      <m:t>𝐵</m:t>
                    </m:r>
                    <m:r>
                      <a:rPr lang="en-US" b="0" i="1" smtClean="0">
                        <a:solidFill>
                          <a:schemeClr val="accent1"/>
                        </a:solidFill>
                        <a:latin typeface="Cambria Math" panose="02040503050406030204" pitchFamily="18" charset="0"/>
                        <a:cs typeface="Aban" pitchFamily="2" charset="-78"/>
                      </a:rPr>
                      <m:t>+</m:t>
                    </m:r>
                    <m:r>
                      <a:rPr lang="en-US" b="0" i="1" smtClean="0">
                        <a:solidFill>
                          <a:schemeClr val="accent1"/>
                        </a:solidFill>
                        <a:latin typeface="Cambria Math" panose="02040503050406030204" pitchFamily="18" charset="0"/>
                        <a:cs typeface="Aban" pitchFamily="2" charset="-78"/>
                      </a:rPr>
                      <m:t>𝐻</m:t>
                    </m:r>
                  </m:oMath>
                </a14:m>
                <a:r>
                  <a:rPr lang="fa-IR" dirty="0">
                    <a:solidFill>
                      <a:schemeClr val="accent1"/>
                    </a:solidFill>
                    <a:cs typeface="Aban" pitchFamily="2" charset="-78"/>
                  </a:rPr>
                  <a:t> آنگاه </a:t>
                </a:r>
                <a14:m>
                  <m:oMath xmlns:m="http://schemas.openxmlformats.org/officeDocument/2006/math">
                    <m:r>
                      <a:rPr lang="en-US" b="0" i="1" smtClean="0">
                        <a:solidFill>
                          <a:schemeClr val="accent1"/>
                        </a:solidFill>
                        <a:latin typeface="Cambria Math" panose="02040503050406030204" pitchFamily="18" charset="0"/>
                        <a:cs typeface="Aban" pitchFamily="2" charset="-78"/>
                      </a:rPr>
                      <m:t>𝑞</m:t>
                    </m:r>
                    <m:r>
                      <a:rPr lang="en-US" b="0" i="1" smtClean="0">
                        <a:solidFill>
                          <a:schemeClr val="accent1"/>
                        </a:solidFill>
                        <a:latin typeface="Cambria Math" panose="02040503050406030204" pitchFamily="18" charset="0"/>
                        <a:cs typeface="Aban" pitchFamily="2" charset="-78"/>
                      </a:rPr>
                      <m:t>&gt;</m:t>
                    </m:r>
                    <m:r>
                      <a:rPr lang="en-US" b="0" i="1" smtClean="0">
                        <a:solidFill>
                          <a:schemeClr val="accent1"/>
                        </a:solidFill>
                        <a:latin typeface="Cambria Math" panose="02040503050406030204" pitchFamily="18" charset="0"/>
                        <a:cs typeface="Aban" pitchFamily="2" charset="-78"/>
                      </a:rPr>
                      <m:t>𝑝</m:t>
                    </m:r>
                  </m:oMath>
                </a14:m>
                <a:r>
                  <a:rPr lang="fa-IR" dirty="0">
                    <a:solidFill>
                      <a:schemeClr val="accent1"/>
                    </a:solidFill>
                    <a:cs typeface="Aban" pitchFamily="2" charset="-78"/>
                  </a:rPr>
                  <a:t> و دکتر با احتمال بیشتری نسبت به بیمار همکاری می‌کند.</a:t>
                </a:r>
              </a:p>
              <a:p>
                <a:pPr marL="285750" indent="-285750" algn="just" rtl="1">
                  <a:buFont typeface="Arial" panose="020B0604020202020204" pitchFamily="34" charset="0"/>
                  <a:buChar char="•"/>
                </a:pPr>
                <a:r>
                  <a:rPr lang="fa-IR" dirty="0">
                    <a:solidFill>
                      <a:schemeClr val="accent1"/>
                    </a:solidFill>
                    <a:cs typeface="Aban" pitchFamily="2" charset="-78"/>
                  </a:rPr>
                  <a:t>اگر</a:t>
                </a:r>
                <a14:m>
                  <m:oMath xmlns:m="http://schemas.openxmlformats.org/officeDocument/2006/math">
                    <m:f>
                      <m:fPr>
                        <m:ctrlPr>
                          <a:rPr lang="en-US" i="1">
                            <a:solidFill>
                              <a:schemeClr val="accent1"/>
                            </a:solidFill>
                            <a:latin typeface="Cambria Math" panose="02040503050406030204" pitchFamily="18" charset="0"/>
                            <a:cs typeface="Aban" pitchFamily="2" charset="-78"/>
                          </a:rPr>
                        </m:ctrlPr>
                      </m:fPr>
                      <m:num>
                        <m:d>
                          <m:dPr>
                            <m:ctrlPr>
                              <a:rPr lang="en-US" i="1">
                                <a:solidFill>
                                  <a:schemeClr val="accent1"/>
                                </a:solidFill>
                                <a:latin typeface="Cambria Math" panose="02040503050406030204" pitchFamily="18" charset="0"/>
                                <a:cs typeface="Aban" pitchFamily="2" charset="-78"/>
                              </a:rPr>
                            </m:ctrlPr>
                          </m:dPr>
                          <m:e>
                            <m:sSubSup>
                              <m:sSubSupPr>
                                <m:ctrlPr>
                                  <a:rPr lang="en-US" i="1">
                                    <a:solidFill>
                                      <a:schemeClr val="accent1"/>
                                    </a:solidFill>
                                    <a:latin typeface="Cambria Math" panose="02040503050406030204" pitchFamily="18" charset="0"/>
                                    <a:cs typeface="Aban" pitchFamily="2" charset="-78"/>
                                  </a:rPr>
                                </m:ctrlPr>
                              </m:sSubSupPr>
                              <m:e>
                                <m:r>
                                  <a:rPr lang="en-US" i="1">
                                    <a:solidFill>
                                      <a:schemeClr val="accent1"/>
                                    </a:solidFill>
                                    <a:latin typeface="Cambria Math" panose="02040503050406030204" pitchFamily="18" charset="0"/>
                                    <a:cs typeface="Aban" pitchFamily="2" charset="-78"/>
                                  </a:rPr>
                                  <m:t>𝑅</m:t>
                                </m:r>
                              </m:e>
                              <m:sub>
                                <m:r>
                                  <a:rPr lang="en-US" i="1">
                                    <a:solidFill>
                                      <a:schemeClr val="accent1"/>
                                    </a:solidFill>
                                    <a:latin typeface="Cambria Math" panose="02040503050406030204" pitchFamily="18" charset="0"/>
                                    <a:cs typeface="Aban" pitchFamily="2" charset="-78"/>
                                  </a:rPr>
                                  <m:t>𝐷</m:t>
                                </m:r>
                              </m:sub>
                              <m:sup>
                                <m:r>
                                  <a:rPr lang="en-US" i="1">
                                    <a:solidFill>
                                      <a:schemeClr val="accent1"/>
                                    </a:solidFill>
                                    <a:latin typeface="Cambria Math" panose="02040503050406030204" pitchFamily="18" charset="0"/>
                                    <a:cs typeface="Aban" pitchFamily="2" charset="-78"/>
                                  </a:rPr>
                                  <m:t>𝑡</m:t>
                                </m:r>
                              </m:sup>
                            </m:sSubSup>
                            <m:r>
                              <a:rPr lang="en-US" i="1">
                                <a:solidFill>
                                  <a:schemeClr val="accent1"/>
                                </a:solidFill>
                                <a:latin typeface="Cambria Math" panose="02040503050406030204" pitchFamily="18" charset="0"/>
                                <a:cs typeface="Aban" pitchFamily="2" charset="-78"/>
                              </a:rPr>
                              <m:t>+</m:t>
                            </m:r>
                            <m:r>
                              <a:rPr lang="en-US" i="1">
                                <a:solidFill>
                                  <a:schemeClr val="accent1"/>
                                </a:solidFill>
                                <a:latin typeface="Cambria Math" panose="02040503050406030204" pitchFamily="18" charset="0"/>
                                <a:cs typeface="Aban" pitchFamily="2" charset="-78"/>
                              </a:rPr>
                              <m:t>1</m:t>
                            </m:r>
                          </m:e>
                        </m:d>
                        <m:r>
                          <a:rPr lang="en-US" i="1">
                            <a:solidFill>
                              <a:schemeClr val="accent1"/>
                            </a:solidFill>
                            <a:latin typeface="Cambria Math" panose="02040503050406030204" pitchFamily="18" charset="0"/>
                            <a:cs typeface="Aban" pitchFamily="2" charset="-78"/>
                          </a:rPr>
                          <m:t>.</m:t>
                        </m:r>
                        <m:d>
                          <m:dPr>
                            <m:ctrlPr>
                              <a:rPr lang="en-US" i="1">
                                <a:solidFill>
                                  <a:schemeClr val="accent1"/>
                                </a:solidFill>
                                <a:latin typeface="Cambria Math" panose="02040503050406030204" pitchFamily="18" charset="0"/>
                                <a:cs typeface="Aban" pitchFamily="2" charset="-78"/>
                              </a:rPr>
                            </m:ctrlPr>
                          </m:dPr>
                          <m:e>
                            <m:sSubSup>
                              <m:sSubSupPr>
                                <m:ctrlPr>
                                  <a:rPr lang="en-US" i="1">
                                    <a:solidFill>
                                      <a:schemeClr val="accent1"/>
                                    </a:solidFill>
                                    <a:latin typeface="Cambria Math" panose="02040503050406030204" pitchFamily="18" charset="0"/>
                                    <a:cs typeface="Aban" pitchFamily="2" charset="-78"/>
                                  </a:rPr>
                                </m:ctrlPr>
                              </m:sSubSupPr>
                              <m:e>
                                <m:r>
                                  <a:rPr lang="en-US" i="1">
                                    <a:solidFill>
                                      <a:schemeClr val="accent1"/>
                                    </a:solidFill>
                                    <a:latin typeface="Cambria Math" panose="02040503050406030204" pitchFamily="18" charset="0"/>
                                    <a:cs typeface="Aban" pitchFamily="2" charset="-78"/>
                                  </a:rPr>
                                  <m:t>𝑅</m:t>
                                </m:r>
                              </m:e>
                              <m:sub>
                                <m:r>
                                  <a:rPr lang="en-US" i="1">
                                    <a:solidFill>
                                      <a:schemeClr val="accent1"/>
                                    </a:solidFill>
                                    <a:latin typeface="Cambria Math" panose="02040503050406030204" pitchFamily="18" charset="0"/>
                                    <a:cs typeface="Aban" pitchFamily="2" charset="-78"/>
                                  </a:rPr>
                                  <m:t>𝑃</m:t>
                                </m:r>
                              </m:sub>
                              <m:sup>
                                <m:r>
                                  <a:rPr lang="en-US" i="1">
                                    <a:solidFill>
                                      <a:schemeClr val="accent1"/>
                                    </a:solidFill>
                                    <a:latin typeface="Cambria Math" panose="02040503050406030204" pitchFamily="18" charset="0"/>
                                    <a:cs typeface="Aban" pitchFamily="2" charset="-78"/>
                                  </a:rPr>
                                  <m:t>𝑡</m:t>
                                </m:r>
                              </m:sup>
                            </m:sSubSup>
                            <m:r>
                              <a:rPr lang="en-US" i="1">
                                <a:solidFill>
                                  <a:schemeClr val="accent1"/>
                                </a:solidFill>
                                <a:latin typeface="Cambria Math" panose="02040503050406030204" pitchFamily="18" charset="0"/>
                                <a:cs typeface="Aban" pitchFamily="2" charset="-78"/>
                              </a:rPr>
                              <m:t>−</m:t>
                            </m:r>
                            <m:sSubSup>
                              <m:sSubSupPr>
                                <m:ctrlPr>
                                  <a:rPr lang="en-US" i="1">
                                    <a:solidFill>
                                      <a:schemeClr val="accent1"/>
                                    </a:solidFill>
                                    <a:latin typeface="Cambria Math" panose="02040503050406030204" pitchFamily="18" charset="0"/>
                                    <a:cs typeface="Aban" pitchFamily="2" charset="-78"/>
                                  </a:rPr>
                                </m:ctrlPr>
                              </m:sSubSupPr>
                              <m:e>
                                <m:r>
                                  <a:rPr lang="en-US" i="1">
                                    <a:solidFill>
                                      <a:schemeClr val="accent1"/>
                                    </a:solidFill>
                                    <a:latin typeface="Cambria Math" panose="02040503050406030204" pitchFamily="18" charset="0"/>
                                    <a:cs typeface="Aban" pitchFamily="2" charset="-78"/>
                                  </a:rPr>
                                  <m:t>𝐹</m:t>
                                </m:r>
                              </m:e>
                              <m:sub>
                                <m:r>
                                  <a:rPr lang="en-US" i="1">
                                    <a:solidFill>
                                      <a:schemeClr val="accent1"/>
                                    </a:solidFill>
                                    <a:latin typeface="Cambria Math" panose="02040503050406030204" pitchFamily="18" charset="0"/>
                                    <a:cs typeface="Aban" pitchFamily="2" charset="-78"/>
                                  </a:rPr>
                                  <m:t>𝑃</m:t>
                                </m:r>
                              </m:sub>
                              <m:sup>
                                <m:r>
                                  <a:rPr lang="en-US" i="1">
                                    <a:solidFill>
                                      <a:schemeClr val="accent1"/>
                                    </a:solidFill>
                                    <a:latin typeface="Cambria Math" panose="02040503050406030204" pitchFamily="18" charset="0"/>
                                    <a:cs typeface="Aban" pitchFamily="2" charset="-78"/>
                                  </a:rPr>
                                  <m:t>𝑡</m:t>
                                </m:r>
                              </m:sup>
                            </m:sSubSup>
                          </m:e>
                        </m:d>
                        <m:r>
                          <a:rPr lang="en-US" i="1">
                            <a:solidFill>
                              <a:schemeClr val="accent1"/>
                            </a:solidFill>
                            <a:latin typeface="Cambria Math" panose="02040503050406030204" pitchFamily="18" charset="0"/>
                            <a:cs typeface="Aban" pitchFamily="2" charset="-78"/>
                          </a:rPr>
                          <m:t>.</m:t>
                        </m:r>
                        <m:d>
                          <m:dPr>
                            <m:ctrlPr>
                              <a:rPr lang="en-US" i="1">
                                <a:solidFill>
                                  <a:schemeClr val="accent1"/>
                                </a:solidFill>
                                <a:latin typeface="Cambria Math" panose="02040503050406030204" pitchFamily="18" charset="0"/>
                                <a:cs typeface="Aban" pitchFamily="2" charset="-78"/>
                              </a:rPr>
                            </m:ctrlPr>
                          </m:dPr>
                          <m:e>
                            <m:sSub>
                              <m:sSubPr>
                                <m:ctrlPr>
                                  <a:rPr lang="en-US" i="1">
                                    <a:solidFill>
                                      <a:schemeClr val="accent1"/>
                                    </a:solidFill>
                                    <a:latin typeface="Cambria Math" panose="02040503050406030204" pitchFamily="18" charset="0"/>
                                    <a:cs typeface="Aban" pitchFamily="2" charset="-78"/>
                                  </a:rPr>
                                </m:ctrlPr>
                              </m:sSubPr>
                              <m:e>
                                <m:r>
                                  <a:rPr lang="en-US" i="1">
                                    <a:solidFill>
                                      <a:schemeClr val="accent1"/>
                                    </a:solidFill>
                                    <a:latin typeface="Cambria Math" panose="02040503050406030204" pitchFamily="18" charset="0"/>
                                    <a:cs typeface="Aban" pitchFamily="2" charset="-78"/>
                                  </a:rPr>
                                  <m:t>𝑈</m:t>
                                </m:r>
                              </m:e>
                              <m:sub>
                                <m:r>
                                  <a:rPr lang="en-US" i="1">
                                    <a:solidFill>
                                      <a:schemeClr val="accent1"/>
                                    </a:solidFill>
                                    <a:latin typeface="Cambria Math" panose="02040503050406030204" pitchFamily="18" charset="0"/>
                                    <a:cs typeface="Aban" pitchFamily="2" charset="-78"/>
                                  </a:rPr>
                                  <m:t>1</m:t>
                                </m:r>
                              </m:sub>
                            </m:sSub>
                            <m:r>
                              <a:rPr lang="en-US" i="1">
                                <a:solidFill>
                                  <a:schemeClr val="accent1"/>
                                </a:solidFill>
                                <a:latin typeface="Cambria Math" panose="02040503050406030204" pitchFamily="18" charset="0"/>
                                <a:cs typeface="Aban" pitchFamily="2" charset="-78"/>
                              </a:rPr>
                              <m:t>−</m:t>
                            </m:r>
                            <m:sSub>
                              <m:sSubPr>
                                <m:ctrlPr>
                                  <a:rPr lang="en-US" i="1">
                                    <a:solidFill>
                                      <a:schemeClr val="accent1"/>
                                    </a:solidFill>
                                    <a:latin typeface="Cambria Math" panose="02040503050406030204" pitchFamily="18" charset="0"/>
                                    <a:cs typeface="Aban" pitchFamily="2" charset="-78"/>
                                  </a:rPr>
                                </m:ctrlPr>
                              </m:sSubPr>
                              <m:e>
                                <m:r>
                                  <a:rPr lang="en-US" i="1">
                                    <a:solidFill>
                                      <a:schemeClr val="accent1"/>
                                    </a:solidFill>
                                    <a:latin typeface="Cambria Math" panose="02040503050406030204" pitchFamily="18" charset="0"/>
                                    <a:cs typeface="Aban" pitchFamily="2" charset="-78"/>
                                  </a:rPr>
                                  <m:t>𝑈</m:t>
                                </m:r>
                              </m:e>
                              <m:sub>
                                <m:r>
                                  <a:rPr lang="en-US" i="1">
                                    <a:solidFill>
                                      <a:schemeClr val="accent1"/>
                                    </a:solidFill>
                                    <a:latin typeface="Cambria Math" panose="02040503050406030204" pitchFamily="18" charset="0"/>
                                    <a:cs typeface="Aban" pitchFamily="2" charset="-78"/>
                                  </a:rPr>
                                  <m:t>2</m:t>
                                </m:r>
                              </m:sub>
                            </m:sSub>
                          </m:e>
                        </m:d>
                      </m:num>
                      <m:den>
                        <m:r>
                          <a:rPr lang="en-US" i="1">
                            <a:solidFill>
                              <a:schemeClr val="accent1"/>
                            </a:solidFill>
                            <a:latin typeface="Cambria Math" panose="02040503050406030204" pitchFamily="18" charset="0"/>
                            <a:cs typeface="Aban" pitchFamily="2" charset="-78"/>
                          </a:rPr>
                          <m:t>𝐺</m:t>
                        </m:r>
                        <m:r>
                          <a:rPr lang="en-US" i="1">
                            <a:solidFill>
                              <a:schemeClr val="accent1"/>
                            </a:solidFill>
                            <a:latin typeface="Cambria Math" panose="02040503050406030204" pitchFamily="18" charset="0"/>
                            <a:cs typeface="Aban" pitchFamily="2" charset="-78"/>
                          </a:rPr>
                          <m:t>−</m:t>
                        </m:r>
                        <m:sSubSup>
                          <m:sSubSupPr>
                            <m:ctrlPr>
                              <a:rPr lang="en-US" i="1">
                                <a:solidFill>
                                  <a:schemeClr val="accent1"/>
                                </a:solidFill>
                                <a:latin typeface="Cambria Math" panose="02040503050406030204" pitchFamily="18" charset="0"/>
                                <a:cs typeface="Aban" pitchFamily="2" charset="-78"/>
                              </a:rPr>
                            </m:ctrlPr>
                          </m:sSubSupPr>
                          <m:e>
                            <m:r>
                              <a:rPr lang="en-US" i="1">
                                <a:solidFill>
                                  <a:schemeClr val="accent1"/>
                                </a:solidFill>
                                <a:latin typeface="Cambria Math" panose="02040503050406030204" pitchFamily="18" charset="0"/>
                                <a:cs typeface="Aban" pitchFamily="2" charset="-78"/>
                              </a:rPr>
                              <m:t>𝐹</m:t>
                            </m:r>
                          </m:e>
                          <m:sub>
                            <m:r>
                              <a:rPr lang="en-US" i="1">
                                <a:solidFill>
                                  <a:schemeClr val="accent1"/>
                                </a:solidFill>
                                <a:latin typeface="Cambria Math" panose="02040503050406030204" pitchFamily="18" charset="0"/>
                                <a:cs typeface="Aban" pitchFamily="2" charset="-78"/>
                              </a:rPr>
                              <m:t>𝐷</m:t>
                            </m:r>
                          </m:sub>
                          <m:sup>
                            <m:r>
                              <a:rPr lang="en-US" i="1">
                                <a:solidFill>
                                  <a:schemeClr val="accent1"/>
                                </a:solidFill>
                                <a:latin typeface="Cambria Math" panose="02040503050406030204" pitchFamily="18" charset="0"/>
                                <a:cs typeface="Aban" pitchFamily="2" charset="-78"/>
                              </a:rPr>
                              <m:t>𝑡</m:t>
                            </m:r>
                          </m:sup>
                        </m:sSubSup>
                        <m:r>
                          <a:rPr lang="en-US" i="1">
                            <a:solidFill>
                              <a:schemeClr val="accent1"/>
                            </a:solidFill>
                            <a:latin typeface="Cambria Math" panose="02040503050406030204" pitchFamily="18" charset="0"/>
                            <a:cs typeface="Aban" pitchFamily="2" charset="-78"/>
                          </a:rPr>
                          <m:t>+</m:t>
                        </m:r>
                        <m:sSubSup>
                          <m:sSubSupPr>
                            <m:ctrlPr>
                              <a:rPr lang="en-US" i="1">
                                <a:solidFill>
                                  <a:schemeClr val="accent1"/>
                                </a:solidFill>
                                <a:latin typeface="Cambria Math" panose="02040503050406030204" pitchFamily="18" charset="0"/>
                                <a:cs typeface="Aban" pitchFamily="2" charset="-78"/>
                              </a:rPr>
                            </m:ctrlPr>
                          </m:sSubSupPr>
                          <m:e>
                            <m:r>
                              <a:rPr lang="en-US" i="1">
                                <a:solidFill>
                                  <a:schemeClr val="accent1"/>
                                </a:solidFill>
                                <a:latin typeface="Cambria Math" panose="02040503050406030204" pitchFamily="18" charset="0"/>
                                <a:cs typeface="Aban" pitchFamily="2" charset="-78"/>
                              </a:rPr>
                              <m:t>𝑅</m:t>
                            </m:r>
                          </m:e>
                          <m:sub>
                            <m:r>
                              <a:rPr lang="en-US" i="1">
                                <a:solidFill>
                                  <a:schemeClr val="accent1"/>
                                </a:solidFill>
                                <a:latin typeface="Cambria Math" panose="02040503050406030204" pitchFamily="18" charset="0"/>
                                <a:cs typeface="Aban" pitchFamily="2" charset="-78"/>
                              </a:rPr>
                              <m:t>𝐷</m:t>
                            </m:r>
                          </m:sub>
                          <m:sup>
                            <m:r>
                              <a:rPr lang="en-US" i="1">
                                <a:solidFill>
                                  <a:schemeClr val="accent1"/>
                                </a:solidFill>
                                <a:latin typeface="Cambria Math" panose="02040503050406030204" pitchFamily="18" charset="0"/>
                                <a:cs typeface="Aban" pitchFamily="2" charset="-78"/>
                              </a:rPr>
                              <m:t>𝑡</m:t>
                            </m:r>
                          </m:sup>
                        </m:sSubSup>
                      </m:den>
                    </m:f>
                    <m:r>
                      <a:rPr lang="en-US" i="1">
                        <a:solidFill>
                          <a:schemeClr val="accent1"/>
                        </a:solidFill>
                        <a:latin typeface="Cambria Math" panose="02040503050406030204" pitchFamily="18" charset="0"/>
                        <a:cs typeface="Aban" pitchFamily="2" charset="-78"/>
                      </a:rPr>
                      <m:t>+</m:t>
                    </m:r>
                    <m:r>
                      <a:rPr lang="en-US" i="1">
                        <a:solidFill>
                          <a:schemeClr val="accent1"/>
                        </a:solidFill>
                        <a:latin typeface="Cambria Math" panose="02040503050406030204" pitchFamily="18" charset="0"/>
                        <a:cs typeface="Aban" pitchFamily="2" charset="-78"/>
                      </a:rPr>
                      <m:t>𝐵</m:t>
                    </m:r>
                    <m:r>
                      <a:rPr lang="en-US" i="1">
                        <a:solidFill>
                          <a:schemeClr val="accent1"/>
                        </a:solidFill>
                        <a:latin typeface="Cambria Math" panose="02040503050406030204" pitchFamily="18" charset="0"/>
                        <a:cs typeface="Aban" pitchFamily="2" charset="-78"/>
                      </a:rPr>
                      <m:t>+</m:t>
                    </m:r>
                    <m:r>
                      <a:rPr lang="en-US" i="1">
                        <a:solidFill>
                          <a:schemeClr val="accent1"/>
                        </a:solidFill>
                        <a:latin typeface="Cambria Math" panose="02040503050406030204" pitchFamily="18" charset="0"/>
                        <a:cs typeface="Aban" pitchFamily="2" charset="-78"/>
                      </a:rPr>
                      <m:t>𝐻</m:t>
                    </m:r>
                    <m:r>
                      <a:rPr lang="en-US" b="0" i="1" smtClean="0">
                        <a:solidFill>
                          <a:schemeClr val="accent1"/>
                        </a:solidFill>
                        <a:latin typeface="Cambria Math" panose="02040503050406030204" pitchFamily="18" charset="0"/>
                        <a:cs typeface="Aban" pitchFamily="2" charset="-78"/>
                      </a:rPr>
                      <m:t>&lt;</m:t>
                    </m:r>
                    <m:r>
                      <a:rPr lang="en-US" b="0" i="1" smtClean="0">
                        <a:solidFill>
                          <a:schemeClr val="accent1"/>
                        </a:solidFill>
                        <a:latin typeface="Cambria Math" panose="02040503050406030204" pitchFamily="18" charset="0"/>
                        <a:cs typeface="Aban" pitchFamily="2" charset="-78"/>
                      </a:rPr>
                      <m:t>𝛾</m:t>
                    </m:r>
                    <m:r>
                      <a:rPr lang="en-US" b="0" i="1" smtClean="0">
                        <a:solidFill>
                          <a:schemeClr val="accent1"/>
                        </a:solidFill>
                        <a:latin typeface="Cambria Math" panose="02040503050406030204" pitchFamily="18" charset="0"/>
                        <a:cs typeface="Aban" pitchFamily="2" charset="-78"/>
                      </a:rPr>
                      <m:t>&lt;</m:t>
                    </m:r>
                    <m:sSub>
                      <m:sSubPr>
                        <m:ctrlPr>
                          <a:rPr lang="en-US" b="0" i="1" smtClean="0">
                            <a:solidFill>
                              <a:schemeClr val="accent1"/>
                            </a:solidFill>
                            <a:latin typeface="Cambria Math" panose="02040503050406030204" pitchFamily="18" charset="0"/>
                            <a:cs typeface="Aban" pitchFamily="2" charset="-78"/>
                          </a:rPr>
                        </m:ctrlPr>
                      </m:sSubPr>
                      <m:e>
                        <m:r>
                          <a:rPr lang="en-US" b="0" i="1" smtClean="0">
                            <a:solidFill>
                              <a:schemeClr val="accent1"/>
                            </a:solidFill>
                            <a:latin typeface="Cambria Math" panose="02040503050406030204" pitchFamily="18" charset="0"/>
                            <a:cs typeface="Aban" pitchFamily="2" charset="-78"/>
                          </a:rPr>
                          <m:t>𝛾</m:t>
                        </m:r>
                      </m:e>
                      <m:sub>
                        <m:r>
                          <a:rPr lang="en-US" b="0" i="1" smtClean="0">
                            <a:solidFill>
                              <a:schemeClr val="accent1"/>
                            </a:solidFill>
                            <a:latin typeface="Cambria Math" panose="02040503050406030204" pitchFamily="18" charset="0"/>
                            <a:cs typeface="Aban" pitchFamily="2" charset="-78"/>
                          </a:rPr>
                          <m:t>𝑁</m:t>
                        </m:r>
                        <m:sSub>
                          <m:sSubPr>
                            <m:ctrlPr>
                              <a:rPr lang="en-US" b="0" i="1" smtClean="0">
                                <a:solidFill>
                                  <a:schemeClr val="accent1"/>
                                </a:solidFill>
                                <a:latin typeface="Cambria Math" panose="02040503050406030204" pitchFamily="18" charset="0"/>
                                <a:cs typeface="Aban" pitchFamily="2" charset="-78"/>
                              </a:rPr>
                            </m:ctrlPr>
                          </m:sSubPr>
                          <m:e>
                            <m:r>
                              <a:rPr lang="en-US" b="0" i="1" smtClean="0">
                                <a:solidFill>
                                  <a:schemeClr val="accent1"/>
                                </a:solidFill>
                                <a:latin typeface="Cambria Math" panose="02040503050406030204" pitchFamily="18" charset="0"/>
                                <a:cs typeface="Aban" pitchFamily="2" charset="-78"/>
                              </a:rPr>
                              <m:t>𝐶</m:t>
                            </m:r>
                          </m:e>
                          <m:sub>
                            <m:r>
                              <a:rPr lang="en-US" b="0" i="1" smtClean="0">
                                <a:solidFill>
                                  <a:schemeClr val="accent1"/>
                                </a:solidFill>
                                <a:latin typeface="Cambria Math" panose="02040503050406030204" pitchFamily="18" charset="0"/>
                                <a:cs typeface="Aban" pitchFamily="2" charset="-78"/>
                              </a:rPr>
                              <m:t>𝑡</m:t>
                            </m:r>
                          </m:sub>
                        </m:sSub>
                      </m:sub>
                    </m:sSub>
                  </m:oMath>
                </a14:m>
                <a:r>
                  <a:rPr lang="fa-IR" dirty="0">
                    <a:solidFill>
                      <a:schemeClr val="accent1"/>
                    </a:solidFill>
                    <a:cs typeface="Aban" pitchFamily="2" charset="-78"/>
                  </a:rPr>
                  <a:t> آنگاه </a:t>
                </a:r>
                <a14:m>
                  <m:oMath xmlns:m="http://schemas.openxmlformats.org/officeDocument/2006/math">
                    <m:r>
                      <a:rPr lang="en-US" b="0" i="1" smtClean="0">
                        <a:solidFill>
                          <a:schemeClr val="accent1"/>
                        </a:solidFill>
                        <a:latin typeface="Cambria Math" panose="02040503050406030204" pitchFamily="18" charset="0"/>
                        <a:cs typeface="Aban" pitchFamily="2" charset="-78"/>
                      </a:rPr>
                      <m:t>𝑝</m:t>
                    </m:r>
                    <m:r>
                      <a:rPr lang="en-US" b="0" i="1" smtClean="0">
                        <a:solidFill>
                          <a:schemeClr val="accent1"/>
                        </a:solidFill>
                        <a:latin typeface="Cambria Math" panose="02040503050406030204" pitchFamily="18" charset="0"/>
                        <a:cs typeface="Aban" pitchFamily="2" charset="-78"/>
                      </a:rPr>
                      <m:t>&gt;</m:t>
                    </m:r>
                    <m:r>
                      <a:rPr lang="en-US" b="0" i="1" smtClean="0">
                        <a:solidFill>
                          <a:schemeClr val="accent1"/>
                        </a:solidFill>
                        <a:latin typeface="Cambria Math" panose="02040503050406030204" pitchFamily="18" charset="0"/>
                        <a:cs typeface="Aban" pitchFamily="2" charset="-78"/>
                      </a:rPr>
                      <m:t>𝑞</m:t>
                    </m:r>
                  </m:oMath>
                </a14:m>
                <a:r>
                  <a:rPr lang="fa-IR" dirty="0">
                    <a:solidFill>
                      <a:schemeClr val="accent1"/>
                    </a:solidFill>
                    <a:cs typeface="Aban" pitchFamily="2" charset="-78"/>
                  </a:rPr>
                  <a:t> پس بیمار با احتمال بیشتری همکاری میکند</a:t>
                </a:r>
                <a:r>
                  <a:rPr lang="en-US" dirty="0">
                    <a:solidFill>
                      <a:schemeClr val="accent1"/>
                    </a:solidFill>
                    <a:cs typeface="Aban" pitchFamily="2" charset="-78"/>
                  </a:rPr>
                  <a:t>.</a:t>
                </a:r>
              </a:p>
              <a:p>
                <a:pPr marL="285750" indent="-285750" algn="just" rtl="1">
                  <a:buFont typeface="Arial" panose="020B0604020202020204" pitchFamily="34" charset="0"/>
                  <a:buChar char="•"/>
                </a:pPr>
                <a:endParaRPr lang="en-US" dirty="0">
                  <a:solidFill>
                    <a:schemeClr val="accent1"/>
                  </a:solidFill>
                  <a:cs typeface="Aban" pitchFamily="2" charset="-78"/>
                </a:endParaRPr>
              </a:p>
              <a:p>
                <a:pPr marL="285750" indent="-285750" algn="just" rtl="1">
                  <a:buFont typeface="Arial" panose="020B0604020202020204" pitchFamily="34" charset="0"/>
                  <a:buChar char="•"/>
                </a:pPr>
                <a:r>
                  <a:rPr lang="fa-IR" dirty="0">
                    <a:solidFill>
                      <a:schemeClr val="accent1"/>
                    </a:solidFill>
                    <a:cs typeface="Aban" pitchFamily="2" charset="-78"/>
                  </a:rPr>
                  <a:t>نکته: این شاید غیرشهودی به نظر برسد که در صورت لذت بیشتر نوشیدن الکل احتمال همکاری بیمار بیشتر شود ولی باید دقت داشته باشید که در تعادل نش مخلوط هدف ما بی تفاوتی رقیب بین انتخاب های ماست، بنابراین طبیعی است که اگر بیمار میل بیشتری به عدم همکاری داشته باشد میزان همکاری او افزایش یابد.</a:t>
                </a:r>
                <a:endParaRPr lang="en-US" dirty="0">
                  <a:solidFill>
                    <a:schemeClr val="accent1"/>
                  </a:solidFill>
                  <a:cs typeface="Aban" pitchFamily="2" charset="-78"/>
                </a:endParaRPr>
              </a:p>
            </p:txBody>
          </p:sp>
        </mc:Choice>
        <mc:Fallback>
          <p:sp>
            <p:nvSpPr>
              <p:cNvPr id="2" name="TextBox 1">
                <a:extLst>
                  <a:ext uri="{FF2B5EF4-FFF2-40B4-BE49-F238E27FC236}">
                    <a16:creationId xmlns:a16="http://schemas.microsoft.com/office/drawing/2014/main" id="{88A05CF2-1ADB-4152-8B0A-8A2A4C9B462F}"/>
                  </a:ext>
                </a:extLst>
              </p:cNvPr>
              <p:cNvSpPr txBox="1">
                <a:spLocks noRot="1" noChangeAspect="1" noMove="1" noResize="1" noEditPoints="1" noAdjustHandles="1" noChangeArrowheads="1" noChangeShapeType="1" noTextEdit="1"/>
              </p:cNvSpPr>
              <p:nvPr/>
            </p:nvSpPr>
            <p:spPr>
              <a:xfrm>
                <a:off x="312234" y="297366"/>
                <a:ext cx="8675649" cy="4864537"/>
              </a:xfrm>
              <a:prstGeom prst="rect">
                <a:avLst/>
              </a:prstGeom>
              <a:blipFill>
                <a:blip r:embed="rId3"/>
                <a:stretch>
                  <a:fillRect l="-773" t="-125" r="-211" b="-376"/>
                </a:stretch>
              </a:blipFill>
            </p:spPr>
            <p:txBody>
              <a:bodyPr/>
              <a:lstStyle/>
              <a:p>
                <a:r>
                  <a:rPr lang="en-US">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0"/>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88A05CF2-1ADB-4152-8B0A-8A2A4C9B462F}"/>
                  </a:ext>
                </a:extLst>
              </p:cNvPr>
              <p:cNvSpPr txBox="1"/>
              <p:nvPr/>
            </p:nvSpPr>
            <p:spPr>
              <a:xfrm>
                <a:off x="312234" y="297366"/>
                <a:ext cx="8675649" cy="738664"/>
              </a:xfrm>
              <a:prstGeom prst="rect">
                <a:avLst/>
              </a:prstGeom>
              <a:noFill/>
            </p:spPr>
            <p:txBody>
              <a:bodyPr wrap="square" rtlCol="0">
                <a:spAutoFit/>
              </a:bodyPr>
              <a:lstStyle/>
              <a:p>
                <a:pPr algn="just" rtl="1"/>
                <a:r>
                  <a:rPr lang="fa-IR" dirty="0">
                    <a:solidFill>
                      <a:schemeClr val="accent1"/>
                    </a:solidFill>
                    <a:cs typeface="Aban" pitchFamily="2" charset="-78"/>
                  </a:rPr>
                  <a:t>احتمال همکاری بیمار </a:t>
                </a:r>
                <a14:m>
                  <m:oMath xmlns:m="http://schemas.openxmlformats.org/officeDocument/2006/math">
                    <m:r>
                      <a:rPr lang="en-US" b="0" i="1" smtClean="0">
                        <a:solidFill>
                          <a:schemeClr val="accent1"/>
                        </a:solidFill>
                        <a:latin typeface="Cambria Math" panose="02040503050406030204" pitchFamily="18" charset="0"/>
                        <a:cs typeface="Aban" pitchFamily="2" charset="-78"/>
                      </a:rPr>
                      <m:t>𝑞</m:t>
                    </m:r>
                  </m:oMath>
                </a14:m>
                <a:r>
                  <a:rPr lang="fa-IR" dirty="0">
                    <a:solidFill>
                      <a:schemeClr val="accent1"/>
                    </a:solidFill>
                    <a:cs typeface="Aban" pitchFamily="2" charset="-78"/>
                  </a:rPr>
                  <a:t> به طور مستقیم با </a:t>
                </a:r>
                <a14:m>
                  <m:oMath xmlns:m="http://schemas.openxmlformats.org/officeDocument/2006/math">
                    <m:r>
                      <a:rPr lang="en-US" b="0" i="1" smtClean="0">
                        <a:solidFill>
                          <a:schemeClr val="accent1"/>
                        </a:solidFill>
                        <a:latin typeface="Cambria Math" panose="02040503050406030204" pitchFamily="18" charset="0"/>
                        <a:cs typeface="Aban" pitchFamily="2" charset="-78"/>
                      </a:rPr>
                      <m:t>𝐵</m:t>
                    </m:r>
                  </m:oMath>
                </a14:m>
                <a:r>
                  <a:rPr lang="fa-IR" dirty="0">
                    <a:solidFill>
                      <a:schemeClr val="accent1"/>
                    </a:solidFill>
                    <a:cs typeface="Aban" pitchFamily="2" charset="-78"/>
                  </a:rPr>
                  <a:t> و </a:t>
                </a:r>
                <a14:m>
                  <m:oMath xmlns:m="http://schemas.openxmlformats.org/officeDocument/2006/math">
                    <m:r>
                      <a:rPr lang="en-US" b="0" i="1" smtClean="0">
                        <a:solidFill>
                          <a:schemeClr val="accent1"/>
                        </a:solidFill>
                        <a:latin typeface="Cambria Math" panose="02040503050406030204" pitchFamily="18" charset="0"/>
                        <a:cs typeface="Aban" pitchFamily="2" charset="-78"/>
                      </a:rPr>
                      <m:t>𝐻</m:t>
                    </m:r>
                  </m:oMath>
                </a14:m>
                <a:r>
                  <a:rPr lang="fa-IR" dirty="0">
                    <a:solidFill>
                      <a:schemeClr val="accent1"/>
                    </a:solidFill>
                    <a:cs typeface="Aban" pitchFamily="2" charset="-78"/>
                  </a:rPr>
                  <a:t> رابطه دارد یعنی در صورت افزایش این دو پارامتر احتمال همکاری بیمار افزایش می‌یابد که باعث می‌شود دکتر هم با احتمال بیشتری همکاری کند. با اینحال چون ما در حال بررسی  تعادل های مخلوط هستیم دکتر در جهت عکس </a:t>
                </a:r>
                <a14:m>
                  <m:oMath xmlns:m="http://schemas.openxmlformats.org/officeDocument/2006/math">
                    <m:r>
                      <a:rPr lang="en-US" b="0" i="1" smtClean="0">
                        <a:solidFill>
                          <a:schemeClr val="accent1"/>
                        </a:solidFill>
                        <a:latin typeface="Cambria Math" panose="02040503050406030204" pitchFamily="18" charset="0"/>
                        <a:cs typeface="Aban" pitchFamily="2" charset="-78"/>
                      </a:rPr>
                      <m:t>𝑝</m:t>
                    </m:r>
                  </m:oMath>
                </a14:m>
                <a:r>
                  <a:rPr lang="fa-IR" dirty="0">
                    <a:solidFill>
                      <a:schemeClr val="accent1"/>
                    </a:solidFill>
                    <a:cs typeface="Aban" pitchFamily="2" charset="-78"/>
                  </a:rPr>
                  <a:t> حرکت می‌کند پس افزایش پارامتر های </a:t>
                </a:r>
                <a14:m>
                  <m:oMath xmlns:m="http://schemas.openxmlformats.org/officeDocument/2006/math">
                    <m:r>
                      <a:rPr lang="en-US" b="0" i="1" smtClean="0">
                        <a:solidFill>
                          <a:schemeClr val="accent1"/>
                        </a:solidFill>
                        <a:latin typeface="Cambria Math" panose="02040503050406030204" pitchFamily="18" charset="0"/>
                        <a:cs typeface="Aban" pitchFamily="2" charset="-78"/>
                      </a:rPr>
                      <m:t>𝐵</m:t>
                    </m:r>
                  </m:oMath>
                </a14:m>
                <a:r>
                  <a:rPr lang="fa-IR" dirty="0">
                    <a:solidFill>
                      <a:schemeClr val="accent1"/>
                    </a:solidFill>
                    <a:cs typeface="Aban" pitchFamily="2" charset="-78"/>
                  </a:rPr>
                  <a:t> و </a:t>
                </a:r>
                <a14:m>
                  <m:oMath xmlns:m="http://schemas.openxmlformats.org/officeDocument/2006/math">
                    <m:r>
                      <a:rPr lang="en-US" b="0" i="1" smtClean="0">
                        <a:solidFill>
                          <a:schemeClr val="accent1"/>
                        </a:solidFill>
                        <a:latin typeface="Cambria Math" panose="02040503050406030204" pitchFamily="18" charset="0"/>
                        <a:cs typeface="Aban" pitchFamily="2" charset="-78"/>
                      </a:rPr>
                      <m:t>𝐻</m:t>
                    </m:r>
                  </m:oMath>
                </a14:m>
                <a:r>
                  <a:rPr lang="fa-IR" dirty="0">
                    <a:solidFill>
                      <a:schemeClr val="accent1"/>
                    </a:solidFill>
                    <a:cs typeface="Aban" pitchFamily="2" charset="-78"/>
                  </a:rPr>
                  <a:t> باعث افزایش همکاری بیمار و کاهش همکاری دکتر م‌شود و کاهش آنها نتیجه عکس دارد.</a:t>
                </a:r>
                <a:endParaRPr lang="en-US" dirty="0">
                  <a:solidFill>
                    <a:schemeClr val="accent1"/>
                  </a:solidFill>
                  <a:cs typeface="Aban" pitchFamily="2" charset="-78"/>
                </a:endParaRPr>
              </a:p>
            </p:txBody>
          </p:sp>
        </mc:Choice>
        <mc:Fallback>
          <p:sp>
            <p:nvSpPr>
              <p:cNvPr id="2" name="TextBox 1">
                <a:extLst>
                  <a:ext uri="{FF2B5EF4-FFF2-40B4-BE49-F238E27FC236}">
                    <a16:creationId xmlns:a16="http://schemas.microsoft.com/office/drawing/2014/main" id="{88A05CF2-1ADB-4152-8B0A-8A2A4C9B462F}"/>
                  </a:ext>
                </a:extLst>
              </p:cNvPr>
              <p:cNvSpPr txBox="1">
                <a:spLocks noRot="1" noChangeAspect="1" noMove="1" noResize="1" noEditPoints="1" noAdjustHandles="1" noChangeArrowheads="1" noChangeShapeType="1" noTextEdit="1"/>
              </p:cNvSpPr>
              <p:nvPr/>
            </p:nvSpPr>
            <p:spPr>
              <a:xfrm>
                <a:off x="312234" y="297366"/>
                <a:ext cx="8675649" cy="738664"/>
              </a:xfrm>
              <a:prstGeom prst="rect">
                <a:avLst/>
              </a:prstGeom>
              <a:blipFill>
                <a:blip r:embed="rId3"/>
                <a:stretch>
                  <a:fillRect l="-773" t="-826" r="-211" b="-8264"/>
                </a:stretch>
              </a:blipFill>
            </p:spPr>
            <p:txBody>
              <a:bodyPr/>
              <a:lstStyle/>
              <a:p>
                <a:r>
                  <a:rPr lang="en-US">
                    <a:noFill/>
                  </a:rPr>
                  <a:t> </a:t>
                </a:r>
              </a:p>
            </p:txBody>
          </p:sp>
        </mc:Fallback>
      </mc:AlternateContent>
    </p:spTree>
    <p:extLst>
      <p:ext uri="{BB962C8B-B14F-4D97-AF65-F5344CB8AC3E}">
        <p14:creationId xmlns:p14="http://schemas.microsoft.com/office/powerpoint/2010/main" val="37938541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11"/>
        <p:cNvGrpSpPr/>
        <p:nvPr/>
      </p:nvGrpSpPr>
      <p:grpSpPr>
        <a:xfrm>
          <a:off x="0" y="0"/>
          <a:ext cx="0" cy="0"/>
          <a:chOff x="0" y="0"/>
          <a:chExt cx="0" cy="0"/>
        </a:xfrm>
      </p:grpSpPr>
      <p:sp>
        <p:nvSpPr>
          <p:cNvPr id="2812" name="Google Shape;2812;p106"/>
          <p:cNvSpPr txBox="1">
            <a:spLocks noGrp="1"/>
          </p:cNvSpPr>
          <p:nvPr>
            <p:ph type="title"/>
          </p:nvPr>
        </p:nvSpPr>
        <p:spPr>
          <a:xfrm>
            <a:off x="6038480" y="1914463"/>
            <a:ext cx="2385600" cy="54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a-IR" dirty="0">
                <a:cs typeface="A Naskh Tahrir" panose="00000700000000000000" pitchFamily="2" charset="-78"/>
              </a:rPr>
              <a:t>تعادل نش ترتیبی</a:t>
            </a:r>
            <a:endParaRPr dirty="0">
              <a:cs typeface="A Naskh Tahrir" panose="00000700000000000000" pitchFamily="2" charset="-78"/>
            </a:endParaRPr>
          </a:p>
        </p:txBody>
      </p:sp>
      <p:sp>
        <p:nvSpPr>
          <p:cNvPr id="2813" name="Google Shape;2813;p106"/>
          <p:cNvSpPr txBox="1">
            <a:spLocks noGrp="1"/>
          </p:cNvSpPr>
          <p:nvPr>
            <p:ph type="title" idx="2"/>
          </p:nvPr>
        </p:nvSpPr>
        <p:spPr>
          <a:xfrm>
            <a:off x="3721350" y="1878300"/>
            <a:ext cx="2024700" cy="1386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06</a:t>
            </a:r>
            <a:endParaRPr dirty="0"/>
          </a:p>
        </p:txBody>
      </p:sp>
      <p:sp>
        <p:nvSpPr>
          <p:cNvPr id="2814" name="Google Shape;2814;p106"/>
          <p:cNvSpPr txBox="1">
            <a:spLocks noGrp="1"/>
          </p:cNvSpPr>
          <p:nvPr>
            <p:ph type="subTitle" idx="1"/>
          </p:nvPr>
        </p:nvSpPr>
        <p:spPr>
          <a:xfrm>
            <a:off x="6032400" y="2526438"/>
            <a:ext cx="2391300" cy="702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15" name="Google Shape;2815;p106"/>
          <p:cNvSpPr/>
          <p:nvPr/>
        </p:nvSpPr>
        <p:spPr>
          <a:xfrm rot="-1800380">
            <a:off x="627619" y="1290097"/>
            <a:ext cx="2805062" cy="2805062"/>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a-IR" sz="3500" dirty="0">
                <a:solidFill>
                  <a:srgbClr val="837260"/>
                </a:solidFill>
                <a:latin typeface="Lilita One"/>
                <a:ea typeface="Lilita One"/>
                <a:cs typeface="A Naskh Tahrir" panose="00000700000000000000" pitchFamily="2" charset="-78"/>
                <a:sym typeface="Lilita One"/>
              </a:rPr>
              <a:t>دکتر بازی !!</a:t>
            </a:r>
          </a:p>
        </p:txBody>
      </p:sp>
      <p:grpSp>
        <p:nvGrpSpPr>
          <p:cNvPr id="2816" name="Google Shape;2816;p106"/>
          <p:cNvGrpSpPr/>
          <p:nvPr/>
        </p:nvGrpSpPr>
        <p:grpSpPr>
          <a:xfrm>
            <a:off x="417435" y="237007"/>
            <a:ext cx="591604" cy="615737"/>
            <a:chOff x="5593285" y="1262634"/>
            <a:chExt cx="1852814" cy="1928398"/>
          </a:xfrm>
        </p:grpSpPr>
        <p:sp>
          <p:nvSpPr>
            <p:cNvPr id="2817" name="Google Shape;2817;p106"/>
            <p:cNvSpPr/>
            <p:nvPr/>
          </p:nvSpPr>
          <p:spPr>
            <a:xfrm rot="1799956">
              <a:off x="6377770" y="2014775"/>
              <a:ext cx="639880" cy="1089253"/>
            </a:xfrm>
            <a:custGeom>
              <a:avLst/>
              <a:gdLst/>
              <a:ahLst/>
              <a:cxnLst/>
              <a:rect l="l" t="t" r="r" b="b"/>
              <a:pathLst>
                <a:path w="18178" h="30944" extrusionOk="0">
                  <a:moveTo>
                    <a:pt x="18177" y="0"/>
                  </a:moveTo>
                  <a:lnTo>
                    <a:pt x="1" y="9818"/>
                  </a:lnTo>
                  <a:lnTo>
                    <a:pt x="1" y="30943"/>
                  </a:lnTo>
                  <a:lnTo>
                    <a:pt x="18177" y="20153"/>
                  </a:lnTo>
                  <a:lnTo>
                    <a:pt x="18177" y="0"/>
                  </a:lnTo>
                  <a:close/>
                </a:path>
              </a:pathLst>
            </a:custGeom>
            <a:solidFill>
              <a:srgbClr val="B59F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106"/>
            <p:cNvSpPr/>
            <p:nvPr/>
          </p:nvSpPr>
          <p:spPr>
            <a:xfrm rot="1799956">
              <a:off x="6065202" y="1533009"/>
              <a:ext cx="1280781" cy="743652"/>
            </a:xfrm>
            <a:custGeom>
              <a:avLst/>
              <a:gdLst/>
              <a:ahLst/>
              <a:cxnLst/>
              <a:rect l="l" t="t" r="r" b="b"/>
              <a:pathLst>
                <a:path w="36385" h="21126" extrusionOk="0">
                  <a:moveTo>
                    <a:pt x="18694" y="0"/>
                  </a:moveTo>
                  <a:lnTo>
                    <a:pt x="1" y="10821"/>
                  </a:lnTo>
                  <a:lnTo>
                    <a:pt x="18208" y="21125"/>
                  </a:lnTo>
                  <a:lnTo>
                    <a:pt x="36384" y="11307"/>
                  </a:lnTo>
                  <a:lnTo>
                    <a:pt x="18694" y="0"/>
                  </a:lnTo>
                  <a:close/>
                </a:path>
              </a:pathLst>
            </a:custGeom>
            <a:solidFill>
              <a:srgbClr val="E0CF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106"/>
            <p:cNvSpPr/>
            <p:nvPr/>
          </p:nvSpPr>
          <p:spPr>
            <a:xfrm rot="1799956">
              <a:off x="5826936" y="1678634"/>
              <a:ext cx="640936" cy="1106361"/>
            </a:xfrm>
            <a:custGeom>
              <a:avLst/>
              <a:gdLst/>
              <a:ahLst/>
              <a:cxnLst/>
              <a:rect l="l" t="t" r="r" b="b"/>
              <a:pathLst>
                <a:path w="18208" h="31430" extrusionOk="0">
                  <a:moveTo>
                    <a:pt x="1" y="0"/>
                  </a:moveTo>
                  <a:lnTo>
                    <a:pt x="1" y="20639"/>
                  </a:lnTo>
                  <a:lnTo>
                    <a:pt x="18208" y="31429"/>
                  </a:lnTo>
                  <a:lnTo>
                    <a:pt x="18208" y="10304"/>
                  </a:lnTo>
                  <a:lnTo>
                    <a:pt x="1" y="0"/>
                  </a:lnTo>
                  <a:close/>
                </a:path>
              </a:pathLst>
            </a:custGeom>
            <a:solidFill>
              <a:srgbClr val="CDB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106"/>
            <p:cNvSpPr/>
            <p:nvPr/>
          </p:nvSpPr>
          <p:spPr>
            <a:xfrm rot="1799956">
              <a:off x="6605689" y="2310697"/>
              <a:ext cx="77090" cy="139149"/>
            </a:xfrm>
            <a:custGeom>
              <a:avLst/>
              <a:gdLst/>
              <a:ahLst/>
              <a:cxnLst/>
              <a:rect l="l" t="t" r="r" b="b"/>
              <a:pathLst>
                <a:path w="2190" h="3953" extrusionOk="0">
                  <a:moveTo>
                    <a:pt x="244" y="1"/>
                  </a:moveTo>
                  <a:cubicBezTo>
                    <a:pt x="153" y="1"/>
                    <a:pt x="61" y="31"/>
                    <a:pt x="1" y="31"/>
                  </a:cubicBezTo>
                  <a:cubicBezTo>
                    <a:pt x="943" y="153"/>
                    <a:pt x="1703" y="973"/>
                    <a:pt x="1703" y="1976"/>
                  </a:cubicBezTo>
                  <a:cubicBezTo>
                    <a:pt x="1703" y="2979"/>
                    <a:pt x="943" y="3800"/>
                    <a:pt x="1" y="3922"/>
                  </a:cubicBezTo>
                  <a:cubicBezTo>
                    <a:pt x="61" y="3922"/>
                    <a:pt x="153" y="3952"/>
                    <a:pt x="244" y="3952"/>
                  </a:cubicBezTo>
                  <a:cubicBezTo>
                    <a:pt x="1308" y="3952"/>
                    <a:pt x="2189" y="3071"/>
                    <a:pt x="2189" y="1976"/>
                  </a:cubicBezTo>
                  <a:cubicBezTo>
                    <a:pt x="2189" y="882"/>
                    <a:pt x="130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106"/>
            <p:cNvSpPr/>
            <p:nvPr/>
          </p:nvSpPr>
          <p:spPr>
            <a:xfrm rot="1799956">
              <a:off x="6549921" y="2292252"/>
              <a:ext cx="120950" cy="136966"/>
            </a:xfrm>
            <a:custGeom>
              <a:avLst/>
              <a:gdLst/>
              <a:ahLst/>
              <a:cxnLst/>
              <a:rect l="l" t="t" r="r" b="b"/>
              <a:pathLst>
                <a:path w="3436" h="3891" extrusionOk="0">
                  <a:moveTo>
                    <a:pt x="1703" y="0"/>
                  </a:moveTo>
                  <a:cubicBezTo>
                    <a:pt x="761" y="0"/>
                    <a:pt x="1" y="882"/>
                    <a:pt x="1" y="1945"/>
                  </a:cubicBezTo>
                  <a:cubicBezTo>
                    <a:pt x="1" y="3009"/>
                    <a:pt x="761" y="3891"/>
                    <a:pt x="1703" y="3891"/>
                  </a:cubicBezTo>
                  <a:cubicBezTo>
                    <a:pt x="2676" y="3891"/>
                    <a:pt x="3436" y="3009"/>
                    <a:pt x="3436" y="1945"/>
                  </a:cubicBezTo>
                  <a:cubicBezTo>
                    <a:pt x="3436" y="882"/>
                    <a:pt x="2676" y="0"/>
                    <a:pt x="170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106"/>
            <p:cNvSpPr/>
            <p:nvPr/>
          </p:nvSpPr>
          <p:spPr>
            <a:xfrm rot="1799956">
              <a:off x="6442560" y="2687541"/>
              <a:ext cx="78146" cy="139114"/>
            </a:xfrm>
            <a:custGeom>
              <a:avLst/>
              <a:gdLst/>
              <a:ahLst/>
              <a:cxnLst/>
              <a:rect l="l" t="t" r="r" b="b"/>
              <a:pathLst>
                <a:path w="2220" h="3952" extrusionOk="0">
                  <a:moveTo>
                    <a:pt x="244" y="0"/>
                  </a:moveTo>
                  <a:cubicBezTo>
                    <a:pt x="183" y="0"/>
                    <a:pt x="92" y="31"/>
                    <a:pt x="1" y="31"/>
                  </a:cubicBezTo>
                  <a:cubicBezTo>
                    <a:pt x="974" y="152"/>
                    <a:pt x="1734" y="973"/>
                    <a:pt x="1734" y="1976"/>
                  </a:cubicBezTo>
                  <a:cubicBezTo>
                    <a:pt x="1734" y="2979"/>
                    <a:pt x="974" y="3800"/>
                    <a:pt x="1" y="3921"/>
                  </a:cubicBezTo>
                  <a:cubicBezTo>
                    <a:pt x="92" y="3921"/>
                    <a:pt x="183" y="3952"/>
                    <a:pt x="244" y="3952"/>
                  </a:cubicBezTo>
                  <a:cubicBezTo>
                    <a:pt x="1338" y="3952"/>
                    <a:pt x="2220" y="3070"/>
                    <a:pt x="2220" y="1976"/>
                  </a:cubicBezTo>
                  <a:cubicBezTo>
                    <a:pt x="2220" y="882"/>
                    <a:pt x="1338" y="0"/>
                    <a:pt x="24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106"/>
            <p:cNvSpPr/>
            <p:nvPr/>
          </p:nvSpPr>
          <p:spPr>
            <a:xfrm rot="1799956">
              <a:off x="6387808" y="2669343"/>
              <a:ext cx="120950" cy="137001"/>
            </a:xfrm>
            <a:custGeom>
              <a:avLst/>
              <a:gdLst/>
              <a:ahLst/>
              <a:cxnLst/>
              <a:rect l="l" t="t" r="r" b="b"/>
              <a:pathLst>
                <a:path w="3436" h="3892" extrusionOk="0">
                  <a:moveTo>
                    <a:pt x="1703" y="1"/>
                  </a:moveTo>
                  <a:cubicBezTo>
                    <a:pt x="761" y="1"/>
                    <a:pt x="1" y="882"/>
                    <a:pt x="1" y="1946"/>
                  </a:cubicBezTo>
                  <a:cubicBezTo>
                    <a:pt x="1" y="3010"/>
                    <a:pt x="761" y="3891"/>
                    <a:pt x="1703" y="3891"/>
                  </a:cubicBezTo>
                  <a:cubicBezTo>
                    <a:pt x="2676" y="3891"/>
                    <a:pt x="3436" y="3010"/>
                    <a:pt x="3436" y="1946"/>
                  </a:cubicBezTo>
                  <a:cubicBezTo>
                    <a:pt x="3436" y="882"/>
                    <a:pt x="2676" y="1"/>
                    <a:pt x="170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106"/>
            <p:cNvSpPr/>
            <p:nvPr/>
          </p:nvSpPr>
          <p:spPr>
            <a:xfrm rot="1799956">
              <a:off x="6923881" y="2314455"/>
              <a:ext cx="122006" cy="137001"/>
            </a:xfrm>
            <a:custGeom>
              <a:avLst/>
              <a:gdLst/>
              <a:ahLst/>
              <a:cxnLst/>
              <a:rect l="l" t="t" r="r" b="b"/>
              <a:pathLst>
                <a:path w="3466" h="3892" extrusionOk="0">
                  <a:moveTo>
                    <a:pt x="1733" y="1"/>
                  </a:moveTo>
                  <a:cubicBezTo>
                    <a:pt x="791" y="1"/>
                    <a:pt x="1" y="882"/>
                    <a:pt x="1" y="1946"/>
                  </a:cubicBezTo>
                  <a:cubicBezTo>
                    <a:pt x="1" y="3040"/>
                    <a:pt x="791" y="3892"/>
                    <a:pt x="1733" y="3892"/>
                  </a:cubicBezTo>
                  <a:cubicBezTo>
                    <a:pt x="2676" y="3892"/>
                    <a:pt x="3466" y="3040"/>
                    <a:pt x="3466" y="1946"/>
                  </a:cubicBezTo>
                  <a:cubicBezTo>
                    <a:pt x="3466" y="882"/>
                    <a:pt x="2676"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106"/>
            <p:cNvSpPr/>
            <p:nvPr/>
          </p:nvSpPr>
          <p:spPr>
            <a:xfrm rot="1799956">
              <a:off x="5913516" y="2179727"/>
              <a:ext cx="83496" cy="138550"/>
            </a:xfrm>
            <a:custGeom>
              <a:avLst/>
              <a:gdLst/>
              <a:ahLst/>
              <a:cxnLst/>
              <a:rect l="l" t="t" r="r" b="b"/>
              <a:pathLst>
                <a:path w="2372" h="3936" extrusionOk="0">
                  <a:moveTo>
                    <a:pt x="301" y="0"/>
                  </a:moveTo>
                  <a:cubicBezTo>
                    <a:pt x="282" y="0"/>
                    <a:pt x="263" y="1"/>
                    <a:pt x="244" y="1"/>
                  </a:cubicBezTo>
                  <a:cubicBezTo>
                    <a:pt x="152" y="31"/>
                    <a:pt x="61" y="31"/>
                    <a:pt x="0" y="62"/>
                  </a:cubicBezTo>
                  <a:cubicBezTo>
                    <a:pt x="973" y="123"/>
                    <a:pt x="1763" y="883"/>
                    <a:pt x="1824" y="1886"/>
                  </a:cubicBezTo>
                  <a:cubicBezTo>
                    <a:pt x="1855" y="2889"/>
                    <a:pt x="1155" y="3740"/>
                    <a:pt x="213" y="3922"/>
                  </a:cubicBezTo>
                  <a:cubicBezTo>
                    <a:pt x="254" y="3922"/>
                    <a:pt x="308" y="3936"/>
                    <a:pt x="366" y="3936"/>
                  </a:cubicBezTo>
                  <a:cubicBezTo>
                    <a:pt x="396" y="3936"/>
                    <a:pt x="426" y="3932"/>
                    <a:pt x="456" y="3922"/>
                  </a:cubicBezTo>
                  <a:cubicBezTo>
                    <a:pt x="1520" y="3892"/>
                    <a:pt x="2371" y="2949"/>
                    <a:pt x="2310" y="1855"/>
                  </a:cubicBezTo>
                  <a:cubicBezTo>
                    <a:pt x="2251" y="810"/>
                    <a:pt x="1341"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106"/>
            <p:cNvSpPr/>
            <p:nvPr/>
          </p:nvSpPr>
          <p:spPr>
            <a:xfrm rot="1799956">
              <a:off x="5858415" y="2162128"/>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7" y="3867"/>
                  </a:cubicBezTo>
                  <a:cubicBezTo>
                    <a:pt x="1819" y="3867"/>
                    <a:pt x="1852" y="3866"/>
                    <a:pt x="1885" y="3864"/>
                  </a:cubicBezTo>
                  <a:cubicBezTo>
                    <a:pt x="2827" y="3834"/>
                    <a:pt x="3557"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106"/>
            <p:cNvSpPr/>
            <p:nvPr/>
          </p:nvSpPr>
          <p:spPr>
            <a:xfrm rot="1799956">
              <a:off x="6026175" y="2006187"/>
              <a:ext cx="83496" cy="138163"/>
            </a:xfrm>
            <a:custGeom>
              <a:avLst/>
              <a:gdLst/>
              <a:ahLst/>
              <a:cxnLst/>
              <a:rect l="l" t="t" r="r" b="b"/>
              <a:pathLst>
                <a:path w="2372" h="3925" extrusionOk="0">
                  <a:moveTo>
                    <a:pt x="357" y="1"/>
                  </a:moveTo>
                  <a:cubicBezTo>
                    <a:pt x="320" y="1"/>
                    <a:pt x="282" y="2"/>
                    <a:pt x="244" y="4"/>
                  </a:cubicBezTo>
                  <a:cubicBezTo>
                    <a:pt x="152" y="4"/>
                    <a:pt x="92" y="34"/>
                    <a:pt x="0" y="34"/>
                  </a:cubicBezTo>
                  <a:cubicBezTo>
                    <a:pt x="973" y="95"/>
                    <a:pt x="1763" y="885"/>
                    <a:pt x="1824" y="1888"/>
                  </a:cubicBezTo>
                  <a:cubicBezTo>
                    <a:pt x="1885" y="2861"/>
                    <a:pt x="1186" y="3742"/>
                    <a:pt x="213" y="3894"/>
                  </a:cubicBezTo>
                  <a:cubicBezTo>
                    <a:pt x="304" y="3925"/>
                    <a:pt x="365" y="3925"/>
                    <a:pt x="456" y="3925"/>
                  </a:cubicBezTo>
                  <a:cubicBezTo>
                    <a:pt x="1551" y="3864"/>
                    <a:pt x="2371" y="2922"/>
                    <a:pt x="2310" y="1858"/>
                  </a:cubicBezTo>
                  <a:cubicBezTo>
                    <a:pt x="2252" y="802"/>
                    <a:pt x="1400" y="1"/>
                    <a:pt x="357"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106"/>
            <p:cNvSpPr/>
            <p:nvPr/>
          </p:nvSpPr>
          <p:spPr>
            <a:xfrm rot="1799956">
              <a:off x="5972129" y="1988203"/>
              <a:ext cx="125209" cy="137107"/>
            </a:xfrm>
            <a:custGeom>
              <a:avLst/>
              <a:gdLst/>
              <a:ahLst/>
              <a:cxnLst/>
              <a:rect l="l" t="t" r="r" b="b"/>
              <a:pathLst>
                <a:path w="3557" h="3895" extrusionOk="0">
                  <a:moveTo>
                    <a:pt x="1767" y="0"/>
                  </a:moveTo>
                  <a:cubicBezTo>
                    <a:pt x="1736" y="0"/>
                    <a:pt x="1704" y="1"/>
                    <a:pt x="1672" y="3"/>
                  </a:cubicBezTo>
                  <a:cubicBezTo>
                    <a:pt x="700" y="64"/>
                    <a:pt x="1" y="976"/>
                    <a:pt x="61" y="2040"/>
                  </a:cubicBezTo>
                  <a:cubicBezTo>
                    <a:pt x="121" y="3084"/>
                    <a:pt x="884" y="3895"/>
                    <a:pt x="1833" y="3895"/>
                  </a:cubicBezTo>
                  <a:cubicBezTo>
                    <a:pt x="1850" y="3895"/>
                    <a:pt x="1868" y="3894"/>
                    <a:pt x="1885" y="3894"/>
                  </a:cubicBezTo>
                  <a:cubicBezTo>
                    <a:pt x="2827" y="3833"/>
                    <a:pt x="3557" y="2921"/>
                    <a:pt x="3496" y="1857"/>
                  </a:cubicBezTo>
                  <a:cubicBezTo>
                    <a:pt x="3437" y="829"/>
                    <a:pt x="2669" y="0"/>
                    <a:pt x="1767"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106"/>
            <p:cNvSpPr/>
            <p:nvPr/>
          </p:nvSpPr>
          <p:spPr>
            <a:xfrm rot="1799956">
              <a:off x="6133528" y="1828513"/>
              <a:ext cx="83496" cy="138656"/>
            </a:xfrm>
            <a:custGeom>
              <a:avLst/>
              <a:gdLst/>
              <a:ahLst/>
              <a:cxnLst/>
              <a:rect l="l" t="t" r="r" b="b"/>
              <a:pathLst>
                <a:path w="2372" h="3939" extrusionOk="0">
                  <a:moveTo>
                    <a:pt x="354" y="1"/>
                  </a:moveTo>
                  <a:cubicBezTo>
                    <a:pt x="318" y="1"/>
                    <a:pt x="281" y="2"/>
                    <a:pt x="244" y="4"/>
                  </a:cubicBezTo>
                  <a:cubicBezTo>
                    <a:pt x="153" y="4"/>
                    <a:pt x="92" y="34"/>
                    <a:pt x="1" y="65"/>
                  </a:cubicBezTo>
                  <a:cubicBezTo>
                    <a:pt x="974" y="126"/>
                    <a:pt x="1764" y="885"/>
                    <a:pt x="1825" y="1889"/>
                  </a:cubicBezTo>
                  <a:cubicBezTo>
                    <a:pt x="1885" y="2892"/>
                    <a:pt x="1186" y="3743"/>
                    <a:pt x="214" y="3925"/>
                  </a:cubicBezTo>
                  <a:cubicBezTo>
                    <a:pt x="275" y="3925"/>
                    <a:pt x="335" y="3939"/>
                    <a:pt x="387" y="3939"/>
                  </a:cubicBezTo>
                  <a:cubicBezTo>
                    <a:pt x="413" y="3939"/>
                    <a:pt x="437" y="3935"/>
                    <a:pt x="457" y="3925"/>
                  </a:cubicBezTo>
                  <a:cubicBezTo>
                    <a:pt x="1551" y="3864"/>
                    <a:pt x="2372" y="2952"/>
                    <a:pt x="2311" y="1858"/>
                  </a:cubicBezTo>
                  <a:cubicBezTo>
                    <a:pt x="2252" y="830"/>
                    <a:pt x="1399" y="1"/>
                    <a:pt x="3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106"/>
            <p:cNvSpPr/>
            <p:nvPr/>
          </p:nvSpPr>
          <p:spPr>
            <a:xfrm rot="1799956">
              <a:off x="6079344" y="1811559"/>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6" y="3867"/>
                  </a:cubicBezTo>
                  <a:cubicBezTo>
                    <a:pt x="1819" y="3867"/>
                    <a:pt x="1852" y="3866"/>
                    <a:pt x="1885" y="3864"/>
                  </a:cubicBezTo>
                  <a:cubicBezTo>
                    <a:pt x="2827" y="3834"/>
                    <a:pt x="3556"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106"/>
            <p:cNvSpPr/>
            <p:nvPr/>
          </p:nvSpPr>
          <p:spPr>
            <a:xfrm rot="1799956">
              <a:off x="6105082" y="2510591"/>
              <a:ext cx="80258" cy="139149"/>
            </a:xfrm>
            <a:custGeom>
              <a:avLst/>
              <a:gdLst/>
              <a:ahLst/>
              <a:cxnLst/>
              <a:rect l="l" t="t" r="r" b="b"/>
              <a:pathLst>
                <a:path w="2280" h="3953" extrusionOk="0">
                  <a:moveTo>
                    <a:pt x="300" y="0"/>
                  </a:moveTo>
                  <a:cubicBezTo>
                    <a:pt x="281" y="0"/>
                    <a:pt x="262" y="0"/>
                    <a:pt x="243" y="1"/>
                  </a:cubicBezTo>
                  <a:cubicBezTo>
                    <a:pt x="152" y="1"/>
                    <a:pt x="91" y="31"/>
                    <a:pt x="0" y="31"/>
                  </a:cubicBezTo>
                  <a:cubicBezTo>
                    <a:pt x="973" y="122"/>
                    <a:pt x="1733" y="943"/>
                    <a:pt x="1763" y="1916"/>
                  </a:cubicBezTo>
                  <a:cubicBezTo>
                    <a:pt x="1793" y="2919"/>
                    <a:pt x="1064" y="3770"/>
                    <a:pt x="91" y="3922"/>
                  </a:cubicBezTo>
                  <a:cubicBezTo>
                    <a:pt x="182" y="3922"/>
                    <a:pt x="274" y="3952"/>
                    <a:pt x="365" y="3952"/>
                  </a:cubicBezTo>
                  <a:cubicBezTo>
                    <a:pt x="1429" y="3922"/>
                    <a:pt x="2280" y="3010"/>
                    <a:pt x="2249" y="1916"/>
                  </a:cubicBezTo>
                  <a:cubicBezTo>
                    <a:pt x="2220" y="841"/>
                    <a:pt x="1368" y="0"/>
                    <a:pt x="300"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106"/>
            <p:cNvSpPr/>
            <p:nvPr/>
          </p:nvSpPr>
          <p:spPr>
            <a:xfrm rot="1799956">
              <a:off x="6050226" y="2492648"/>
              <a:ext cx="124153" cy="137037"/>
            </a:xfrm>
            <a:custGeom>
              <a:avLst/>
              <a:gdLst/>
              <a:ahLst/>
              <a:cxnLst/>
              <a:rect l="l" t="t" r="r" b="b"/>
              <a:pathLst>
                <a:path w="3527" h="3893" extrusionOk="0">
                  <a:moveTo>
                    <a:pt x="1752" y="0"/>
                  </a:moveTo>
                  <a:cubicBezTo>
                    <a:pt x="1736" y="0"/>
                    <a:pt x="1719" y="1"/>
                    <a:pt x="1703" y="1"/>
                  </a:cubicBezTo>
                  <a:cubicBezTo>
                    <a:pt x="761" y="32"/>
                    <a:pt x="1" y="913"/>
                    <a:pt x="31" y="2007"/>
                  </a:cubicBezTo>
                  <a:cubicBezTo>
                    <a:pt x="61" y="3053"/>
                    <a:pt x="854" y="3893"/>
                    <a:pt x="1776" y="3893"/>
                  </a:cubicBezTo>
                  <a:cubicBezTo>
                    <a:pt x="1792" y="3893"/>
                    <a:pt x="1808" y="3892"/>
                    <a:pt x="1825" y="3892"/>
                  </a:cubicBezTo>
                  <a:cubicBezTo>
                    <a:pt x="2767" y="3862"/>
                    <a:pt x="3527" y="2980"/>
                    <a:pt x="3496" y="1886"/>
                  </a:cubicBezTo>
                  <a:cubicBezTo>
                    <a:pt x="3467" y="840"/>
                    <a:pt x="2674" y="0"/>
                    <a:pt x="1752"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106"/>
            <p:cNvSpPr/>
            <p:nvPr/>
          </p:nvSpPr>
          <p:spPr>
            <a:xfrm rot="1799956">
              <a:off x="6222434" y="2340105"/>
              <a:ext cx="81349" cy="138093"/>
            </a:xfrm>
            <a:custGeom>
              <a:avLst/>
              <a:gdLst/>
              <a:ahLst/>
              <a:cxnLst/>
              <a:rect l="l" t="t" r="r" b="b"/>
              <a:pathLst>
                <a:path w="2311" h="3923" extrusionOk="0">
                  <a:moveTo>
                    <a:pt x="300" y="1"/>
                  </a:moveTo>
                  <a:cubicBezTo>
                    <a:pt x="281" y="1"/>
                    <a:pt x="262" y="1"/>
                    <a:pt x="243" y="2"/>
                  </a:cubicBezTo>
                  <a:cubicBezTo>
                    <a:pt x="152" y="2"/>
                    <a:pt x="91" y="32"/>
                    <a:pt x="0" y="32"/>
                  </a:cubicBezTo>
                  <a:cubicBezTo>
                    <a:pt x="973" y="123"/>
                    <a:pt x="1763" y="913"/>
                    <a:pt x="1793" y="1916"/>
                  </a:cubicBezTo>
                  <a:cubicBezTo>
                    <a:pt x="1824" y="2920"/>
                    <a:pt x="1094" y="3771"/>
                    <a:pt x="122" y="3923"/>
                  </a:cubicBezTo>
                  <a:lnTo>
                    <a:pt x="365" y="3923"/>
                  </a:lnTo>
                  <a:cubicBezTo>
                    <a:pt x="1459" y="3892"/>
                    <a:pt x="2310" y="2980"/>
                    <a:pt x="2280" y="1916"/>
                  </a:cubicBezTo>
                  <a:cubicBezTo>
                    <a:pt x="2250" y="841"/>
                    <a:pt x="1369" y="1"/>
                    <a:pt x="30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106"/>
            <p:cNvSpPr/>
            <p:nvPr/>
          </p:nvSpPr>
          <p:spPr>
            <a:xfrm rot="1799956">
              <a:off x="6168660" y="2322194"/>
              <a:ext cx="123062" cy="135945"/>
            </a:xfrm>
            <a:custGeom>
              <a:avLst/>
              <a:gdLst/>
              <a:ahLst/>
              <a:cxnLst/>
              <a:rect l="l" t="t" r="r" b="b"/>
              <a:pathLst>
                <a:path w="3496" h="3862" extrusionOk="0">
                  <a:moveTo>
                    <a:pt x="1723" y="0"/>
                  </a:moveTo>
                  <a:cubicBezTo>
                    <a:pt x="1706" y="0"/>
                    <a:pt x="1689" y="0"/>
                    <a:pt x="1672" y="1"/>
                  </a:cubicBezTo>
                  <a:cubicBezTo>
                    <a:pt x="730" y="31"/>
                    <a:pt x="0" y="913"/>
                    <a:pt x="31" y="1977"/>
                  </a:cubicBezTo>
                  <a:cubicBezTo>
                    <a:pt x="61" y="3022"/>
                    <a:pt x="824" y="3862"/>
                    <a:pt x="1745" y="3862"/>
                  </a:cubicBezTo>
                  <a:cubicBezTo>
                    <a:pt x="1761" y="3862"/>
                    <a:pt x="1777" y="3862"/>
                    <a:pt x="1794" y="3861"/>
                  </a:cubicBezTo>
                  <a:cubicBezTo>
                    <a:pt x="2736" y="3831"/>
                    <a:pt x="3496" y="2949"/>
                    <a:pt x="3465" y="1885"/>
                  </a:cubicBezTo>
                  <a:cubicBezTo>
                    <a:pt x="3436" y="840"/>
                    <a:pt x="2672" y="0"/>
                    <a:pt x="172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106"/>
            <p:cNvSpPr/>
            <p:nvPr/>
          </p:nvSpPr>
          <p:spPr>
            <a:xfrm rot="1799956">
              <a:off x="6333998" y="2166084"/>
              <a:ext cx="81349" cy="138093"/>
            </a:xfrm>
            <a:custGeom>
              <a:avLst/>
              <a:gdLst/>
              <a:ahLst/>
              <a:cxnLst/>
              <a:rect l="l" t="t" r="r" b="b"/>
              <a:pathLst>
                <a:path w="2311" h="3923" extrusionOk="0">
                  <a:moveTo>
                    <a:pt x="301" y="0"/>
                  </a:moveTo>
                  <a:cubicBezTo>
                    <a:pt x="282" y="0"/>
                    <a:pt x="263" y="1"/>
                    <a:pt x="244" y="1"/>
                  </a:cubicBezTo>
                  <a:cubicBezTo>
                    <a:pt x="183" y="1"/>
                    <a:pt x="92" y="1"/>
                    <a:pt x="1" y="32"/>
                  </a:cubicBezTo>
                  <a:cubicBezTo>
                    <a:pt x="973" y="123"/>
                    <a:pt x="1764" y="913"/>
                    <a:pt x="1794" y="1916"/>
                  </a:cubicBezTo>
                  <a:cubicBezTo>
                    <a:pt x="1824" y="2919"/>
                    <a:pt x="1095" y="3740"/>
                    <a:pt x="122" y="3892"/>
                  </a:cubicBezTo>
                  <a:cubicBezTo>
                    <a:pt x="213" y="3922"/>
                    <a:pt x="274" y="3922"/>
                    <a:pt x="365" y="3922"/>
                  </a:cubicBezTo>
                  <a:cubicBezTo>
                    <a:pt x="1460" y="3892"/>
                    <a:pt x="2311" y="2980"/>
                    <a:pt x="2280" y="1916"/>
                  </a:cubicBezTo>
                  <a:cubicBezTo>
                    <a:pt x="2250" y="841"/>
                    <a:pt x="1369"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106"/>
            <p:cNvSpPr/>
            <p:nvPr/>
          </p:nvSpPr>
          <p:spPr>
            <a:xfrm rot="1799956">
              <a:off x="6280230" y="2148150"/>
              <a:ext cx="123097" cy="135981"/>
            </a:xfrm>
            <a:custGeom>
              <a:avLst/>
              <a:gdLst/>
              <a:ahLst/>
              <a:cxnLst/>
              <a:rect l="l" t="t" r="r" b="b"/>
              <a:pathLst>
                <a:path w="3497" h="3863" extrusionOk="0">
                  <a:moveTo>
                    <a:pt x="1754" y="1"/>
                  </a:moveTo>
                  <a:cubicBezTo>
                    <a:pt x="1737" y="1"/>
                    <a:pt x="1720" y="1"/>
                    <a:pt x="1703" y="2"/>
                  </a:cubicBezTo>
                  <a:cubicBezTo>
                    <a:pt x="730" y="2"/>
                    <a:pt x="1" y="913"/>
                    <a:pt x="31" y="1977"/>
                  </a:cubicBezTo>
                  <a:cubicBezTo>
                    <a:pt x="61" y="3023"/>
                    <a:pt x="825" y="3863"/>
                    <a:pt x="1745" y="3863"/>
                  </a:cubicBezTo>
                  <a:cubicBezTo>
                    <a:pt x="1762" y="3863"/>
                    <a:pt x="1778" y="3862"/>
                    <a:pt x="1794" y="3862"/>
                  </a:cubicBezTo>
                  <a:cubicBezTo>
                    <a:pt x="2767" y="3831"/>
                    <a:pt x="3496" y="2950"/>
                    <a:pt x="3466" y="1886"/>
                  </a:cubicBezTo>
                  <a:cubicBezTo>
                    <a:pt x="3436" y="812"/>
                    <a:pt x="2673" y="1"/>
                    <a:pt x="17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106"/>
            <p:cNvSpPr/>
            <p:nvPr/>
          </p:nvSpPr>
          <p:spPr>
            <a:xfrm rot="1799956">
              <a:off x="7043305" y="2079862"/>
              <a:ext cx="93106" cy="137705"/>
            </a:xfrm>
            <a:custGeom>
              <a:avLst/>
              <a:gdLst/>
              <a:ahLst/>
              <a:cxnLst/>
              <a:rect l="l" t="t" r="r" b="b"/>
              <a:pathLst>
                <a:path w="2645" h="3912" extrusionOk="0">
                  <a:moveTo>
                    <a:pt x="578" y="0"/>
                  </a:moveTo>
                  <a:cubicBezTo>
                    <a:pt x="1520" y="244"/>
                    <a:pt x="2128" y="1186"/>
                    <a:pt x="2007" y="2158"/>
                  </a:cubicBezTo>
                  <a:cubicBezTo>
                    <a:pt x="1858" y="3140"/>
                    <a:pt x="1010" y="3831"/>
                    <a:pt x="62" y="3831"/>
                  </a:cubicBezTo>
                  <a:cubicBezTo>
                    <a:pt x="41" y="3831"/>
                    <a:pt x="21" y="3831"/>
                    <a:pt x="0" y="3830"/>
                  </a:cubicBezTo>
                  <a:lnTo>
                    <a:pt x="0" y="3830"/>
                  </a:lnTo>
                  <a:cubicBezTo>
                    <a:pt x="92" y="3861"/>
                    <a:pt x="152" y="3891"/>
                    <a:pt x="244" y="3891"/>
                  </a:cubicBezTo>
                  <a:cubicBezTo>
                    <a:pt x="341" y="3904"/>
                    <a:pt x="437" y="3911"/>
                    <a:pt x="531" y="3911"/>
                  </a:cubicBezTo>
                  <a:cubicBezTo>
                    <a:pt x="1504" y="3911"/>
                    <a:pt x="2327" y="3219"/>
                    <a:pt x="2493" y="2250"/>
                  </a:cubicBezTo>
                  <a:cubicBezTo>
                    <a:pt x="2645" y="1155"/>
                    <a:pt x="1885" y="152"/>
                    <a:pt x="82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106"/>
            <p:cNvSpPr/>
            <p:nvPr/>
          </p:nvSpPr>
          <p:spPr>
            <a:xfrm rot="1799956">
              <a:off x="6993310" y="2060930"/>
              <a:ext cx="130595" cy="136192"/>
            </a:xfrm>
            <a:custGeom>
              <a:avLst/>
              <a:gdLst/>
              <a:ahLst/>
              <a:cxnLst/>
              <a:rect l="l" t="t" r="r" b="b"/>
              <a:pathLst>
                <a:path w="3710" h="3869" extrusionOk="0">
                  <a:moveTo>
                    <a:pt x="1918" y="0"/>
                  </a:moveTo>
                  <a:cubicBezTo>
                    <a:pt x="1066" y="0"/>
                    <a:pt x="292" y="719"/>
                    <a:pt x="153" y="1691"/>
                  </a:cubicBezTo>
                  <a:cubicBezTo>
                    <a:pt x="1" y="2755"/>
                    <a:pt x="639" y="3728"/>
                    <a:pt x="1581" y="3849"/>
                  </a:cubicBezTo>
                  <a:cubicBezTo>
                    <a:pt x="1662" y="3862"/>
                    <a:pt x="1743" y="3869"/>
                    <a:pt x="1822" y="3869"/>
                  </a:cubicBezTo>
                  <a:cubicBezTo>
                    <a:pt x="2670" y="3869"/>
                    <a:pt x="3418" y="3150"/>
                    <a:pt x="3557" y="2177"/>
                  </a:cubicBezTo>
                  <a:cubicBezTo>
                    <a:pt x="3709" y="1114"/>
                    <a:pt x="3101" y="141"/>
                    <a:pt x="2159" y="19"/>
                  </a:cubicBezTo>
                  <a:cubicBezTo>
                    <a:pt x="2078" y="6"/>
                    <a:pt x="1998" y="0"/>
                    <a:pt x="191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106"/>
            <p:cNvSpPr/>
            <p:nvPr/>
          </p:nvSpPr>
          <p:spPr>
            <a:xfrm rot="1799956">
              <a:off x="6578787" y="2060069"/>
              <a:ext cx="93106" cy="138761"/>
            </a:xfrm>
            <a:custGeom>
              <a:avLst/>
              <a:gdLst/>
              <a:ahLst/>
              <a:cxnLst/>
              <a:rect l="l" t="t" r="r" b="b"/>
              <a:pathLst>
                <a:path w="2645" h="3942" extrusionOk="0">
                  <a:moveTo>
                    <a:pt x="578" y="1"/>
                  </a:moveTo>
                  <a:cubicBezTo>
                    <a:pt x="1520" y="274"/>
                    <a:pt x="2128" y="1186"/>
                    <a:pt x="2006" y="2189"/>
                  </a:cubicBezTo>
                  <a:cubicBezTo>
                    <a:pt x="1854" y="3162"/>
                    <a:pt x="973" y="3861"/>
                    <a:pt x="0" y="3861"/>
                  </a:cubicBezTo>
                  <a:cubicBezTo>
                    <a:pt x="91" y="3861"/>
                    <a:pt x="152" y="3892"/>
                    <a:pt x="243" y="3922"/>
                  </a:cubicBezTo>
                  <a:cubicBezTo>
                    <a:pt x="337" y="3935"/>
                    <a:pt x="430" y="3941"/>
                    <a:pt x="522" y="3941"/>
                  </a:cubicBezTo>
                  <a:cubicBezTo>
                    <a:pt x="1499" y="3941"/>
                    <a:pt x="2326" y="3223"/>
                    <a:pt x="2493" y="2250"/>
                  </a:cubicBezTo>
                  <a:cubicBezTo>
                    <a:pt x="2645" y="1186"/>
                    <a:pt x="1885" y="183"/>
                    <a:pt x="821" y="31"/>
                  </a:cubicBezTo>
                  <a:cubicBezTo>
                    <a:pt x="730" y="1"/>
                    <a:pt x="669" y="1"/>
                    <a:pt x="578"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106"/>
            <p:cNvSpPr/>
            <p:nvPr/>
          </p:nvSpPr>
          <p:spPr>
            <a:xfrm rot="1799956">
              <a:off x="6528794" y="2041340"/>
              <a:ext cx="130560" cy="136825"/>
            </a:xfrm>
            <a:custGeom>
              <a:avLst/>
              <a:gdLst/>
              <a:ahLst/>
              <a:cxnLst/>
              <a:rect l="l" t="t" r="r" b="b"/>
              <a:pathLst>
                <a:path w="3709" h="3887" extrusionOk="0">
                  <a:moveTo>
                    <a:pt x="1953" y="1"/>
                  </a:moveTo>
                  <a:cubicBezTo>
                    <a:pt x="1087" y="1"/>
                    <a:pt x="293" y="700"/>
                    <a:pt x="153" y="1686"/>
                  </a:cubicBezTo>
                  <a:cubicBezTo>
                    <a:pt x="1" y="2749"/>
                    <a:pt x="639" y="3722"/>
                    <a:pt x="1581" y="3874"/>
                  </a:cubicBezTo>
                  <a:cubicBezTo>
                    <a:pt x="1648" y="3883"/>
                    <a:pt x="1714" y="3887"/>
                    <a:pt x="1780" y="3887"/>
                  </a:cubicBezTo>
                  <a:cubicBezTo>
                    <a:pt x="2644" y="3887"/>
                    <a:pt x="3416" y="3163"/>
                    <a:pt x="3557" y="2202"/>
                  </a:cubicBezTo>
                  <a:cubicBezTo>
                    <a:pt x="3709" y="1139"/>
                    <a:pt x="3101" y="166"/>
                    <a:pt x="2159" y="14"/>
                  </a:cubicBezTo>
                  <a:cubicBezTo>
                    <a:pt x="2090" y="5"/>
                    <a:pt x="2021" y="1"/>
                    <a:pt x="195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106"/>
            <p:cNvSpPr/>
            <p:nvPr/>
          </p:nvSpPr>
          <p:spPr>
            <a:xfrm rot="1799956">
              <a:off x="6345570" y="16487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106"/>
            <p:cNvSpPr/>
            <p:nvPr/>
          </p:nvSpPr>
          <p:spPr>
            <a:xfrm rot="1799956">
              <a:off x="6295495" y="16302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106"/>
            <p:cNvSpPr/>
            <p:nvPr/>
          </p:nvSpPr>
          <p:spPr>
            <a:xfrm rot="1799956">
              <a:off x="6698617" y="1852529"/>
              <a:ext cx="93106" cy="138726"/>
            </a:xfrm>
            <a:custGeom>
              <a:avLst/>
              <a:gdLst/>
              <a:ahLst/>
              <a:cxnLst/>
              <a:rect l="l" t="t" r="r" b="b"/>
              <a:pathLst>
                <a:path w="2645" h="3941" extrusionOk="0">
                  <a:moveTo>
                    <a:pt x="578" y="0"/>
                  </a:moveTo>
                  <a:cubicBezTo>
                    <a:pt x="1520" y="274"/>
                    <a:pt x="2128" y="1186"/>
                    <a:pt x="2006" y="2189"/>
                  </a:cubicBezTo>
                  <a:cubicBezTo>
                    <a:pt x="1854" y="3161"/>
                    <a:pt x="973" y="3861"/>
                    <a:pt x="0" y="3861"/>
                  </a:cubicBezTo>
                  <a:cubicBezTo>
                    <a:pt x="91" y="3861"/>
                    <a:pt x="152" y="3891"/>
                    <a:pt x="243"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106"/>
            <p:cNvSpPr/>
            <p:nvPr/>
          </p:nvSpPr>
          <p:spPr>
            <a:xfrm rot="1799956">
              <a:off x="6648542" y="1834071"/>
              <a:ext cx="131651" cy="136825"/>
            </a:xfrm>
            <a:custGeom>
              <a:avLst/>
              <a:gdLst/>
              <a:ahLst/>
              <a:cxnLst/>
              <a:rect l="l" t="t" r="r" b="b"/>
              <a:pathLst>
                <a:path w="3740" h="3887" extrusionOk="0">
                  <a:moveTo>
                    <a:pt x="1953" y="0"/>
                  </a:moveTo>
                  <a:cubicBezTo>
                    <a:pt x="1087" y="0"/>
                    <a:pt x="293" y="699"/>
                    <a:pt x="153" y="1685"/>
                  </a:cubicBezTo>
                  <a:cubicBezTo>
                    <a:pt x="1" y="2749"/>
                    <a:pt x="639" y="3722"/>
                    <a:pt x="1581" y="3874"/>
                  </a:cubicBezTo>
                  <a:cubicBezTo>
                    <a:pt x="1648" y="3882"/>
                    <a:pt x="1714" y="3886"/>
                    <a:pt x="1780" y="3886"/>
                  </a:cubicBezTo>
                  <a:cubicBezTo>
                    <a:pt x="2644" y="3886"/>
                    <a:pt x="3416" y="3162"/>
                    <a:pt x="3557" y="2202"/>
                  </a:cubicBezTo>
                  <a:cubicBezTo>
                    <a:pt x="3739" y="1138"/>
                    <a:pt x="3101" y="165"/>
                    <a:pt x="2159" y="13"/>
                  </a:cubicBezTo>
                  <a:cubicBezTo>
                    <a:pt x="2090" y="4"/>
                    <a:pt x="2021" y="0"/>
                    <a:pt x="195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106"/>
            <p:cNvSpPr/>
            <p:nvPr/>
          </p:nvSpPr>
          <p:spPr>
            <a:xfrm rot="1799956">
              <a:off x="6773797" y="2671255"/>
              <a:ext cx="122006" cy="135945"/>
            </a:xfrm>
            <a:custGeom>
              <a:avLst/>
              <a:gdLst/>
              <a:ahLst/>
              <a:cxnLst/>
              <a:rect l="l" t="t" r="r" b="b"/>
              <a:pathLst>
                <a:path w="3466" h="3862" extrusionOk="0">
                  <a:moveTo>
                    <a:pt x="1733" y="1"/>
                  </a:moveTo>
                  <a:cubicBezTo>
                    <a:pt x="791" y="1"/>
                    <a:pt x="1" y="852"/>
                    <a:pt x="1" y="1946"/>
                  </a:cubicBezTo>
                  <a:cubicBezTo>
                    <a:pt x="1" y="3010"/>
                    <a:pt x="791" y="3861"/>
                    <a:pt x="1733" y="3861"/>
                  </a:cubicBezTo>
                  <a:cubicBezTo>
                    <a:pt x="2675" y="3861"/>
                    <a:pt x="3466" y="3010"/>
                    <a:pt x="3466" y="1946"/>
                  </a:cubicBezTo>
                  <a:cubicBezTo>
                    <a:pt x="3466" y="852"/>
                    <a:pt x="2675"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106"/>
            <p:cNvSpPr/>
            <p:nvPr/>
          </p:nvSpPr>
          <p:spPr>
            <a:xfrm rot="1799956">
              <a:off x="6979385" y="2333920"/>
              <a:ext cx="78146" cy="138057"/>
            </a:xfrm>
            <a:custGeom>
              <a:avLst/>
              <a:gdLst/>
              <a:ahLst/>
              <a:cxnLst/>
              <a:rect l="l" t="t" r="r" b="b"/>
              <a:pathLst>
                <a:path w="2220" h="3922" extrusionOk="0">
                  <a:moveTo>
                    <a:pt x="0" y="1"/>
                  </a:moveTo>
                  <a:cubicBezTo>
                    <a:pt x="973" y="123"/>
                    <a:pt x="1733" y="943"/>
                    <a:pt x="1733" y="1946"/>
                  </a:cubicBezTo>
                  <a:cubicBezTo>
                    <a:pt x="1733" y="2949"/>
                    <a:pt x="973" y="3770"/>
                    <a:pt x="0" y="3892"/>
                  </a:cubicBezTo>
                  <a:cubicBezTo>
                    <a:pt x="92" y="3922"/>
                    <a:pt x="183" y="3922"/>
                    <a:pt x="244" y="3922"/>
                  </a:cubicBezTo>
                  <a:cubicBezTo>
                    <a:pt x="1338" y="3922"/>
                    <a:pt x="2219" y="3040"/>
                    <a:pt x="2219" y="1946"/>
                  </a:cubicBezTo>
                  <a:cubicBezTo>
                    <a:pt x="2219" y="882"/>
                    <a:pt x="133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106"/>
            <p:cNvSpPr/>
            <p:nvPr/>
          </p:nvSpPr>
          <p:spPr>
            <a:xfrm rot="1799956">
              <a:off x="6829301" y="2689664"/>
              <a:ext cx="78146" cy="139114"/>
            </a:xfrm>
            <a:custGeom>
              <a:avLst/>
              <a:gdLst/>
              <a:ahLst/>
              <a:cxnLst/>
              <a:rect l="l" t="t" r="r" b="b"/>
              <a:pathLst>
                <a:path w="2220" h="3952" extrusionOk="0">
                  <a:moveTo>
                    <a:pt x="243" y="1"/>
                  </a:moveTo>
                  <a:cubicBezTo>
                    <a:pt x="152" y="1"/>
                    <a:pt x="91" y="31"/>
                    <a:pt x="0" y="31"/>
                  </a:cubicBezTo>
                  <a:cubicBezTo>
                    <a:pt x="973" y="153"/>
                    <a:pt x="1733" y="973"/>
                    <a:pt x="1733" y="1976"/>
                  </a:cubicBezTo>
                  <a:cubicBezTo>
                    <a:pt x="1733" y="2979"/>
                    <a:pt x="973" y="3800"/>
                    <a:pt x="0" y="3922"/>
                  </a:cubicBezTo>
                  <a:cubicBezTo>
                    <a:pt x="91" y="3922"/>
                    <a:pt x="152" y="3952"/>
                    <a:pt x="243" y="3952"/>
                  </a:cubicBezTo>
                  <a:cubicBezTo>
                    <a:pt x="1338" y="3952"/>
                    <a:pt x="2219" y="3070"/>
                    <a:pt x="2219" y="1976"/>
                  </a:cubicBezTo>
                  <a:cubicBezTo>
                    <a:pt x="2219" y="882"/>
                    <a:pt x="1338" y="1"/>
                    <a:pt x="24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106"/>
            <p:cNvSpPr/>
            <p:nvPr/>
          </p:nvSpPr>
          <p:spPr>
            <a:xfrm rot="1799956">
              <a:off x="6823445" y="16434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106"/>
            <p:cNvSpPr/>
            <p:nvPr/>
          </p:nvSpPr>
          <p:spPr>
            <a:xfrm rot="1799956">
              <a:off x="6773370" y="16249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50" name="Google Shape;2850;p106"/>
          <p:cNvSpPr txBox="1"/>
          <p:nvPr/>
        </p:nvSpPr>
        <p:spPr>
          <a:xfrm>
            <a:off x="241628" y="709621"/>
            <a:ext cx="943200" cy="38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FFFFFF"/>
                </a:solidFill>
                <a:latin typeface="Lilita One"/>
                <a:ea typeface="Lilita One"/>
                <a:cs typeface="Lilita One"/>
                <a:sym typeface="Lilita One"/>
              </a:rPr>
              <a:t>Roll the Dice</a:t>
            </a:r>
            <a:endParaRPr sz="1000">
              <a:solidFill>
                <a:srgbClr val="FFFFFF"/>
              </a:solidFill>
              <a:latin typeface="Lilita One"/>
              <a:ea typeface="Lilita One"/>
              <a:cs typeface="Lilita One"/>
              <a:sym typeface="Lilita One"/>
            </a:endParaRPr>
          </a:p>
        </p:txBody>
      </p:sp>
      <p:sp>
        <p:nvSpPr>
          <p:cNvPr id="2851" name="Google Shape;2851;p106">
            <a:hlinkClick r:id="rId3" action="ppaction://hlinksldjump"/>
          </p:cNvPr>
          <p:cNvSpPr/>
          <p:nvPr/>
        </p:nvSpPr>
        <p:spPr>
          <a:xfrm>
            <a:off x="312438" y="237000"/>
            <a:ext cx="801600" cy="8016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44"/>
        <p:cNvGrpSpPr/>
        <p:nvPr/>
      </p:nvGrpSpPr>
      <p:grpSpPr>
        <a:xfrm>
          <a:off x="0" y="0"/>
          <a:ext cx="0" cy="0"/>
          <a:chOff x="0" y="0"/>
          <a:chExt cx="0" cy="0"/>
        </a:xfrm>
      </p:grpSpPr>
      <p:grpSp>
        <p:nvGrpSpPr>
          <p:cNvPr id="2245" name="Google Shape;2245;p93"/>
          <p:cNvGrpSpPr/>
          <p:nvPr/>
        </p:nvGrpSpPr>
        <p:grpSpPr>
          <a:xfrm>
            <a:off x="417435" y="237007"/>
            <a:ext cx="591604" cy="615737"/>
            <a:chOff x="5593285" y="1262634"/>
            <a:chExt cx="1852814" cy="1928398"/>
          </a:xfrm>
        </p:grpSpPr>
        <p:sp>
          <p:nvSpPr>
            <p:cNvPr id="2246" name="Google Shape;2246;p93"/>
            <p:cNvSpPr/>
            <p:nvPr/>
          </p:nvSpPr>
          <p:spPr>
            <a:xfrm rot="1799956">
              <a:off x="6377770" y="2014775"/>
              <a:ext cx="639880" cy="1089253"/>
            </a:xfrm>
            <a:custGeom>
              <a:avLst/>
              <a:gdLst/>
              <a:ahLst/>
              <a:cxnLst/>
              <a:rect l="l" t="t" r="r" b="b"/>
              <a:pathLst>
                <a:path w="18178" h="30944" extrusionOk="0">
                  <a:moveTo>
                    <a:pt x="18177" y="0"/>
                  </a:moveTo>
                  <a:lnTo>
                    <a:pt x="1" y="9818"/>
                  </a:lnTo>
                  <a:lnTo>
                    <a:pt x="1" y="30943"/>
                  </a:lnTo>
                  <a:lnTo>
                    <a:pt x="18177" y="20153"/>
                  </a:lnTo>
                  <a:lnTo>
                    <a:pt x="181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93"/>
            <p:cNvSpPr/>
            <p:nvPr/>
          </p:nvSpPr>
          <p:spPr>
            <a:xfrm rot="1799956">
              <a:off x="6065202" y="1533009"/>
              <a:ext cx="1280781" cy="743652"/>
            </a:xfrm>
            <a:custGeom>
              <a:avLst/>
              <a:gdLst/>
              <a:ahLst/>
              <a:cxnLst/>
              <a:rect l="l" t="t" r="r" b="b"/>
              <a:pathLst>
                <a:path w="36385" h="21126" extrusionOk="0">
                  <a:moveTo>
                    <a:pt x="18694" y="0"/>
                  </a:moveTo>
                  <a:lnTo>
                    <a:pt x="1" y="10821"/>
                  </a:lnTo>
                  <a:lnTo>
                    <a:pt x="18208" y="21125"/>
                  </a:lnTo>
                  <a:lnTo>
                    <a:pt x="36384" y="11307"/>
                  </a:lnTo>
                  <a:lnTo>
                    <a:pt x="18694" y="0"/>
                  </a:lnTo>
                  <a:close/>
                </a:path>
              </a:pathLst>
            </a:custGeom>
            <a:solidFill>
              <a:srgbClr val="84AF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93"/>
            <p:cNvSpPr/>
            <p:nvPr/>
          </p:nvSpPr>
          <p:spPr>
            <a:xfrm rot="1799956">
              <a:off x="5826936" y="1678634"/>
              <a:ext cx="640936" cy="1106361"/>
            </a:xfrm>
            <a:custGeom>
              <a:avLst/>
              <a:gdLst/>
              <a:ahLst/>
              <a:cxnLst/>
              <a:rect l="l" t="t" r="r" b="b"/>
              <a:pathLst>
                <a:path w="18208" h="31430" extrusionOk="0">
                  <a:moveTo>
                    <a:pt x="1" y="0"/>
                  </a:moveTo>
                  <a:lnTo>
                    <a:pt x="1" y="20639"/>
                  </a:lnTo>
                  <a:lnTo>
                    <a:pt x="18208" y="31429"/>
                  </a:lnTo>
                  <a:lnTo>
                    <a:pt x="18208" y="10304"/>
                  </a:lnTo>
                  <a:lnTo>
                    <a:pt x="1" y="0"/>
                  </a:lnTo>
                  <a:close/>
                </a:path>
              </a:pathLst>
            </a:custGeom>
            <a:solidFill>
              <a:srgbClr val="618C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93"/>
            <p:cNvSpPr/>
            <p:nvPr/>
          </p:nvSpPr>
          <p:spPr>
            <a:xfrm rot="1799956">
              <a:off x="6605689" y="2310697"/>
              <a:ext cx="77090" cy="139149"/>
            </a:xfrm>
            <a:custGeom>
              <a:avLst/>
              <a:gdLst/>
              <a:ahLst/>
              <a:cxnLst/>
              <a:rect l="l" t="t" r="r" b="b"/>
              <a:pathLst>
                <a:path w="2190" h="3953" extrusionOk="0">
                  <a:moveTo>
                    <a:pt x="244" y="1"/>
                  </a:moveTo>
                  <a:cubicBezTo>
                    <a:pt x="153" y="1"/>
                    <a:pt x="61" y="31"/>
                    <a:pt x="1" y="31"/>
                  </a:cubicBezTo>
                  <a:cubicBezTo>
                    <a:pt x="943" y="153"/>
                    <a:pt x="1703" y="973"/>
                    <a:pt x="1703" y="1976"/>
                  </a:cubicBezTo>
                  <a:cubicBezTo>
                    <a:pt x="1703" y="2979"/>
                    <a:pt x="943" y="3800"/>
                    <a:pt x="1" y="3922"/>
                  </a:cubicBezTo>
                  <a:cubicBezTo>
                    <a:pt x="61" y="3922"/>
                    <a:pt x="153" y="3952"/>
                    <a:pt x="244" y="3952"/>
                  </a:cubicBezTo>
                  <a:cubicBezTo>
                    <a:pt x="1308" y="3952"/>
                    <a:pt x="2189" y="3071"/>
                    <a:pt x="2189" y="1976"/>
                  </a:cubicBezTo>
                  <a:cubicBezTo>
                    <a:pt x="2189" y="882"/>
                    <a:pt x="130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93"/>
            <p:cNvSpPr/>
            <p:nvPr/>
          </p:nvSpPr>
          <p:spPr>
            <a:xfrm rot="1799956">
              <a:off x="6549921" y="2292252"/>
              <a:ext cx="120950" cy="136966"/>
            </a:xfrm>
            <a:custGeom>
              <a:avLst/>
              <a:gdLst/>
              <a:ahLst/>
              <a:cxnLst/>
              <a:rect l="l" t="t" r="r" b="b"/>
              <a:pathLst>
                <a:path w="3436" h="3891" extrusionOk="0">
                  <a:moveTo>
                    <a:pt x="1703" y="0"/>
                  </a:moveTo>
                  <a:cubicBezTo>
                    <a:pt x="761" y="0"/>
                    <a:pt x="1" y="882"/>
                    <a:pt x="1" y="1945"/>
                  </a:cubicBezTo>
                  <a:cubicBezTo>
                    <a:pt x="1" y="3009"/>
                    <a:pt x="761" y="3891"/>
                    <a:pt x="1703" y="3891"/>
                  </a:cubicBezTo>
                  <a:cubicBezTo>
                    <a:pt x="2676" y="3891"/>
                    <a:pt x="3436" y="3009"/>
                    <a:pt x="3436" y="1945"/>
                  </a:cubicBezTo>
                  <a:cubicBezTo>
                    <a:pt x="3436" y="882"/>
                    <a:pt x="2676" y="0"/>
                    <a:pt x="170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93"/>
            <p:cNvSpPr/>
            <p:nvPr/>
          </p:nvSpPr>
          <p:spPr>
            <a:xfrm rot="1799956">
              <a:off x="6442560" y="2687541"/>
              <a:ext cx="78146" cy="139114"/>
            </a:xfrm>
            <a:custGeom>
              <a:avLst/>
              <a:gdLst/>
              <a:ahLst/>
              <a:cxnLst/>
              <a:rect l="l" t="t" r="r" b="b"/>
              <a:pathLst>
                <a:path w="2220" h="3952" extrusionOk="0">
                  <a:moveTo>
                    <a:pt x="244" y="0"/>
                  </a:moveTo>
                  <a:cubicBezTo>
                    <a:pt x="183" y="0"/>
                    <a:pt x="92" y="31"/>
                    <a:pt x="1" y="31"/>
                  </a:cubicBezTo>
                  <a:cubicBezTo>
                    <a:pt x="974" y="152"/>
                    <a:pt x="1734" y="973"/>
                    <a:pt x="1734" y="1976"/>
                  </a:cubicBezTo>
                  <a:cubicBezTo>
                    <a:pt x="1734" y="2979"/>
                    <a:pt x="974" y="3800"/>
                    <a:pt x="1" y="3921"/>
                  </a:cubicBezTo>
                  <a:cubicBezTo>
                    <a:pt x="92" y="3921"/>
                    <a:pt x="183" y="3952"/>
                    <a:pt x="244" y="3952"/>
                  </a:cubicBezTo>
                  <a:cubicBezTo>
                    <a:pt x="1338" y="3952"/>
                    <a:pt x="2220" y="3070"/>
                    <a:pt x="2220" y="1976"/>
                  </a:cubicBezTo>
                  <a:cubicBezTo>
                    <a:pt x="2220" y="882"/>
                    <a:pt x="1338" y="0"/>
                    <a:pt x="24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93"/>
            <p:cNvSpPr/>
            <p:nvPr/>
          </p:nvSpPr>
          <p:spPr>
            <a:xfrm rot="1799956">
              <a:off x="6387808" y="2669343"/>
              <a:ext cx="120950" cy="137001"/>
            </a:xfrm>
            <a:custGeom>
              <a:avLst/>
              <a:gdLst/>
              <a:ahLst/>
              <a:cxnLst/>
              <a:rect l="l" t="t" r="r" b="b"/>
              <a:pathLst>
                <a:path w="3436" h="3892" extrusionOk="0">
                  <a:moveTo>
                    <a:pt x="1703" y="1"/>
                  </a:moveTo>
                  <a:cubicBezTo>
                    <a:pt x="761" y="1"/>
                    <a:pt x="1" y="882"/>
                    <a:pt x="1" y="1946"/>
                  </a:cubicBezTo>
                  <a:cubicBezTo>
                    <a:pt x="1" y="3010"/>
                    <a:pt x="761" y="3891"/>
                    <a:pt x="1703" y="3891"/>
                  </a:cubicBezTo>
                  <a:cubicBezTo>
                    <a:pt x="2676" y="3891"/>
                    <a:pt x="3436" y="3010"/>
                    <a:pt x="3436" y="1946"/>
                  </a:cubicBezTo>
                  <a:cubicBezTo>
                    <a:pt x="3436" y="882"/>
                    <a:pt x="2676" y="1"/>
                    <a:pt x="170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93"/>
            <p:cNvSpPr/>
            <p:nvPr/>
          </p:nvSpPr>
          <p:spPr>
            <a:xfrm rot="1799956">
              <a:off x="6923881" y="2314455"/>
              <a:ext cx="122006" cy="137001"/>
            </a:xfrm>
            <a:custGeom>
              <a:avLst/>
              <a:gdLst/>
              <a:ahLst/>
              <a:cxnLst/>
              <a:rect l="l" t="t" r="r" b="b"/>
              <a:pathLst>
                <a:path w="3466" h="3892" extrusionOk="0">
                  <a:moveTo>
                    <a:pt x="1733" y="1"/>
                  </a:moveTo>
                  <a:cubicBezTo>
                    <a:pt x="791" y="1"/>
                    <a:pt x="1" y="882"/>
                    <a:pt x="1" y="1946"/>
                  </a:cubicBezTo>
                  <a:cubicBezTo>
                    <a:pt x="1" y="3040"/>
                    <a:pt x="791" y="3892"/>
                    <a:pt x="1733" y="3892"/>
                  </a:cubicBezTo>
                  <a:cubicBezTo>
                    <a:pt x="2676" y="3892"/>
                    <a:pt x="3466" y="3040"/>
                    <a:pt x="3466" y="1946"/>
                  </a:cubicBezTo>
                  <a:cubicBezTo>
                    <a:pt x="3466" y="882"/>
                    <a:pt x="2676"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93"/>
            <p:cNvSpPr/>
            <p:nvPr/>
          </p:nvSpPr>
          <p:spPr>
            <a:xfrm rot="1799956">
              <a:off x="5913516" y="2179727"/>
              <a:ext cx="83496" cy="138550"/>
            </a:xfrm>
            <a:custGeom>
              <a:avLst/>
              <a:gdLst/>
              <a:ahLst/>
              <a:cxnLst/>
              <a:rect l="l" t="t" r="r" b="b"/>
              <a:pathLst>
                <a:path w="2372" h="3936" extrusionOk="0">
                  <a:moveTo>
                    <a:pt x="301" y="0"/>
                  </a:moveTo>
                  <a:cubicBezTo>
                    <a:pt x="282" y="0"/>
                    <a:pt x="263" y="1"/>
                    <a:pt x="244" y="1"/>
                  </a:cubicBezTo>
                  <a:cubicBezTo>
                    <a:pt x="152" y="31"/>
                    <a:pt x="61" y="31"/>
                    <a:pt x="0" y="62"/>
                  </a:cubicBezTo>
                  <a:cubicBezTo>
                    <a:pt x="973" y="123"/>
                    <a:pt x="1763" y="883"/>
                    <a:pt x="1824" y="1886"/>
                  </a:cubicBezTo>
                  <a:cubicBezTo>
                    <a:pt x="1855" y="2889"/>
                    <a:pt x="1155" y="3740"/>
                    <a:pt x="213" y="3922"/>
                  </a:cubicBezTo>
                  <a:cubicBezTo>
                    <a:pt x="254" y="3922"/>
                    <a:pt x="308" y="3936"/>
                    <a:pt x="366" y="3936"/>
                  </a:cubicBezTo>
                  <a:cubicBezTo>
                    <a:pt x="396" y="3936"/>
                    <a:pt x="426" y="3932"/>
                    <a:pt x="456" y="3922"/>
                  </a:cubicBezTo>
                  <a:cubicBezTo>
                    <a:pt x="1520" y="3892"/>
                    <a:pt x="2371" y="2949"/>
                    <a:pt x="2310" y="1855"/>
                  </a:cubicBezTo>
                  <a:cubicBezTo>
                    <a:pt x="2251" y="810"/>
                    <a:pt x="1341"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93"/>
            <p:cNvSpPr/>
            <p:nvPr/>
          </p:nvSpPr>
          <p:spPr>
            <a:xfrm rot="1799956">
              <a:off x="5858415" y="2162128"/>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7" y="3867"/>
                  </a:cubicBezTo>
                  <a:cubicBezTo>
                    <a:pt x="1819" y="3867"/>
                    <a:pt x="1852" y="3866"/>
                    <a:pt x="1885" y="3864"/>
                  </a:cubicBezTo>
                  <a:cubicBezTo>
                    <a:pt x="2827" y="3834"/>
                    <a:pt x="3557"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93"/>
            <p:cNvSpPr/>
            <p:nvPr/>
          </p:nvSpPr>
          <p:spPr>
            <a:xfrm rot="1799956">
              <a:off x="6026175" y="2006187"/>
              <a:ext cx="83496" cy="138163"/>
            </a:xfrm>
            <a:custGeom>
              <a:avLst/>
              <a:gdLst/>
              <a:ahLst/>
              <a:cxnLst/>
              <a:rect l="l" t="t" r="r" b="b"/>
              <a:pathLst>
                <a:path w="2372" h="3925" extrusionOk="0">
                  <a:moveTo>
                    <a:pt x="357" y="1"/>
                  </a:moveTo>
                  <a:cubicBezTo>
                    <a:pt x="320" y="1"/>
                    <a:pt x="282" y="2"/>
                    <a:pt x="244" y="4"/>
                  </a:cubicBezTo>
                  <a:cubicBezTo>
                    <a:pt x="152" y="4"/>
                    <a:pt x="92" y="34"/>
                    <a:pt x="0" y="34"/>
                  </a:cubicBezTo>
                  <a:cubicBezTo>
                    <a:pt x="973" y="95"/>
                    <a:pt x="1763" y="885"/>
                    <a:pt x="1824" y="1888"/>
                  </a:cubicBezTo>
                  <a:cubicBezTo>
                    <a:pt x="1885" y="2861"/>
                    <a:pt x="1186" y="3742"/>
                    <a:pt x="213" y="3894"/>
                  </a:cubicBezTo>
                  <a:cubicBezTo>
                    <a:pt x="304" y="3925"/>
                    <a:pt x="365" y="3925"/>
                    <a:pt x="456" y="3925"/>
                  </a:cubicBezTo>
                  <a:cubicBezTo>
                    <a:pt x="1551" y="3864"/>
                    <a:pt x="2371" y="2922"/>
                    <a:pt x="2310" y="1858"/>
                  </a:cubicBezTo>
                  <a:cubicBezTo>
                    <a:pt x="2252" y="802"/>
                    <a:pt x="1400" y="1"/>
                    <a:pt x="357"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93"/>
            <p:cNvSpPr/>
            <p:nvPr/>
          </p:nvSpPr>
          <p:spPr>
            <a:xfrm rot="1799956">
              <a:off x="5972129" y="1988203"/>
              <a:ext cx="125209" cy="137107"/>
            </a:xfrm>
            <a:custGeom>
              <a:avLst/>
              <a:gdLst/>
              <a:ahLst/>
              <a:cxnLst/>
              <a:rect l="l" t="t" r="r" b="b"/>
              <a:pathLst>
                <a:path w="3557" h="3895" extrusionOk="0">
                  <a:moveTo>
                    <a:pt x="1767" y="0"/>
                  </a:moveTo>
                  <a:cubicBezTo>
                    <a:pt x="1736" y="0"/>
                    <a:pt x="1704" y="1"/>
                    <a:pt x="1672" y="3"/>
                  </a:cubicBezTo>
                  <a:cubicBezTo>
                    <a:pt x="700" y="64"/>
                    <a:pt x="1" y="976"/>
                    <a:pt x="61" y="2040"/>
                  </a:cubicBezTo>
                  <a:cubicBezTo>
                    <a:pt x="121" y="3084"/>
                    <a:pt x="884" y="3895"/>
                    <a:pt x="1833" y="3895"/>
                  </a:cubicBezTo>
                  <a:cubicBezTo>
                    <a:pt x="1850" y="3895"/>
                    <a:pt x="1868" y="3894"/>
                    <a:pt x="1885" y="3894"/>
                  </a:cubicBezTo>
                  <a:cubicBezTo>
                    <a:pt x="2827" y="3833"/>
                    <a:pt x="3557" y="2921"/>
                    <a:pt x="3496" y="1857"/>
                  </a:cubicBezTo>
                  <a:cubicBezTo>
                    <a:pt x="3437" y="829"/>
                    <a:pt x="2669" y="0"/>
                    <a:pt x="1767"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93"/>
            <p:cNvSpPr/>
            <p:nvPr/>
          </p:nvSpPr>
          <p:spPr>
            <a:xfrm rot="1799956">
              <a:off x="6133528" y="1828513"/>
              <a:ext cx="83496" cy="138656"/>
            </a:xfrm>
            <a:custGeom>
              <a:avLst/>
              <a:gdLst/>
              <a:ahLst/>
              <a:cxnLst/>
              <a:rect l="l" t="t" r="r" b="b"/>
              <a:pathLst>
                <a:path w="2372" h="3939" extrusionOk="0">
                  <a:moveTo>
                    <a:pt x="354" y="1"/>
                  </a:moveTo>
                  <a:cubicBezTo>
                    <a:pt x="318" y="1"/>
                    <a:pt x="281" y="2"/>
                    <a:pt x="244" y="4"/>
                  </a:cubicBezTo>
                  <a:cubicBezTo>
                    <a:pt x="153" y="4"/>
                    <a:pt x="92" y="34"/>
                    <a:pt x="1" y="65"/>
                  </a:cubicBezTo>
                  <a:cubicBezTo>
                    <a:pt x="974" y="126"/>
                    <a:pt x="1764" y="885"/>
                    <a:pt x="1825" y="1889"/>
                  </a:cubicBezTo>
                  <a:cubicBezTo>
                    <a:pt x="1885" y="2892"/>
                    <a:pt x="1186" y="3743"/>
                    <a:pt x="214" y="3925"/>
                  </a:cubicBezTo>
                  <a:cubicBezTo>
                    <a:pt x="275" y="3925"/>
                    <a:pt x="335" y="3939"/>
                    <a:pt x="387" y="3939"/>
                  </a:cubicBezTo>
                  <a:cubicBezTo>
                    <a:pt x="413" y="3939"/>
                    <a:pt x="437" y="3935"/>
                    <a:pt x="457" y="3925"/>
                  </a:cubicBezTo>
                  <a:cubicBezTo>
                    <a:pt x="1551" y="3864"/>
                    <a:pt x="2372" y="2952"/>
                    <a:pt x="2311" y="1858"/>
                  </a:cubicBezTo>
                  <a:cubicBezTo>
                    <a:pt x="2252" y="830"/>
                    <a:pt x="1399" y="1"/>
                    <a:pt x="3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93"/>
            <p:cNvSpPr/>
            <p:nvPr/>
          </p:nvSpPr>
          <p:spPr>
            <a:xfrm rot="1799956">
              <a:off x="6079344" y="1811559"/>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6" y="3867"/>
                  </a:cubicBezTo>
                  <a:cubicBezTo>
                    <a:pt x="1819" y="3867"/>
                    <a:pt x="1852" y="3866"/>
                    <a:pt x="1885" y="3864"/>
                  </a:cubicBezTo>
                  <a:cubicBezTo>
                    <a:pt x="2827" y="3834"/>
                    <a:pt x="3556"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93"/>
            <p:cNvSpPr/>
            <p:nvPr/>
          </p:nvSpPr>
          <p:spPr>
            <a:xfrm rot="1799956">
              <a:off x="6105082" y="2510591"/>
              <a:ext cx="80258" cy="139149"/>
            </a:xfrm>
            <a:custGeom>
              <a:avLst/>
              <a:gdLst/>
              <a:ahLst/>
              <a:cxnLst/>
              <a:rect l="l" t="t" r="r" b="b"/>
              <a:pathLst>
                <a:path w="2280" h="3953" extrusionOk="0">
                  <a:moveTo>
                    <a:pt x="300" y="0"/>
                  </a:moveTo>
                  <a:cubicBezTo>
                    <a:pt x="281" y="0"/>
                    <a:pt x="262" y="0"/>
                    <a:pt x="243" y="1"/>
                  </a:cubicBezTo>
                  <a:cubicBezTo>
                    <a:pt x="152" y="1"/>
                    <a:pt x="91" y="31"/>
                    <a:pt x="0" y="31"/>
                  </a:cubicBezTo>
                  <a:cubicBezTo>
                    <a:pt x="973" y="122"/>
                    <a:pt x="1733" y="943"/>
                    <a:pt x="1763" y="1916"/>
                  </a:cubicBezTo>
                  <a:cubicBezTo>
                    <a:pt x="1793" y="2919"/>
                    <a:pt x="1064" y="3770"/>
                    <a:pt x="91" y="3922"/>
                  </a:cubicBezTo>
                  <a:cubicBezTo>
                    <a:pt x="182" y="3922"/>
                    <a:pt x="274" y="3952"/>
                    <a:pt x="365" y="3952"/>
                  </a:cubicBezTo>
                  <a:cubicBezTo>
                    <a:pt x="1429" y="3922"/>
                    <a:pt x="2280" y="3010"/>
                    <a:pt x="2249" y="1916"/>
                  </a:cubicBezTo>
                  <a:cubicBezTo>
                    <a:pt x="2220" y="841"/>
                    <a:pt x="1368" y="0"/>
                    <a:pt x="300"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93"/>
            <p:cNvSpPr/>
            <p:nvPr/>
          </p:nvSpPr>
          <p:spPr>
            <a:xfrm rot="1799956">
              <a:off x="6050226" y="2492648"/>
              <a:ext cx="124153" cy="137037"/>
            </a:xfrm>
            <a:custGeom>
              <a:avLst/>
              <a:gdLst/>
              <a:ahLst/>
              <a:cxnLst/>
              <a:rect l="l" t="t" r="r" b="b"/>
              <a:pathLst>
                <a:path w="3527" h="3893" extrusionOk="0">
                  <a:moveTo>
                    <a:pt x="1752" y="0"/>
                  </a:moveTo>
                  <a:cubicBezTo>
                    <a:pt x="1736" y="0"/>
                    <a:pt x="1719" y="1"/>
                    <a:pt x="1703" y="1"/>
                  </a:cubicBezTo>
                  <a:cubicBezTo>
                    <a:pt x="761" y="32"/>
                    <a:pt x="1" y="913"/>
                    <a:pt x="31" y="2007"/>
                  </a:cubicBezTo>
                  <a:cubicBezTo>
                    <a:pt x="61" y="3053"/>
                    <a:pt x="854" y="3893"/>
                    <a:pt x="1776" y="3893"/>
                  </a:cubicBezTo>
                  <a:cubicBezTo>
                    <a:pt x="1792" y="3893"/>
                    <a:pt x="1808" y="3892"/>
                    <a:pt x="1825" y="3892"/>
                  </a:cubicBezTo>
                  <a:cubicBezTo>
                    <a:pt x="2767" y="3862"/>
                    <a:pt x="3527" y="2980"/>
                    <a:pt x="3496" y="1886"/>
                  </a:cubicBezTo>
                  <a:cubicBezTo>
                    <a:pt x="3467" y="840"/>
                    <a:pt x="2674" y="0"/>
                    <a:pt x="1752"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93"/>
            <p:cNvSpPr/>
            <p:nvPr/>
          </p:nvSpPr>
          <p:spPr>
            <a:xfrm rot="1799956">
              <a:off x="6222434" y="2340105"/>
              <a:ext cx="81349" cy="138093"/>
            </a:xfrm>
            <a:custGeom>
              <a:avLst/>
              <a:gdLst/>
              <a:ahLst/>
              <a:cxnLst/>
              <a:rect l="l" t="t" r="r" b="b"/>
              <a:pathLst>
                <a:path w="2311" h="3923" extrusionOk="0">
                  <a:moveTo>
                    <a:pt x="300" y="1"/>
                  </a:moveTo>
                  <a:cubicBezTo>
                    <a:pt x="281" y="1"/>
                    <a:pt x="262" y="1"/>
                    <a:pt x="243" y="2"/>
                  </a:cubicBezTo>
                  <a:cubicBezTo>
                    <a:pt x="152" y="2"/>
                    <a:pt x="91" y="32"/>
                    <a:pt x="0" y="32"/>
                  </a:cubicBezTo>
                  <a:cubicBezTo>
                    <a:pt x="973" y="123"/>
                    <a:pt x="1763" y="913"/>
                    <a:pt x="1793" y="1916"/>
                  </a:cubicBezTo>
                  <a:cubicBezTo>
                    <a:pt x="1824" y="2920"/>
                    <a:pt x="1094" y="3771"/>
                    <a:pt x="122" y="3923"/>
                  </a:cubicBezTo>
                  <a:lnTo>
                    <a:pt x="365" y="3923"/>
                  </a:lnTo>
                  <a:cubicBezTo>
                    <a:pt x="1459" y="3892"/>
                    <a:pt x="2310" y="2980"/>
                    <a:pt x="2280" y="1916"/>
                  </a:cubicBezTo>
                  <a:cubicBezTo>
                    <a:pt x="2250" y="841"/>
                    <a:pt x="1369" y="1"/>
                    <a:pt x="30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93"/>
            <p:cNvSpPr/>
            <p:nvPr/>
          </p:nvSpPr>
          <p:spPr>
            <a:xfrm rot="1799956">
              <a:off x="6168660" y="2322194"/>
              <a:ext cx="123062" cy="135945"/>
            </a:xfrm>
            <a:custGeom>
              <a:avLst/>
              <a:gdLst/>
              <a:ahLst/>
              <a:cxnLst/>
              <a:rect l="l" t="t" r="r" b="b"/>
              <a:pathLst>
                <a:path w="3496" h="3862" extrusionOk="0">
                  <a:moveTo>
                    <a:pt x="1723" y="0"/>
                  </a:moveTo>
                  <a:cubicBezTo>
                    <a:pt x="1706" y="0"/>
                    <a:pt x="1689" y="0"/>
                    <a:pt x="1672" y="1"/>
                  </a:cubicBezTo>
                  <a:cubicBezTo>
                    <a:pt x="730" y="31"/>
                    <a:pt x="0" y="913"/>
                    <a:pt x="31" y="1977"/>
                  </a:cubicBezTo>
                  <a:cubicBezTo>
                    <a:pt x="61" y="3022"/>
                    <a:pt x="824" y="3862"/>
                    <a:pt x="1745" y="3862"/>
                  </a:cubicBezTo>
                  <a:cubicBezTo>
                    <a:pt x="1761" y="3862"/>
                    <a:pt x="1777" y="3862"/>
                    <a:pt x="1794" y="3861"/>
                  </a:cubicBezTo>
                  <a:cubicBezTo>
                    <a:pt x="2736" y="3831"/>
                    <a:pt x="3496" y="2949"/>
                    <a:pt x="3465" y="1885"/>
                  </a:cubicBezTo>
                  <a:cubicBezTo>
                    <a:pt x="3436" y="840"/>
                    <a:pt x="2672" y="0"/>
                    <a:pt x="172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93"/>
            <p:cNvSpPr/>
            <p:nvPr/>
          </p:nvSpPr>
          <p:spPr>
            <a:xfrm rot="1799956">
              <a:off x="6333998" y="2166084"/>
              <a:ext cx="81349" cy="138093"/>
            </a:xfrm>
            <a:custGeom>
              <a:avLst/>
              <a:gdLst/>
              <a:ahLst/>
              <a:cxnLst/>
              <a:rect l="l" t="t" r="r" b="b"/>
              <a:pathLst>
                <a:path w="2311" h="3923" extrusionOk="0">
                  <a:moveTo>
                    <a:pt x="301" y="0"/>
                  </a:moveTo>
                  <a:cubicBezTo>
                    <a:pt x="282" y="0"/>
                    <a:pt x="263" y="1"/>
                    <a:pt x="244" y="1"/>
                  </a:cubicBezTo>
                  <a:cubicBezTo>
                    <a:pt x="183" y="1"/>
                    <a:pt x="92" y="1"/>
                    <a:pt x="1" y="32"/>
                  </a:cubicBezTo>
                  <a:cubicBezTo>
                    <a:pt x="973" y="123"/>
                    <a:pt x="1764" y="913"/>
                    <a:pt x="1794" y="1916"/>
                  </a:cubicBezTo>
                  <a:cubicBezTo>
                    <a:pt x="1824" y="2919"/>
                    <a:pt x="1095" y="3740"/>
                    <a:pt x="122" y="3892"/>
                  </a:cubicBezTo>
                  <a:cubicBezTo>
                    <a:pt x="213" y="3922"/>
                    <a:pt x="274" y="3922"/>
                    <a:pt x="365" y="3922"/>
                  </a:cubicBezTo>
                  <a:cubicBezTo>
                    <a:pt x="1460" y="3892"/>
                    <a:pt x="2311" y="2980"/>
                    <a:pt x="2280" y="1916"/>
                  </a:cubicBezTo>
                  <a:cubicBezTo>
                    <a:pt x="2250" y="841"/>
                    <a:pt x="1369"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93"/>
            <p:cNvSpPr/>
            <p:nvPr/>
          </p:nvSpPr>
          <p:spPr>
            <a:xfrm rot="1799956">
              <a:off x="6280230" y="2148150"/>
              <a:ext cx="123097" cy="135981"/>
            </a:xfrm>
            <a:custGeom>
              <a:avLst/>
              <a:gdLst/>
              <a:ahLst/>
              <a:cxnLst/>
              <a:rect l="l" t="t" r="r" b="b"/>
              <a:pathLst>
                <a:path w="3497" h="3863" extrusionOk="0">
                  <a:moveTo>
                    <a:pt x="1754" y="1"/>
                  </a:moveTo>
                  <a:cubicBezTo>
                    <a:pt x="1737" y="1"/>
                    <a:pt x="1720" y="1"/>
                    <a:pt x="1703" y="2"/>
                  </a:cubicBezTo>
                  <a:cubicBezTo>
                    <a:pt x="730" y="2"/>
                    <a:pt x="1" y="913"/>
                    <a:pt x="31" y="1977"/>
                  </a:cubicBezTo>
                  <a:cubicBezTo>
                    <a:pt x="61" y="3023"/>
                    <a:pt x="825" y="3863"/>
                    <a:pt x="1745" y="3863"/>
                  </a:cubicBezTo>
                  <a:cubicBezTo>
                    <a:pt x="1762" y="3863"/>
                    <a:pt x="1778" y="3862"/>
                    <a:pt x="1794" y="3862"/>
                  </a:cubicBezTo>
                  <a:cubicBezTo>
                    <a:pt x="2767" y="3831"/>
                    <a:pt x="3496" y="2950"/>
                    <a:pt x="3466" y="1886"/>
                  </a:cubicBezTo>
                  <a:cubicBezTo>
                    <a:pt x="3436" y="812"/>
                    <a:pt x="2673" y="1"/>
                    <a:pt x="17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93"/>
            <p:cNvSpPr/>
            <p:nvPr/>
          </p:nvSpPr>
          <p:spPr>
            <a:xfrm rot="1799956">
              <a:off x="7043305" y="2079862"/>
              <a:ext cx="93106" cy="137705"/>
            </a:xfrm>
            <a:custGeom>
              <a:avLst/>
              <a:gdLst/>
              <a:ahLst/>
              <a:cxnLst/>
              <a:rect l="l" t="t" r="r" b="b"/>
              <a:pathLst>
                <a:path w="2645" h="3912" extrusionOk="0">
                  <a:moveTo>
                    <a:pt x="578" y="0"/>
                  </a:moveTo>
                  <a:cubicBezTo>
                    <a:pt x="1520" y="244"/>
                    <a:pt x="2128" y="1186"/>
                    <a:pt x="2007" y="2158"/>
                  </a:cubicBezTo>
                  <a:cubicBezTo>
                    <a:pt x="1858" y="3140"/>
                    <a:pt x="1010" y="3831"/>
                    <a:pt x="62" y="3831"/>
                  </a:cubicBezTo>
                  <a:cubicBezTo>
                    <a:pt x="41" y="3831"/>
                    <a:pt x="21" y="3831"/>
                    <a:pt x="0" y="3830"/>
                  </a:cubicBezTo>
                  <a:lnTo>
                    <a:pt x="0" y="3830"/>
                  </a:lnTo>
                  <a:cubicBezTo>
                    <a:pt x="92" y="3861"/>
                    <a:pt x="152" y="3891"/>
                    <a:pt x="244" y="3891"/>
                  </a:cubicBezTo>
                  <a:cubicBezTo>
                    <a:pt x="341" y="3904"/>
                    <a:pt x="437" y="3911"/>
                    <a:pt x="531" y="3911"/>
                  </a:cubicBezTo>
                  <a:cubicBezTo>
                    <a:pt x="1504" y="3911"/>
                    <a:pt x="2327" y="3219"/>
                    <a:pt x="2493" y="2250"/>
                  </a:cubicBezTo>
                  <a:cubicBezTo>
                    <a:pt x="2645" y="1155"/>
                    <a:pt x="1885" y="152"/>
                    <a:pt x="82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93"/>
            <p:cNvSpPr/>
            <p:nvPr/>
          </p:nvSpPr>
          <p:spPr>
            <a:xfrm rot="1799956">
              <a:off x="6993310" y="2060930"/>
              <a:ext cx="130595" cy="136192"/>
            </a:xfrm>
            <a:custGeom>
              <a:avLst/>
              <a:gdLst/>
              <a:ahLst/>
              <a:cxnLst/>
              <a:rect l="l" t="t" r="r" b="b"/>
              <a:pathLst>
                <a:path w="3710" h="3869" extrusionOk="0">
                  <a:moveTo>
                    <a:pt x="1918" y="0"/>
                  </a:moveTo>
                  <a:cubicBezTo>
                    <a:pt x="1066" y="0"/>
                    <a:pt x="292" y="719"/>
                    <a:pt x="153" y="1691"/>
                  </a:cubicBezTo>
                  <a:cubicBezTo>
                    <a:pt x="1" y="2755"/>
                    <a:pt x="639" y="3728"/>
                    <a:pt x="1581" y="3849"/>
                  </a:cubicBezTo>
                  <a:cubicBezTo>
                    <a:pt x="1662" y="3862"/>
                    <a:pt x="1743" y="3869"/>
                    <a:pt x="1822" y="3869"/>
                  </a:cubicBezTo>
                  <a:cubicBezTo>
                    <a:pt x="2670" y="3869"/>
                    <a:pt x="3418" y="3150"/>
                    <a:pt x="3557" y="2177"/>
                  </a:cubicBezTo>
                  <a:cubicBezTo>
                    <a:pt x="3709" y="1114"/>
                    <a:pt x="3101" y="141"/>
                    <a:pt x="2159" y="19"/>
                  </a:cubicBezTo>
                  <a:cubicBezTo>
                    <a:pt x="2078" y="6"/>
                    <a:pt x="1998" y="0"/>
                    <a:pt x="191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93"/>
            <p:cNvSpPr/>
            <p:nvPr/>
          </p:nvSpPr>
          <p:spPr>
            <a:xfrm rot="1799956">
              <a:off x="6578787" y="2060069"/>
              <a:ext cx="93106" cy="138761"/>
            </a:xfrm>
            <a:custGeom>
              <a:avLst/>
              <a:gdLst/>
              <a:ahLst/>
              <a:cxnLst/>
              <a:rect l="l" t="t" r="r" b="b"/>
              <a:pathLst>
                <a:path w="2645" h="3942" extrusionOk="0">
                  <a:moveTo>
                    <a:pt x="578" y="1"/>
                  </a:moveTo>
                  <a:cubicBezTo>
                    <a:pt x="1520" y="274"/>
                    <a:pt x="2128" y="1186"/>
                    <a:pt x="2006" y="2189"/>
                  </a:cubicBezTo>
                  <a:cubicBezTo>
                    <a:pt x="1854" y="3162"/>
                    <a:pt x="973" y="3861"/>
                    <a:pt x="0" y="3861"/>
                  </a:cubicBezTo>
                  <a:cubicBezTo>
                    <a:pt x="91" y="3861"/>
                    <a:pt x="152" y="3892"/>
                    <a:pt x="243" y="3922"/>
                  </a:cubicBezTo>
                  <a:cubicBezTo>
                    <a:pt x="337" y="3935"/>
                    <a:pt x="430" y="3941"/>
                    <a:pt x="522" y="3941"/>
                  </a:cubicBezTo>
                  <a:cubicBezTo>
                    <a:pt x="1499" y="3941"/>
                    <a:pt x="2326" y="3223"/>
                    <a:pt x="2493" y="2250"/>
                  </a:cubicBezTo>
                  <a:cubicBezTo>
                    <a:pt x="2645" y="1186"/>
                    <a:pt x="1885" y="183"/>
                    <a:pt x="821" y="31"/>
                  </a:cubicBezTo>
                  <a:cubicBezTo>
                    <a:pt x="730" y="1"/>
                    <a:pt x="669" y="1"/>
                    <a:pt x="578"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93"/>
            <p:cNvSpPr/>
            <p:nvPr/>
          </p:nvSpPr>
          <p:spPr>
            <a:xfrm rot="1799956">
              <a:off x="6528794" y="2041340"/>
              <a:ext cx="130560" cy="136825"/>
            </a:xfrm>
            <a:custGeom>
              <a:avLst/>
              <a:gdLst/>
              <a:ahLst/>
              <a:cxnLst/>
              <a:rect l="l" t="t" r="r" b="b"/>
              <a:pathLst>
                <a:path w="3709" h="3887" extrusionOk="0">
                  <a:moveTo>
                    <a:pt x="1953" y="1"/>
                  </a:moveTo>
                  <a:cubicBezTo>
                    <a:pt x="1087" y="1"/>
                    <a:pt x="293" y="700"/>
                    <a:pt x="153" y="1686"/>
                  </a:cubicBezTo>
                  <a:cubicBezTo>
                    <a:pt x="1" y="2749"/>
                    <a:pt x="639" y="3722"/>
                    <a:pt x="1581" y="3874"/>
                  </a:cubicBezTo>
                  <a:cubicBezTo>
                    <a:pt x="1648" y="3883"/>
                    <a:pt x="1714" y="3887"/>
                    <a:pt x="1780" y="3887"/>
                  </a:cubicBezTo>
                  <a:cubicBezTo>
                    <a:pt x="2644" y="3887"/>
                    <a:pt x="3416" y="3163"/>
                    <a:pt x="3557" y="2202"/>
                  </a:cubicBezTo>
                  <a:cubicBezTo>
                    <a:pt x="3709" y="1139"/>
                    <a:pt x="3101" y="166"/>
                    <a:pt x="2159" y="14"/>
                  </a:cubicBezTo>
                  <a:cubicBezTo>
                    <a:pt x="2090" y="5"/>
                    <a:pt x="2021" y="1"/>
                    <a:pt x="195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93"/>
            <p:cNvSpPr/>
            <p:nvPr/>
          </p:nvSpPr>
          <p:spPr>
            <a:xfrm rot="1799956">
              <a:off x="6345570" y="16487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93"/>
            <p:cNvSpPr/>
            <p:nvPr/>
          </p:nvSpPr>
          <p:spPr>
            <a:xfrm rot="1799956">
              <a:off x="6295495" y="16302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93"/>
            <p:cNvSpPr/>
            <p:nvPr/>
          </p:nvSpPr>
          <p:spPr>
            <a:xfrm rot="1799956">
              <a:off x="6698617" y="1852529"/>
              <a:ext cx="93106" cy="138726"/>
            </a:xfrm>
            <a:custGeom>
              <a:avLst/>
              <a:gdLst/>
              <a:ahLst/>
              <a:cxnLst/>
              <a:rect l="l" t="t" r="r" b="b"/>
              <a:pathLst>
                <a:path w="2645" h="3941" extrusionOk="0">
                  <a:moveTo>
                    <a:pt x="578" y="0"/>
                  </a:moveTo>
                  <a:cubicBezTo>
                    <a:pt x="1520" y="274"/>
                    <a:pt x="2128" y="1186"/>
                    <a:pt x="2006" y="2189"/>
                  </a:cubicBezTo>
                  <a:cubicBezTo>
                    <a:pt x="1854" y="3161"/>
                    <a:pt x="973" y="3861"/>
                    <a:pt x="0" y="3861"/>
                  </a:cubicBezTo>
                  <a:cubicBezTo>
                    <a:pt x="91" y="3861"/>
                    <a:pt x="152" y="3891"/>
                    <a:pt x="243"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93"/>
            <p:cNvSpPr/>
            <p:nvPr/>
          </p:nvSpPr>
          <p:spPr>
            <a:xfrm rot="1799956">
              <a:off x="6648542" y="1834071"/>
              <a:ext cx="131651" cy="136825"/>
            </a:xfrm>
            <a:custGeom>
              <a:avLst/>
              <a:gdLst/>
              <a:ahLst/>
              <a:cxnLst/>
              <a:rect l="l" t="t" r="r" b="b"/>
              <a:pathLst>
                <a:path w="3740" h="3887" extrusionOk="0">
                  <a:moveTo>
                    <a:pt x="1953" y="0"/>
                  </a:moveTo>
                  <a:cubicBezTo>
                    <a:pt x="1087" y="0"/>
                    <a:pt x="293" y="699"/>
                    <a:pt x="153" y="1685"/>
                  </a:cubicBezTo>
                  <a:cubicBezTo>
                    <a:pt x="1" y="2749"/>
                    <a:pt x="639" y="3722"/>
                    <a:pt x="1581" y="3874"/>
                  </a:cubicBezTo>
                  <a:cubicBezTo>
                    <a:pt x="1648" y="3882"/>
                    <a:pt x="1714" y="3886"/>
                    <a:pt x="1780" y="3886"/>
                  </a:cubicBezTo>
                  <a:cubicBezTo>
                    <a:pt x="2644" y="3886"/>
                    <a:pt x="3416" y="3162"/>
                    <a:pt x="3557" y="2202"/>
                  </a:cubicBezTo>
                  <a:cubicBezTo>
                    <a:pt x="3739" y="1138"/>
                    <a:pt x="3101" y="165"/>
                    <a:pt x="2159" y="13"/>
                  </a:cubicBezTo>
                  <a:cubicBezTo>
                    <a:pt x="2090" y="4"/>
                    <a:pt x="2021" y="0"/>
                    <a:pt x="195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93"/>
            <p:cNvSpPr/>
            <p:nvPr/>
          </p:nvSpPr>
          <p:spPr>
            <a:xfrm rot="1799956">
              <a:off x="6773797" y="2671255"/>
              <a:ext cx="122006" cy="135945"/>
            </a:xfrm>
            <a:custGeom>
              <a:avLst/>
              <a:gdLst/>
              <a:ahLst/>
              <a:cxnLst/>
              <a:rect l="l" t="t" r="r" b="b"/>
              <a:pathLst>
                <a:path w="3466" h="3862" extrusionOk="0">
                  <a:moveTo>
                    <a:pt x="1733" y="1"/>
                  </a:moveTo>
                  <a:cubicBezTo>
                    <a:pt x="791" y="1"/>
                    <a:pt x="1" y="852"/>
                    <a:pt x="1" y="1946"/>
                  </a:cubicBezTo>
                  <a:cubicBezTo>
                    <a:pt x="1" y="3010"/>
                    <a:pt x="791" y="3861"/>
                    <a:pt x="1733" y="3861"/>
                  </a:cubicBezTo>
                  <a:cubicBezTo>
                    <a:pt x="2675" y="3861"/>
                    <a:pt x="3466" y="3010"/>
                    <a:pt x="3466" y="1946"/>
                  </a:cubicBezTo>
                  <a:cubicBezTo>
                    <a:pt x="3466" y="852"/>
                    <a:pt x="2675"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93"/>
            <p:cNvSpPr/>
            <p:nvPr/>
          </p:nvSpPr>
          <p:spPr>
            <a:xfrm rot="1799956">
              <a:off x="6979385" y="2333920"/>
              <a:ext cx="78146" cy="138057"/>
            </a:xfrm>
            <a:custGeom>
              <a:avLst/>
              <a:gdLst/>
              <a:ahLst/>
              <a:cxnLst/>
              <a:rect l="l" t="t" r="r" b="b"/>
              <a:pathLst>
                <a:path w="2220" h="3922" extrusionOk="0">
                  <a:moveTo>
                    <a:pt x="0" y="1"/>
                  </a:moveTo>
                  <a:cubicBezTo>
                    <a:pt x="973" y="123"/>
                    <a:pt x="1733" y="943"/>
                    <a:pt x="1733" y="1946"/>
                  </a:cubicBezTo>
                  <a:cubicBezTo>
                    <a:pt x="1733" y="2949"/>
                    <a:pt x="973" y="3770"/>
                    <a:pt x="0" y="3892"/>
                  </a:cubicBezTo>
                  <a:cubicBezTo>
                    <a:pt x="92" y="3922"/>
                    <a:pt x="183" y="3922"/>
                    <a:pt x="244" y="3922"/>
                  </a:cubicBezTo>
                  <a:cubicBezTo>
                    <a:pt x="1338" y="3922"/>
                    <a:pt x="2219" y="3040"/>
                    <a:pt x="2219" y="1946"/>
                  </a:cubicBezTo>
                  <a:cubicBezTo>
                    <a:pt x="2219" y="882"/>
                    <a:pt x="133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93"/>
            <p:cNvSpPr/>
            <p:nvPr/>
          </p:nvSpPr>
          <p:spPr>
            <a:xfrm rot="1799956">
              <a:off x="6829301" y="2689664"/>
              <a:ext cx="78146" cy="139114"/>
            </a:xfrm>
            <a:custGeom>
              <a:avLst/>
              <a:gdLst/>
              <a:ahLst/>
              <a:cxnLst/>
              <a:rect l="l" t="t" r="r" b="b"/>
              <a:pathLst>
                <a:path w="2220" h="3952" extrusionOk="0">
                  <a:moveTo>
                    <a:pt x="243" y="1"/>
                  </a:moveTo>
                  <a:cubicBezTo>
                    <a:pt x="152" y="1"/>
                    <a:pt x="91" y="31"/>
                    <a:pt x="0" y="31"/>
                  </a:cubicBezTo>
                  <a:cubicBezTo>
                    <a:pt x="973" y="153"/>
                    <a:pt x="1733" y="973"/>
                    <a:pt x="1733" y="1976"/>
                  </a:cubicBezTo>
                  <a:cubicBezTo>
                    <a:pt x="1733" y="2979"/>
                    <a:pt x="973" y="3800"/>
                    <a:pt x="0" y="3922"/>
                  </a:cubicBezTo>
                  <a:cubicBezTo>
                    <a:pt x="91" y="3922"/>
                    <a:pt x="152" y="3952"/>
                    <a:pt x="243" y="3952"/>
                  </a:cubicBezTo>
                  <a:cubicBezTo>
                    <a:pt x="1338" y="3952"/>
                    <a:pt x="2219" y="3070"/>
                    <a:pt x="2219" y="1976"/>
                  </a:cubicBezTo>
                  <a:cubicBezTo>
                    <a:pt x="2219" y="882"/>
                    <a:pt x="1338" y="1"/>
                    <a:pt x="24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93"/>
            <p:cNvSpPr/>
            <p:nvPr/>
          </p:nvSpPr>
          <p:spPr>
            <a:xfrm rot="1799956">
              <a:off x="6823445" y="16434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93"/>
            <p:cNvSpPr/>
            <p:nvPr/>
          </p:nvSpPr>
          <p:spPr>
            <a:xfrm rot="1799956">
              <a:off x="6773370" y="16249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79" name="Google Shape;2279;p93"/>
          <p:cNvSpPr txBox="1"/>
          <p:nvPr/>
        </p:nvSpPr>
        <p:spPr>
          <a:xfrm>
            <a:off x="241628" y="690571"/>
            <a:ext cx="943200" cy="38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accent4"/>
                </a:solidFill>
                <a:latin typeface="Lilita One"/>
                <a:ea typeface="Lilita One"/>
                <a:cs typeface="Lilita One"/>
                <a:sym typeface="Lilita One"/>
              </a:rPr>
              <a:t>Roll the Dice</a:t>
            </a:r>
            <a:endParaRPr sz="1000">
              <a:solidFill>
                <a:schemeClr val="accent4"/>
              </a:solidFill>
              <a:latin typeface="Lilita One"/>
              <a:ea typeface="Lilita One"/>
              <a:cs typeface="Lilita One"/>
              <a:sym typeface="Lilita One"/>
            </a:endParaRPr>
          </a:p>
        </p:txBody>
      </p:sp>
      <p:sp>
        <p:nvSpPr>
          <p:cNvPr id="2280" name="Google Shape;2280;p93">
            <a:hlinkClick r:id="rId3" action="ppaction://hlinksldjump"/>
          </p:cNvPr>
          <p:cNvSpPr/>
          <p:nvPr/>
        </p:nvSpPr>
        <p:spPr>
          <a:xfrm>
            <a:off x="312438" y="237000"/>
            <a:ext cx="801600" cy="8016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93"/>
          <p:cNvSpPr txBox="1">
            <a:spLocks noGrp="1"/>
          </p:cNvSpPr>
          <p:nvPr>
            <p:ph type="title"/>
          </p:nvPr>
        </p:nvSpPr>
        <p:spPr>
          <a:xfrm>
            <a:off x="4352925" y="1256950"/>
            <a:ext cx="4030500" cy="16761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fa-IR" dirty="0">
                <a:cs typeface="A Naskh Tahrir" panose="00000700000000000000" pitchFamily="2" charset="-78"/>
              </a:rPr>
              <a:t>نوبت شماست !!</a:t>
            </a:r>
            <a:endParaRPr dirty="0">
              <a:cs typeface="A Naskh Tahrir" panose="00000700000000000000" pitchFamily="2" charset="-78"/>
            </a:endParaRPr>
          </a:p>
        </p:txBody>
      </p:sp>
      <p:sp>
        <p:nvSpPr>
          <p:cNvPr id="2282" name="Google Shape;2282;p93"/>
          <p:cNvSpPr txBox="1">
            <a:spLocks noGrp="1"/>
          </p:cNvSpPr>
          <p:nvPr>
            <p:ph type="body" idx="1"/>
          </p:nvPr>
        </p:nvSpPr>
        <p:spPr>
          <a:xfrm>
            <a:off x="4569700" y="3057525"/>
            <a:ext cx="3813900" cy="15435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a-IR" dirty="0">
                <a:solidFill>
                  <a:schemeClr val="accent4"/>
                </a:solidFill>
                <a:cs typeface="Aban" pitchFamily="2" charset="-78"/>
              </a:rPr>
              <a:t>استراتژی های ترتیبی نزدیکی بیشتری با مثال های عملی این مسئله دارد. زیرا در دنیای واقعی هر دو بازیکن باهم تصمیم نمی‌گیرند و معمولا یکی زودتر از دیگری تصمیم میگیرد در ادامه هر دو حالت این مورد را بررسی می‌کنیم.</a:t>
            </a:r>
            <a:endParaRPr dirty="0">
              <a:solidFill>
                <a:schemeClr val="accent4"/>
              </a:solidFill>
              <a:cs typeface="Aban" pitchFamily="2" charset="-78"/>
            </a:endParaRPr>
          </a:p>
        </p:txBody>
      </p:sp>
      <p:grpSp>
        <p:nvGrpSpPr>
          <p:cNvPr id="2283" name="Google Shape;2283;p93"/>
          <p:cNvGrpSpPr/>
          <p:nvPr/>
        </p:nvGrpSpPr>
        <p:grpSpPr>
          <a:xfrm>
            <a:off x="823470" y="761266"/>
            <a:ext cx="3453784" cy="4382236"/>
            <a:chOff x="7230863" y="2832257"/>
            <a:chExt cx="1821328" cy="2311062"/>
          </a:xfrm>
        </p:grpSpPr>
        <p:sp>
          <p:nvSpPr>
            <p:cNvPr id="2284" name="Google Shape;2284;p93"/>
            <p:cNvSpPr/>
            <p:nvPr/>
          </p:nvSpPr>
          <p:spPr>
            <a:xfrm>
              <a:off x="7884393" y="3250193"/>
              <a:ext cx="464304" cy="760477"/>
            </a:xfrm>
            <a:custGeom>
              <a:avLst/>
              <a:gdLst/>
              <a:ahLst/>
              <a:cxnLst/>
              <a:rect l="l" t="t" r="r" b="b"/>
              <a:pathLst>
                <a:path w="3104" h="5084" extrusionOk="0">
                  <a:moveTo>
                    <a:pt x="1155" y="0"/>
                  </a:moveTo>
                  <a:cubicBezTo>
                    <a:pt x="1094" y="0"/>
                    <a:pt x="1031" y="5"/>
                    <a:pt x="968" y="13"/>
                  </a:cubicBezTo>
                  <a:lnTo>
                    <a:pt x="1" y="113"/>
                  </a:lnTo>
                  <a:lnTo>
                    <a:pt x="635" y="5084"/>
                  </a:lnTo>
                  <a:lnTo>
                    <a:pt x="1769" y="4950"/>
                  </a:lnTo>
                  <a:cubicBezTo>
                    <a:pt x="2569" y="4850"/>
                    <a:pt x="3103" y="4083"/>
                    <a:pt x="2970" y="3282"/>
                  </a:cubicBezTo>
                  <a:lnTo>
                    <a:pt x="2536" y="1114"/>
                  </a:lnTo>
                  <a:cubicBezTo>
                    <a:pt x="2384" y="474"/>
                    <a:pt x="1813" y="0"/>
                    <a:pt x="1155" y="0"/>
                  </a:cubicBezTo>
                  <a:close/>
                </a:path>
              </a:pathLst>
            </a:custGeom>
            <a:solidFill>
              <a:srgbClr val="3761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93"/>
            <p:cNvSpPr/>
            <p:nvPr/>
          </p:nvSpPr>
          <p:spPr>
            <a:xfrm>
              <a:off x="7734810" y="2882816"/>
              <a:ext cx="314422" cy="379790"/>
            </a:xfrm>
            <a:custGeom>
              <a:avLst/>
              <a:gdLst/>
              <a:ahLst/>
              <a:cxnLst/>
              <a:rect l="l" t="t" r="r" b="b"/>
              <a:pathLst>
                <a:path w="2102" h="2539" extrusionOk="0">
                  <a:moveTo>
                    <a:pt x="1835" y="1"/>
                  </a:moveTo>
                  <a:lnTo>
                    <a:pt x="0" y="234"/>
                  </a:lnTo>
                  <a:lnTo>
                    <a:pt x="200" y="1869"/>
                  </a:lnTo>
                  <a:cubicBezTo>
                    <a:pt x="232" y="2249"/>
                    <a:pt x="594" y="2538"/>
                    <a:pt x="973" y="2538"/>
                  </a:cubicBezTo>
                  <a:cubicBezTo>
                    <a:pt x="994" y="2538"/>
                    <a:pt x="1014" y="2538"/>
                    <a:pt x="1034" y="2536"/>
                  </a:cubicBezTo>
                  <a:lnTo>
                    <a:pt x="1368" y="2469"/>
                  </a:lnTo>
                  <a:cubicBezTo>
                    <a:pt x="1802" y="2436"/>
                    <a:pt x="2102" y="2036"/>
                    <a:pt x="2035" y="1635"/>
                  </a:cubicBezTo>
                  <a:lnTo>
                    <a:pt x="183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93"/>
            <p:cNvSpPr/>
            <p:nvPr/>
          </p:nvSpPr>
          <p:spPr>
            <a:xfrm>
              <a:off x="7694871" y="2832257"/>
              <a:ext cx="319508" cy="125649"/>
            </a:xfrm>
            <a:custGeom>
              <a:avLst/>
              <a:gdLst/>
              <a:ahLst/>
              <a:cxnLst/>
              <a:rect l="l" t="t" r="r" b="b"/>
              <a:pathLst>
                <a:path w="2136" h="840" extrusionOk="0">
                  <a:moveTo>
                    <a:pt x="1796" y="0"/>
                  </a:moveTo>
                  <a:cubicBezTo>
                    <a:pt x="1776" y="0"/>
                    <a:pt x="1756" y="2"/>
                    <a:pt x="1735" y="5"/>
                  </a:cubicBezTo>
                  <a:lnTo>
                    <a:pt x="301" y="172"/>
                  </a:lnTo>
                  <a:cubicBezTo>
                    <a:pt x="134" y="205"/>
                    <a:pt x="0" y="372"/>
                    <a:pt x="34" y="539"/>
                  </a:cubicBezTo>
                  <a:cubicBezTo>
                    <a:pt x="67" y="706"/>
                    <a:pt x="201" y="839"/>
                    <a:pt x="401" y="839"/>
                  </a:cubicBezTo>
                  <a:lnTo>
                    <a:pt x="1835" y="639"/>
                  </a:lnTo>
                  <a:cubicBezTo>
                    <a:pt x="2002" y="606"/>
                    <a:pt x="2135" y="439"/>
                    <a:pt x="2102" y="272"/>
                  </a:cubicBezTo>
                  <a:cubicBezTo>
                    <a:pt x="2102" y="123"/>
                    <a:pt x="1968" y="0"/>
                    <a:pt x="1796" y="0"/>
                  </a:cubicBezTo>
                  <a:close/>
                </a:path>
              </a:pathLst>
            </a:custGeom>
            <a:solidFill>
              <a:srgbClr val="0626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93"/>
            <p:cNvSpPr/>
            <p:nvPr/>
          </p:nvSpPr>
          <p:spPr>
            <a:xfrm>
              <a:off x="7230863" y="3345627"/>
              <a:ext cx="658761" cy="328184"/>
            </a:xfrm>
            <a:custGeom>
              <a:avLst/>
              <a:gdLst/>
              <a:ahLst/>
              <a:cxnLst/>
              <a:rect l="l" t="t" r="r" b="b"/>
              <a:pathLst>
                <a:path w="4404" h="2194" extrusionOk="0">
                  <a:moveTo>
                    <a:pt x="4054" y="1"/>
                  </a:moveTo>
                  <a:cubicBezTo>
                    <a:pt x="3917" y="1"/>
                    <a:pt x="3792" y="70"/>
                    <a:pt x="3736" y="209"/>
                  </a:cubicBezTo>
                  <a:cubicBezTo>
                    <a:pt x="3736" y="209"/>
                    <a:pt x="3569" y="1177"/>
                    <a:pt x="2569" y="1510"/>
                  </a:cubicBezTo>
                  <a:cubicBezTo>
                    <a:pt x="2422" y="1561"/>
                    <a:pt x="2272" y="1582"/>
                    <a:pt x="2122" y="1582"/>
                  </a:cubicBezTo>
                  <a:cubicBezTo>
                    <a:pt x="1283" y="1582"/>
                    <a:pt x="462" y="910"/>
                    <a:pt x="434" y="910"/>
                  </a:cubicBezTo>
                  <a:cubicBezTo>
                    <a:pt x="405" y="895"/>
                    <a:pt x="374" y="889"/>
                    <a:pt x="341" y="889"/>
                  </a:cubicBezTo>
                  <a:cubicBezTo>
                    <a:pt x="221" y="889"/>
                    <a:pt x="86" y="979"/>
                    <a:pt x="34" y="1110"/>
                  </a:cubicBezTo>
                  <a:cubicBezTo>
                    <a:pt x="0" y="1210"/>
                    <a:pt x="34" y="1310"/>
                    <a:pt x="100" y="1410"/>
                  </a:cubicBezTo>
                  <a:cubicBezTo>
                    <a:pt x="134" y="1443"/>
                    <a:pt x="167" y="1477"/>
                    <a:pt x="234" y="1510"/>
                  </a:cubicBezTo>
                  <a:cubicBezTo>
                    <a:pt x="290" y="1510"/>
                    <a:pt x="1289" y="2194"/>
                    <a:pt x="2259" y="2194"/>
                  </a:cubicBezTo>
                  <a:cubicBezTo>
                    <a:pt x="2444" y="2194"/>
                    <a:pt x="2627" y="2169"/>
                    <a:pt x="2802" y="2111"/>
                  </a:cubicBezTo>
                  <a:cubicBezTo>
                    <a:pt x="3903" y="1710"/>
                    <a:pt x="4337" y="443"/>
                    <a:pt x="4337" y="409"/>
                  </a:cubicBezTo>
                  <a:cubicBezTo>
                    <a:pt x="4403" y="243"/>
                    <a:pt x="4303" y="76"/>
                    <a:pt x="4136" y="9"/>
                  </a:cubicBezTo>
                  <a:cubicBezTo>
                    <a:pt x="4109" y="3"/>
                    <a:pt x="4081" y="1"/>
                    <a:pt x="40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93"/>
            <p:cNvSpPr/>
            <p:nvPr/>
          </p:nvSpPr>
          <p:spPr>
            <a:xfrm>
              <a:off x="7380446" y="3345627"/>
              <a:ext cx="509179" cy="328184"/>
            </a:xfrm>
            <a:custGeom>
              <a:avLst/>
              <a:gdLst/>
              <a:ahLst/>
              <a:cxnLst/>
              <a:rect l="l" t="t" r="r" b="b"/>
              <a:pathLst>
                <a:path w="3404" h="2194" extrusionOk="0">
                  <a:moveTo>
                    <a:pt x="3054" y="1"/>
                  </a:moveTo>
                  <a:cubicBezTo>
                    <a:pt x="2918" y="1"/>
                    <a:pt x="2797" y="70"/>
                    <a:pt x="2770" y="209"/>
                  </a:cubicBezTo>
                  <a:cubicBezTo>
                    <a:pt x="2736" y="243"/>
                    <a:pt x="2569" y="1177"/>
                    <a:pt x="1602" y="1510"/>
                  </a:cubicBezTo>
                  <a:cubicBezTo>
                    <a:pt x="1444" y="1563"/>
                    <a:pt x="1282" y="1586"/>
                    <a:pt x="1121" y="1586"/>
                  </a:cubicBezTo>
                  <a:cubicBezTo>
                    <a:pt x="774" y="1586"/>
                    <a:pt x="431" y="1480"/>
                    <a:pt x="134" y="1343"/>
                  </a:cubicBezTo>
                  <a:cubicBezTo>
                    <a:pt x="101" y="1543"/>
                    <a:pt x="68" y="1710"/>
                    <a:pt x="1" y="1910"/>
                  </a:cubicBezTo>
                  <a:cubicBezTo>
                    <a:pt x="378" y="2052"/>
                    <a:pt x="822" y="2193"/>
                    <a:pt x="1262" y="2193"/>
                  </a:cubicBezTo>
                  <a:cubicBezTo>
                    <a:pt x="1445" y="2193"/>
                    <a:pt x="1626" y="2169"/>
                    <a:pt x="1802" y="2111"/>
                  </a:cubicBezTo>
                  <a:cubicBezTo>
                    <a:pt x="2903" y="1744"/>
                    <a:pt x="3337" y="443"/>
                    <a:pt x="3337" y="409"/>
                  </a:cubicBezTo>
                  <a:cubicBezTo>
                    <a:pt x="3403" y="243"/>
                    <a:pt x="3303" y="76"/>
                    <a:pt x="3136" y="9"/>
                  </a:cubicBezTo>
                  <a:cubicBezTo>
                    <a:pt x="3109" y="3"/>
                    <a:pt x="3081" y="1"/>
                    <a:pt x="3054" y="1"/>
                  </a:cubicBezTo>
                  <a:close/>
                </a:path>
              </a:pathLst>
            </a:custGeom>
            <a:solidFill>
              <a:srgbClr val="802733"/>
            </a:solidFill>
            <a:ln w="9525" cap="flat" cmpd="sng">
              <a:solidFill>
                <a:srgbClr val="8027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93"/>
            <p:cNvSpPr/>
            <p:nvPr/>
          </p:nvSpPr>
          <p:spPr>
            <a:xfrm>
              <a:off x="7635037" y="3880837"/>
              <a:ext cx="509029" cy="1157769"/>
            </a:xfrm>
            <a:custGeom>
              <a:avLst/>
              <a:gdLst/>
              <a:ahLst/>
              <a:cxnLst/>
              <a:rect l="l" t="t" r="r" b="b"/>
              <a:pathLst>
                <a:path w="3403" h="7740" extrusionOk="0">
                  <a:moveTo>
                    <a:pt x="2635" y="0"/>
                  </a:moveTo>
                  <a:cubicBezTo>
                    <a:pt x="2535" y="67"/>
                    <a:pt x="0" y="2035"/>
                    <a:pt x="667" y="4604"/>
                  </a:cubicBezTo>
                  <a:cubicBezTo>
                    <a:pt x="1168" y="6572"/>
                    <a:pt x="1501" y="7739"/>
                    <a:pt x="1501" y="7739"/>
                  </a:cubicBezTo>
                  <a:lnTo>
                    <a:pt x="2702" y="7406"/>
                  </a:lnTo>
                  <a:cubicBezTo>
                    <a:pt x="2702" y="7372"/>
                    <a:pt x="2402" y="6238"/>
                    <a:pt x="1868" y="4303"/>
                  </a:cubicBezTo>
                  <a:cubicBezTo>
                    <a:pt x="1434" y="2535"/>
                    <a:pt x="3369" y="1001"/>
                    <a:pt x="3403" y="1001"/>
                  </a:cubicBezTo>
                  <a:lnTo>
                    <a:pt x="2635" y="0"/>
                  </a:lnTo>
                  <a:close/>
                </a:path>
              </a:pathLst>
            </a:custGeom>
            <a:solidFill>
              <a:srgbClr val="0626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93"/>
            <p:cNvSpPr/>
            <p:nvPr/>
          </p:nvSpPr>
          <p:spPr>
            <a:xfrm>
              <a:off x="8009146" y="3870815"/>
              <a:ext cx="968248" cy="648739"/>
            </a:xfrm>
            <a:custGeom>
              <a:avLst/>
              <a:gdLst/>
              <a:ahLst/>
              <a:cxnLst/>
              <a:rect l="l" t="t" r="r" b="b"/>
              <a:pathLst>
                <a:path w="6473" h="4337" extrusionOk="0">
                  <a:moveTo>
                    <a:pt x="1235" y="1"/>
                  </a:moveTo>
                  <a:lnTo>
                    <a:pt x="1" y="334"/>
                  </a:lnTo>
                  <a:cubicBezTo>
                    <a:pt x="168" y="1301"/>
                    <a:pt x="801" y="3703"/>
                    <a:pt x="2736" y="4237"/>
                  </a:cubicBezTo>
                  <a:cubicBezTo>
                    <a:pt x="2970" y="4304"/>
                    <a:pt x="3270" y="4337"/>
                    <a:pt x="3537" y="4337"/>
                  </a:cubicBezTo>
                  <a:cubicBezTo>
                    <a:pt x="4871" y="4337"/>
                    <a:pt x="6272" y="3670"/>
                    <a:pt x="6472" y="3570"/>
                  </a:cubicBezTo>
                  <a:lnTo>
                    <a:pt x="5905" y="2436"/>
                  </a:lnTo>
                  <a:cubicBezTo>
                    <a:pt x="5520" y="2628"/>
                    <a:pt x="4433" y="3070"/>
                    <a:pt x="3577" y="3070"/>
                  </a:cubicBezTo>
                  <a:cubicBezTo>
                    <a:pt x="3394" y="3070"/>
                    <a:pt x="3222" y="3050"/>
                    <a:pt x="3070" y="3003"/>
                  </a:cubicBezTo>
                  <a:cubicBezTo>
                    <a:pt x="2036" y="2736"/>
                    <a:pt x="1469" y="1335"/>
                    <a:pt x="1235" y="101"/>
                  </a:cubicBezTo>
                  <a:lnTo>
                    <a:pt x="1235" y="1"/>
                  </a:lnTo>
                  <a:close/>
                </a:path>
              </a:pathLst>
            </a:custGeom>
            <a:solidFill>
              <a:srgbClr val="0626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93"/>
            <p:cNvSpPr/>
            <p:nvPr/>
          </p:nvSpPr>
          <p:spPr>
            <a:xfrm>
              <a:off x="7804665" y="4973543"/>
              <a:ext cx="224673" cy="169776"/>
            </a:xfrm>
            <a:custGeom>
              <a:avLst/>
              <a:gdLst/>
              <a:ahLst/>
              <a:cxnLst/>
              <a:rect l="l" t="t" r="r" b="b"/>
              <a:pathLst>
                <a:path w="1502" h="1135" extrusionOk="0">
                  <a:moveTo>
                    <a:pt x="1335" y="0"/>
                  </a:moveTo>
                  <a:lnTo>
                    <a:pt x="434" y="401"/>
                  </a:lnTo>
                  <a:cubicBezTo>
                    <a:pt x="134" y="501"/>
                    <a:pt x="0" y="834"/>
                    <a:pt x="134" y="1135"/>
                  </a:cubicBezTo>
                  <a:lnTo>
                    <a:pt x="1201" y="668"/>
                  </a:lnTo>
                  <a:cubicBezTo>
                    <a:pt x="1401" y="601"/>
                    <a:pt x="1501" y="367"/>
                    <a:pt x="1401" y="167"/>
                  </a:cubicBezTo>
                  <a:lnTo>
                    <a:pt x="1335" y="0"/>
                  </a:lnTo>
                  <a:close/>
                </a:path>
              </a:pathLst>
            </a:custGeom>
            <a:solidFill>
              <a:srgbClr val="0626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93"/>
            <p:cNvSpPr/>
            <p:nvPr/>
          </p:nvSpPr>
          <p:spPr>
            <a:xfrm>
              <a:off x="8882414" y="4258983"/>
              <a:ext cx="169776" cy="203582"/>
            </a:xfrm>
            <a:custGeom>
              <a:avLst/>
              <a:gdLst/>
              <a:ahLst/>
              <a:cxnLst/>
              <a:rect l="l" t="t" r="r" b="b"/>
              <a:pathLst>
                <a:path w="1135" h="1361" extrusionOk="0">
                  <a:moveTo>
                    <a:pt x="330" y="1"/>
                  </a:moveTo>
                  <a:cubicBezTo>
                    <a:pt x="277" y="1"/>
                    <a:pt x="222" y="13"/>
                    <a:pt x="167" y="41"/>
                  </a:cubicBezTo>
                  <a:lnTo>
                    <a:pt x="0" y="141"/>
                  </a:lnTo>
                  <a:lnTo>
                    <a:pt x="401" y="1008"/>
                  </a:lnTo>
                  <a:cubicBezTo>
                    <a:pt x="499" y="1229"/>
                    <a:pt x="706" y="1360"/>
                    <a:pt x="915" y="1360"/>
                  </a:cubicBezTo>
                  <a:cubicBezTo>
                    <a:pt x="990" y="1360"/>
                    <a:pt x="1064" y="1343"/>
                    <a:pt x="1135" y="1308"/>
                  </a:cubicBezTo>
                  <a:lnTo>
                    <a:pt x="668" y="208"/>
                  </a:lnTo>
                  <a:cubicBezTo>
                    <a:pt x="595" y="87"/>
                    <a:pt x="470" y="1"/>
                    <a:pt x="330" y="1"/>
                  </a:cubicBezTo>
                  <a:close/>
                </a:path>
              </a:pathLst>
            </a:custGeom>
            <a:solidFill>
              <a:srgbClr val="0626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93"/>
            <p:cNvSpPr/>
            <p:nvPr/>
          </p:nvSpPr>
          <p:spPr>
            <a:xfrm>
              <a:off x="7834582" y="3845834"/>
              <a:ext cx="404321" cy="324444"/>
            </a:xfrm>
            <a:custGeom>
              <a:avLst/>
              <a:gdLst/>
              <a:ahLst/>
              <a:cxnLst/>
              <a:rect l="l" t="t" r="r" b="b"/>
              <a:pathLst>
                <a:path w="2703" h="2169" extrusionOk="0">
                  <a:moveTo>
                    <a:pt x="0" y="1"/>
                  </a:moveTo>
                  <a:lnTo>
                    <a:pt x="100" y="2036"/>
                  </a:lnTo>
                  <a:lnTo>
                    <a:pt x="2702" y="2169"/>
                  </a:lnTo>
                  <a:lnTo>
                    <a:pt x="2702" y="1"/>
                  </a:lnTo>
                  <a:close/>
                </a:path>
              </a:pathLst>
            </a:custGeom>
            <a:solidFill>
              <a:srgbClr val="0626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93"/>
            <p:cNvSpPr/>
            <p:nvPr/>
          </p:nvSpPr>
          <p:spPr>
            <a:xfrm>
              <a:off x="7729724" y="3273827"/>
              <a:ext cx="519201" cy="766760"/>
            </a:xfrm>
            <a:custGeom>
              <a:avLst/>
              <a:gdLst/>
              <a:ahLst/>
              <a:cxnLst/>
              <a:rect l="l" t="t" r="r" b="b"/>
              <a:pathLst>
                <a:path w="3471" h="5126" extrusionOk="0">
                  <a:moveTo>
                    <a:pt x="1699" y="1"/>
                  </a:moveTo>
                  <a:cubicBezTo>
                    <a:pt x="1375" y="1"/>
                    <a:pt x="1015" y="109"/>
                    <a:pt x="835" y="289"/>
                  </a:cubicBezTo>
                  <a:cubicBezTo>
                    <a:pt x="1" y="1223"/>
                    <a:pt x="701" y="5126"/>
                    <a:pt x="701" y="5126"/>
                  </a:cubicBezTo>
                  <a:lnTo>
                    <a:pt x="3470" y="4792"/>
                  </a:lnTo>
                  <a:cubicBezTo>
                    <a:pt x="3470" y="4792"/>
                    <a:pt x="3203" y="989"/>
                    <a:pt x="2236" y="155"/>
                  </a:cubicBezTo>
                  <a:cubicBezTo>
                    <a:pt x="2116" y="49"/>
                    <a:pt x="1916" y="1"/>
                    <a:pt x="1699" y="1"/>
                  </a:cubicBezTo>
                  <a:close/>
                </a:path>
              </a:pathLst>
            </a:custGeom>
            <a:solidFill>
              <a:srgbClr val="8027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93"/>
            <p:cNvSpPr/>
            <p:nvPr/>
          </p:nvSpPr>
          <p:spPr>
            <a:xfrm>
              <a:off x="7824560" y="3272331"/>
              <a:ext cx="239631" cy="229460"/>
            </a:xfrm>
            <a:custGeom>
              <a:avLst/>
              <a:gdLst/>
              <a:ahLst/>
              <a:cxnLst/>
              <a:rect l="l" t="t" r="r" b="b"/>
              <a:pathLst>
                <a:path w="1602" h="1534" extrusionOk="0">
                  <a:moveTo>
                    <a:pt x="1037" y="1"/>
                  </a:moveTo>
                  <a:cubicBezTo>
                    <a:pt x="720" y="1"/>
                    <a:pt x="376" y="105"/>
                    <a:pt x="201" y="299"/>
                  </a:cubicBezTo>
                  <a:cubicBezTo>
                    <a:pt x="134" y="366"/>
                    <a:pt x="67" y="466"/>
                    <a:pt x="1" y="566"/>
                  </a:cubicBezTo>
                  <a:lnTo>
                    <a:pt x="668" y="1533"/>
                  </a:lnTo>
                  <a:cubicBezTo>
                    <a:pt x="668" y="1533"/>
                    <a:pt x="1302" y="632"/>
                    <a:pt x="1602" y="165"/>
                  </a:cubicBezTo>
                  <a:cubicBezTo>
                    <a:pt x="1477" y="54"/>
                    <a:pt x="1264" y="1"/>
                    <a:pt x="103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93"/>
            <p:cNvSpPr/>
            <p:nvPr/>
          </p:nvSpPr>
          <p:spPr>
            <a:xfrm>
              <a:off x="7744682" y="3297013"/>
              <a:ext cx="129987" cy="573948"/>
            </a:xfrm>
            <a:custGeom>
              <a:avLst/>
              <a:gdLst/>
              <a:ahLst/>
              <a:cxnLst/>
              <a:rect l="l" t="t" r="r" b="b"/>
              <a:pathLst>
                <a:path w="869" h="3837" extrusionOk="0">
                  <a:moveTo>
                    <a:pt x="868" y="0"/>
                  </a:moveTo>
                  <a:lnTo>
                    <a:pt x="635" y="34"/>
                  </a:lnTo>
                  <a:cubicBezTo>
                    <a:pt x="635" y="67"/>
                    <a:pt x="1" y="634"/>
                    <a:pt x="34" y="1969"/>
                  </a:cubicBezTo>
                  <a:cubicBezTo>
                    <a:pt x="68" y="3303"/>
                    <a:pt x="401" y="3770"/>
                    <a:pt x="468" y="3837"/>
                  </a:cubicBezTo>
                  <a:cubicBezTo>
                    <a:pt x="468" y="3837"/>
                    <a:pt x="368" y="3136"/>
                    <a:pt x="401" y="1969"/>
                  </a:cubicBezTo>
                  <a:cubicBezTo>
                    <a:pt x="435" y="734"/>
                    <a:pt x="868" y="1"/>
                    <a:pt x="868" y="0"/>
                  </a:cubicBezTo>
                  <a:close/>
                </a:path>
              </a:pathLst>
            </a:custGeom>
            <a:solidFill>
              <a:srgbClr val="37618A"/>
            </a:solidFill>
            <a:ln w="9525" cap="flat" cmpd="sng">
              <a:solidFill>
                <a:srgbClr val="37618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93"/>
            <p:cNvSpPr/>
            <p:nvPr/>
          </p:nvSpPr>
          <p:spPr>
            <a:xfrm>
              <a:off x="7883188" y="2856138"/>
              <a:ext cx="154671" cy="241481"/>
            </a:xfrm>
            <a:custGeom>
              <a:avLst/>
              <a:gdLst/>
              <a:ahLst/>
              <a:cxnLst/>
              <a:rect l="l" t="t" r="r" b="b"/>
              <a:pathLst>
                <a:path w="1069" h="1602" extrusionOk="0">
                  <a:moveTo>
                    <a:pt x="868" y="0"/>
                  </a:moveTo>
                  <a:lnTo>
                    <a:pt x="1" y="133"/>
                  </a:lnTo>
                  <a:lnTo>
                    <a:pt x="1068" y="1601"/>
                  </a:lnTo>
                  <a:lnTo>
                    <a:pt x="868" y="0"/>
                  </a:lnTo>
                  <a:close/>
                  <a:moveTo>
                    <a:pt x="1068" y="1601"/>
                  </a:moveTo>
                  <a:lnTo>
                    <a:pt x="1068" y="1601"/>
                  </a:lnTo>
                  <a:lnTo>
                    <a:pt x="1068" y="1601"/>
                  </a:lnTo>
                  <a:close/>
                </a:path>
              </a:pathLst>
            </a:custGeom>
            <a:solidFill>
              <a:srgbClr val="0626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93"/>
            <p:cNvSpPr/>
            <p:nvPr/>
          </p:nvSpPr>
          <p:spPr>
            <a:xfrm>
              <a:off x="8403448" y="3516601"/>
              <a:ext cx="204629" cy="317564"/>
            </a:xfrm>
            <a:custGeom>
              <a:avLst/>
              <a:gdLst/>
              <a:ahLst/>
              <a:cxnLst/>
              <a:rect l="l" t="t" r="r" b="b"/>
              <a:pathLst>
                <a:path w="1368" h="2123" extrusionOk="0">
                  <a:moveTo>
                    <a:pt x="467" y="0"/>
                  </a:moveTo>
                  <a:cubicBezTo>
                    <a:pt x="334" y="100"/>
                    <a:pt x="200" y="200"/>
                    <a:pt x="67" y="334"/>
                  </a:cubicBezTo>
                  <a:cubicBezTo>
                    <a:pt x="67" y="367"/>
                    <a:pt x="33" y="367"/>
                    <a:pt x="0" y="400"/>
                  </a:cubicBezTo>
                  <a:cubicBezTo>
                    <a:pt x="434" y="1134"/>
                    <a:pt x="767" y="1902"/>
                    <a:pt x="767" y="1935"/>
                  </a:cubicBezTo>
                  <a:cubicBezTo>
                    <a:pt x="793" y="2039"/>
                    <a:pt x="921" y="2123"/>
                    <a:pt x="1055" y="2123"/>
                  </a:cubicBezTo>
                  <a:cubicBezTo>
                    <a:pt x="1093" y="2123"/>
                    <a:pt x="1131" y="2116"/>
                    <a:pt x="1168" y="2102"/>
                  </a:cubicBezTo>
                  <a:cubicBezTo>
                    <a:pt x="1268" y="2035"/>
                    <a:pt x="1334" y="1968"/>
                    <a:pt x="1368" y="1835"/>
                  </a:cubicBezTo>
                  <a:cubicBezTo>
                    <a:pt x="1368" y="1801"/>
                    <a:pt x="1368" y="1735"/>
                    <a:pt x="1334" y="1701"/>
                  </a:cubicBezTo>
                  <a:cubicBezTo>
                    <a:pt x="1301" y="1635"/>
                    <a:pt x="967" y="767"/>
                    <a:pt x="4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93"/>
            <p:cNvSpPr/>
            <p:nvPr/>
          </p:nvSpPr>
          <p:spPr>
            <a:xfrm>
              <a:off x="8034126" y="3328276"/>
              <a:ext cx="489135" cy="313226"/>
            </a:xfrm>
            <a:custGeom>
              <a:avLst/>
              <a:gdLst/>
              <a:ahLst/>
              <a:cxnLst/>
              <a:rect l="l" t="t" r="r" b="b"/>
              <a:pathLst>
                <a:path w="3270" h="2094" extrusionOk="0">
                  <a:moveTo>
                    <a:pt x="933" y="0"/>
                  </a:moveTo>
                  <a:cubicBezTo>
                    <a:pt x="578" y="0"/>
                    <a:pt x="315" y="58"/>
                    <a:pt x="301" y="58"/>
                  </a:cubicBezTo>
                  <a:cubicBezTo>
                    <a:pt x="134" y="58"/>
                    <a:pt x="1" y="192"/>
                    <a:pt x="1" y="359"/>
                  </a:cubicBezTo>
                  <a:cubicBezTo>
                    <a:pt x="1" y="525"/>
                    <a:pt x="134" y="692"/>
                    <a:pt x="301" y="692"/>
                  </a:cubicBezTo>
                  <a:cubicBezTo>
                    <a:pt x="301" y="692"/>
                    <a:pt x="563" y="625"/>
                    <a:pt x="899" y="625"/>
                  </a:cubicBezTo>
                  <a:cubicBezTo>
                    <a:pt x="1272" y="625"/>
                    <a:pt x="1737" y="708"/>
                    <a:pt x="2035" y="1059"/>
                  </a:cubicBezTo>
                  <a:cubicBezTo>
                    <a:pt x="2302" y="1359"/>
                    <a:pt x="2502" y="1726"/>
                    <a:pt x="2703" y="2093"/>
                  </a:cubicBezTo>
                  <a:cubicBezTo>
                    <a:pt x="2836" y="1993"/>
                    <a:pt x="2969" y="1893"/>
                    <a:pt x="3136" y="1826"/>
                  </a:cubicBezTo>
                  <a:cubicBezTo>
                    <a:pt x="3170" y="1826"/>
                    <a:pt x="3203" y="1826"/>
                    <a:pt x="3270" y="1793"/>
                  </a:cubicBezTo>
                  <a:cubicBezTo>
                    <a:pt x="3036" y="1426"/>
                    <a:pt x="2803" y="992"/>
                    <a:pt x="2536" y="659"/>
                  </a:cubicBezTo>
                  <a:cubicBezTo>
                    <a:pt x="2108" y="114"/>
                    <a:pt x="1430" y="0"/>
                    <a:pt x="933" y="0"/>
                  </a:cubicBezTo>
                  <a:close/>
                </a:path>
              </a:pathLst>
            </a:custGeom>
            <a:solidFill>
              <a:srgbClr val="8027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93"/>
            <p:cNvSpPr/>
            <p:nvPr/>
          </p:nvSpPr>
          <p:spPr>
            <a:xfrm>
              <a:off x="8004210" y="3262010"/>
              <a:ext cx="269548" cy="608950"/>
            </a:xfrm>
            <a:custGeom>
              <a:avLst/>
              <a:gdLst/>
              <a:ahLst/>
              <a:cxnLst/>
              <a:rect l="l" t="t" r="r" b="b"/>
              <a:pathLst>
                <a:path w="1802" h="4071" extrusionOk="0">
                  <a:moveTo>
                    <a:pt x="534" y="1"/>
                  </a:moveTo>
                  <a:cubicBezTo>
                    <a:pt x="534" y="34"/>
                    <a:pt x="1" y="768"/>
                    <a:pt x="67" y="1802"/>
                  </a:cubicBezTo>
                  <a:cubicBezTo>
                    <a:pt x="134" y="2836"/>
                    <a:pt x="1535" y="4037"/>
                    <a:pt x="1568" y="4071"/>
                  </a:cubicBezTo>
                  <a:lnTo>
                    <a:pt x="1802" y="3804"/>
                  </a:lnTo>
                  <a:cubicBezTo>
                    <a:pt x="1802" y="3770"/>
                    <a:pt x="501" y="2636"/>
                    <a:pt x="434" y="1769"/>
                  </a:cubicBezTo>
                  <a:cubicBezTo>
                    <a:pt x="367" y="868"/>
                    <a:pt x="834" y="201"/>
                    <a:pt x="834" y="201"/>
                  </a:cubicBezTo>
                  <a:lnTo>
                    <a:pt x="534" y="1"/>
                  </a:lnTo>
                  <a:close/>
                </a:path>
              </a:pathLst>
            </a:custGeom>
            <a:solidFill>
              <a:srgbClr val="3761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93"/>
            <p:cNvSpPr/>
            <p:nvPr/>
          </p:nvSpPr>
          <p:spPr>
            <a:xfrm>
              <a:off x="7869435" y="3207263"/>
              <a:ext cx="129987" cy="174712"/>
            </a:xfrm>
            <a:custGeom>
              <a:avLst/>
              <a:gdLst/>
              <a:ahLst/>
              <a:cxnLst/>
              <a:rect l="l" t="t" r="r" b="b"/>
              <a:pathLst>
                <a:path w="869" h="1168" extrusionOk="0">
                  <a:moveTo>
                    <a:pt x="768" y="0"/>
                  </a:moveTo>
                  <a:lnTo>
                    <a:pt x="1" y="100"/>
                  </a:lnTo>
                  <a:lnTo>
                    <a:pt x="101" y="834"/>
                  </a:lnTo>
                  <a:cubicBezTo>
                    <a:pt x="134" y="1034"/>
                    <a:pt x="301" y="1168"/>
                    <a:pt x="535" y="1168"/>
                  </a:cubicBezTo>
                  <a:cubicBezTo>
                    <a:pt x="735" y="1134"/>
                    <a:pt x="868" y="934"/>
                    <a:pt x="835" y="734"/>
                  </a:cubicBezTo>
                  <a:lnTo>
                    <a:pt x="7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02" name="Google Shape;2302;p93"/>
          <p:cNvSpPr/>
          <p:nvPr/>
        </p:nvSpPr>
        <p:spPr>
          <a:xfrm rot="-339997">
            <a:off x="1761875" y="961245"/>
            <a:ext cx="583351" cy="107912"/>
          </a:xfrm>
          <a:prstGeom prst="roundRect">
            <a:avLst>
              <a:gd name="adj" fmla="val 16667"/>
            </a:avLst>
          </a:pr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04"/>
        <p:cNvGrpSpPr/>
        <p:nvPr/>
      </p:nvGrpSpPr>
      <p:grpSpPr>
        <a:xfrm>
          <a:off x="0" y="0"/>
          <a:ext cx="0" cy="0"/>
          <a:chOff x="0" y="0"/>
          <a:chExt cx="0" cy="0"/>
        </a:xfrm>
      </p:grpSpPr>
      <p:grpSp>
        <p:nvGrpSpPr>
          <p:cNvPr id="2906" name="Google Shape;2906;p108"/>
          <p:cNvGrpSpPr/>
          <p:nvPr/>
        </p:nvGrpSpPr>
        <p:grpSpPr>
          <a:xfrm>
            <a:off x="417435" y="237007"/>
            <a:ext cx="591604" cy="615737"/>
            <a:chOff x="5593285" y="1262634"/>
            <a:chExt cx="1852814" cy="1928398"/>
          </a:xfrm>
        </p:grpSpPr>
        <p:sp>
          <p:nvSpPr>
            <p:cNvPr id="2907" name="Google Shape;2907;p108"/>
            <p:cNvSpPr/>
            <p:nvPr/>
          </p:nvSpPr>
          <p:spPr>
            <a:xfrm rot="1799956">
              <a:off x="6377770" y="2014775"/>
              <a:ext cx="639880" cy="1089253"/>
            </a:xfrm>
            <a:custGeom>
              <a:avLst/>
              <a:gdLst/>
              <a:ahLst/>
              <a:cxnLst/>
              <a:rect l="l" t="t" r="r" b="b"/>
              <a:pathLst>
                <a:path w="18178" h="30944" extrusionOk="0">
                  <a:moveTo>
                    <a:pt x="18177" y="0"/>
                  </a:moveTo>
                  <a:lnTo>
                    <a:pt x="1" y="9818"/>
                  </a:lnTo>
                  <a:lnTo>
                    <a:pt x="1" y="30943"/>
                  </a:lnTo>
                  <a:lnTo>
                    <a:pt x="18177" y="20153"/>
                  </a:lnTo>
                  <a:lnTo>
                    <a:pt x="181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108"/>
            <p:cNvSpPr/>
            <p:nvPr/>
          </p:nvSpPr>
          <p:spPr>
            <a:xfrm rot="1799956">
              <a:off x="6065202" y="1533009"/>
              <a:ext cx="1280781" cy="743652"/>
            </a:xfrm>
            <a:custGeom>
              <a:avLst/>
              <a:gdLst/>
              <a:ahLst/>
              <a:cxnLst/>
              <a:rect l="l" t="t" r="r" b="b"/>
              <a:pathLst>
                <a:path w="36385" h="21126" extrusionOk="0">
                  <a:moveTo>
                    <a:pt x="18694" y="0"/>
                  </a:moveTo>
                  <a:lnTo>
                    <a:pt x="1" y="10821"/>
                  </a:lnTo>
                  <a:lnTo>
                    <a:pt x="18208" y="21125"/>
                  </a:lnTo>
                  <a:lnTo>
                    <a:pt x="36384" y="11307"/>
                  </a:lnTo>
                  <a:lnTo>
                    <a:pt x="18694" y="0"/>
                  </a:lnTo>
                  <a:close/>
                </a:path>
              </a:pathLst>
            </a:custGeom>
            <a:solidFill>
              <a:srgbClr val="84AF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108"/>
            <p:cNvSpPr/>
            <p:nvPr/>
          </p:nvSpPr>
          <p:spPr>
            <a:xfrm rot="1799956">
              <a:off x="5826936" y="1678634"/>
              <a:ext cx="640936" cy="1106361"/>
            </a:xfrm>
            <a:custGeom>
              <a:avLst/>
              <a:gdLst/>
              <a:ahLst/>
              <a:cxnLst/>
              <a:rect l="l" t="t" r="r" b="b"/>
              <a:pathLst>
                <a:path w="18208" h="31430" extrusionOk="0">
                  <a:moveTo>
                    <a:pt x="1" y="0"/>
                  </a:moveTo>
                  <a:lnTo>
                    <a:pt x="1" y="20639"/>
                  </a:lnTo>
                  <a:lnTo>
                    <a:pt x="18208" y="31429"/>
                  </a:lnTo>
                  <a:lnTo>
                    <a:pt x="18208" y="10304"/>
                  </a:lnTo>
                  <a:lnTo>
                    <a:pt x="1" y="0"/>
                  </a:lnTo>
                  <a:close/>
                </a:path>
              </a:pathLst>
            </a:custGeom>
            <a:solidFill>
              <a:srgbClr val="618C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108"/>
            <p:cNvSpPr/>
            <p:nvPr/>
          </p:nvSpPr>
          <p:spPr>
            <a:xfrm rot="1799956">
              <a:off x="6605689" y="2310697"/>
              <a:ext cx="77090" cy="139149"/>
            </a:xfrm>
            <a:custGeom>
              <a:avLst/>
              <a:gdLst/>
              <a:ahLst/>
              <a:cxnLst/>
              <a:rect l="l" t="t" r="r" b="b"/>
              <a:pathLst>
                <a:path w="2190" h="3953" extrusionOk="0">
                  <a:moveTo>
                    <a:pt x="244" y="1"/>
                  </a:moveTo>
                  <a:cubicBezTo>
                    <a:pt x="153" y="1"/>
                    <a:pt x="61" y="31"/>
                    <a:pt x="1" y="31"/>
                  </a:cubicBezTo>
                  <a:cubicBezTo>
                    <a:pt x="943" y="153"/>
                    <a:pt x="1703" y="973"/>
                    <a:pt x="1703" y="1976"/>
                  </a:cubicBezTo>
                  <a:cubicBezTo>
                    <a:pt x="1703" y="2979"/>
                    <a:pt x="943" y="3800"/>
                    <a:pt x="1" y="3922"/>
                  </a:cubicBezTo>
                  <a:cubicBezTo>
                    <a:pt x="61" y="3922"/>
                    <a:pt x="153" y="3952"/>
                    <a:pt x="244" y="3952"/>
                  </a:cubicBezTo>
                  <a:cubicBezTo>
                    <a:pt x="1308" y="3952"/>
                    <a:pt x="2189" y="3071"/>
                    <a:pt x="2189" y="1976"/>
                  </a:cubicBezTo>
                  <a:cubicBezTo>
                    <a:pt x="2189" y="882"/>
                    <a:pt x="130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108"/>
            <p:cNvSpPr/>
            <p:nvPr/>
          </p:nvSpPr>
          <p:spPr>
            <a:xfrm rot="1799956">
              <a:off x="6549921" y="2292252"/>
              <a:ext cx="120950" cy="136966"/>
            </a:xfrm>
            <a:custGeom>
              <a:avLst/>
              <a:gdLst/>
              <a:ahLst/>
              <a:cxnLst/>
              <a:rect l="l" t="t" r="r" b="b"/>
              <a:pathLst>
                <a:path w="3436" h="3891" extrusionOk="0">
                  <a:moveTo>
                    <a:pt x="1703" y="0"/>
                  </a:moveTo>
                  <a:cubicBezTo>
                    <a:pt x="761" y="0"/>
                    <a:pt x="1" y="882"/>
                    <a:pt x="1" y="1945"/>
                  </a:cubicBezTo>
                  <a:cubicBezTo>
                    <a:pt x="1" y="3009"/>
                    <a:pt x="761" y="3891"/>
                    <a:pt x="1703" y="3891"/>
                  </a:cubicBezTo>
                  <a:cubicBezTo>
                    <a:pt x="2676" y="3891"/>
                    <a:pt x="3436" y="3009"/>
                    <a:pt x="3436" y="1945"/>
                  </a:cubicBezTo>
                  <a:cubicBezTo>
                    <a:pt x="3436" y="882"/>
                    <a:pt x="2676" y="0"/>
                    <a:pt x="170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108"/>
            <p:cNvSpPr/>
            <p:nvPr/>
          </p:nvSpPr>
          <p:spPr>
            <a:xfrm rot="1799956">
              <a:off x="6442560" y="2687541"/>
              <a:ext cx="78146" cy="139114"/>
            </a:xfrm>
            <a:custGeom>
              <a:avLst/>
              <a:gdLst/>
              <a:ahLst/>
              <a:cxnLst/>
              <a:rect l="l" t="t" r="r" b="b"/>
              <a:pathLst>
                <a:path w="2220" h="3952" extrusionOk="0">
                  <a:moveTo>
                    <a:pt x="244" y="0"/>
                  </a:moveTo>
                  <a:cubicBezTo>
                    <a:pt x="183" y="0"/>
                    <a:pt x="92" y="31"/>
                    <a:pt x="1" y="31"/>
                  </a:cubicBezTo>
                  <a:cubicBezTo>
                    <a:pt x="974" y="152"/>
                    <a:pt x="1734" y="973"/>
                    <a:pt x="1734" y="1976"/>
                  </a:cubicBezTo>
                  <a:cubicBezTo>
                    <a:pt x="1734" y="2979"/>
                    <a:pt x="974" y="3800"/>
                    <a:pt x="1" y="3921"/>
                  </a:cubicBezTo>
                  <a:cubicBezTo>
                    <a:pt x="92" y="3921"/>
                    <a:pt x="183" y="3952"/>
                    <a:pt x="244" y="3952"/>
                  </a:cubicBezTo>
                  <a:cubicBezTo>
                    <a:pt x="1338" y="3952"/>
                    <a:pt x="2220" y="3070"/>
                    <a:pt x="2220" y="1976"/>
                  </a:cubicBezTo>
                  <a:cubicBezTo>
                    <a:pt x="2220" y="882"/>
                    <a:pt x="1338" y="0"/>
                    <a:pt x="24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108"/>
            <p:cNvSpPr/>
            <p:nvPr/>
          </p:nvSpPr>
          <p:spPr>
            <a:xfrm rot="1799956">
              <a:off x="6387808" y="2669343"/>
              <a:ext cx="120950" cy="137001"/>
            </a:xfrm>
            <a:custGeom>
              <a:avLst/>
              <a:gdLst/>
              <a:ahLst/>
              <a:cxnLst/>
              <a:rect l="l" t="t" r="r" b="b"/>
              <a:pathLst>
                <a:path w="3436" h="3892" extrusionOk="0">
                  <a:moveTo>
                    <a:pt x="1703" y="1"/>
                  </a:moveTo>
                  <a:cubicBezTo>
                    <a:pt x="761" y="1"/>
                    <a:pt x="1" y="882"/>
                    <a:pt x="1" y="1946"/>
                  </a:cubicBezTo>
                  <a:cubicBezTo>
                    <a:pt x="1" y="3010"/>
                    <a:pt x="761" y="3891"/>
                    <a:pt x="1703" y="3891"/>
                  </a:cubicBezTo>
                  <a:cubicBezTo>
                    <a:pt x="2676" y="3891"/>
                    <a:pt x="3436" y="3010"/>
                    <a:pt x="3436" y="1946"/>
                  </a:cubicBezTo>
                  <a:cubicBezTo>
                    <a:pt x="3436" y="882"/>
                    <a:pt x="2676" y="1"/>
                    <a:pt x="170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108"/>
            <p:cNvSpPr/>
            <p:nvPr/>
          </p:nvSpPr>
          <p:spPr>
            <a:xfrm rot="1799956">
              <a:off x="6923881" y="2314455"/>
              <a:ext cx="122006" cy="137001"/>
            </a:xfrm>
            <a:custGeom>
              <a:avLst/>
              <a:gdLst/>
              <a:ahLst/>
              <a:cxnLst/>
              <a:rect l="l" t="t" r="r" b="b"/>
              <a:pathLst>
                <a:path w="3466" h="3892" extrusionOk="0">
                  <a:moveTo>
                    <a:pt x="1733" y="1"/>
                  </a:moveTo>
                  <a:cubicBezTo>
                    <a:pt x="791" y="1"/>
                    <a:pt x="1" y="882"/>
                    <a:pt x="1" y="1946"/>
                  </a:cubicBezTo>
                  <a:cubicBezTo>
                    <a:pt x="1" y="3040"/>
                    <a:pt x="791" y="3892"/>
                    <a:pt x="1733" y="3892"/>
                  </a:cubicBezTo>
                  <a:cubicBezTo>
                    <a:pt x="2676" y="3892"/>
                    <a:pt x="3466" y="3040"/>
                    <a:pt x="3466" y="1946"/>
                  </a:cubicBezTo>
                  <a:cubicBezTo>
                    <a:pt x="3466" y="882"/>
                    <a:pt x="2676"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108"/>
            <p:cNvSpPr/>
            <p:nvPr/>
          </p:nvSpPr>
          <p:spPr>
            <a:xfrm rot="1799956">
              <a:off x="5913516" y="2179727"/>
              <a:ext cx="83496" cy="138550"/>
            </a:xfrm>
            <a:custGeom>
              <a:avLst/>
              <a:gdLst/>
              <a:ahLst/>
              <a:cxnLst/>
              <a:rect l="l" t="t" r="r" b="b"/>
              <a:pathLst>
                <a:path w="2372" h="3936" extrusionOk="0">
                  <a:moveTo>
                    <a:pt x="301" y="0"/>
                  </a:moveTo>
                  <a:cubicBezTo>
                    <a:pt x="282" y="0"/>
                    <a:pt x="263" y="1"/>
                    <a:pt x="244" y="1"/>
                  </a:cubicBezTo>
                  <a:cubicBezTo>
                    <a:pt x="152" y="31"/>
                    <a:pt x="61" y="31"/>
                    <a:pt x="0" y="62"/>
                  </a:cubicBezTo>
                  <a:cubicBezTo>
                    <a:pt x="973" y="123"/>
                    <a:pt x="1763" y="883"/>
                    <a:pt x="1824" y="1886"/>
                  </a:cubicBezTo>
                  <a:cubicBezTo>
                    <a:pt x="1855" y="2889"/>
                    <a:pt x="1155" y="3740"/>
                    <a:pt x="213" y="3922"/>
                  </a:cubicBezTo>
                  <a:cubicBezTo>
                    <a:pt x="254" y="3922"/>
                    <a:pt x="308" y="3936"/>
                    <a:pt x="366" y="3936"/>
                  </a:cubicBezTo>
                  <a:cubicBezTo>
                    <a:pt x="396" y="3936"/>
                    <a:pt x="426" y="3932"/>
                    <a:pt x="456" y="3922"/>
                  </a:cubicBezTo>
                  <a:cubicBezTo>
                    <a:pt x="1520" y="3892"/>
                    <a:pt x="2371" y="2949"/>
                    <a:pt x="2310" y="1855"/>
                  </a:cubicBezTo>
                  <a:cubicBezTo>
                    <a:pt x="2251" y="810"/>
                    <a:pt x="1341"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108"/>
            <p:cNvSpPr/>
            <p:nvPr/>
          </p:nvSpPr>
          <p:spPr>
            <a:xfrm rot="1799956">
              <a:off x="5858415" y="2162128"/>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7" y="3867"/>
                  </a:cubicBezTo>
                  <a:cubicBezTo>
                    <a:pt x="1819" y="3867"/>
                    <a:pt x="1852" y="3866"/>
                    <a:pt x="1885" y="3864"/>
                  </a:cubicBezTo>
                  <a:cubicBezTo>
                    <a:pt x="2827" y="3834"/>
                    <a:pt x="3557"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108"/>
            <p:cNvSpPr/>
            <p:nvPr/>
          </p:nvSpPr>
          <p:spPr>
            <a:xfrm rot="1799956">
              <a:off x="6026175" y="2006187"/>
              <a:ext cx="83496" cy="138163"/>
            </a:xfrm>
            <a:custGeom>
              <a:avLst/>
              <a:gdLst/>
              <a:ahLst/>
              <a:cxnLst/>
              <a:rect l="l" t="t" r="r" b="b"/>
              <a:pathLst>
                <a:path w="2372" h="3925" extrusionOk="0">
                  <a:moveTo>
                    <a:pt x="357" y="1"/>
                  </a:moveTo>
                  <a:cubicBezTo>
                    <a:pt x="320" y="1"/>
                    <a:pt x="282" y="2"/>
                    <a:pt x="244" y="4"/>
                  </a:cubicBezTo>
                  <a:cubicBezTo>
                    <a:pt x="152" y="4"/>
                    <a:pt x="92" y="34"/>
                    <a:pt x="0" y="34"/>
                  </a:cubicBezTo>
                  <a:cubicBezTo>
                    <a:pt x="973" y="95"/>
                    <a:pt x="1763" y="885"/>
                    <a:pt x="1824" y="1888"/>
                  </a:cubicBezTo>
                  <a:cubicBezTo>
                    <a:pt x="1885" y="2861"/>
                    <a:pt x="1186" y="3742"/>
                    <a:pt x="213" y="3894"/>
                  </a:cubicBezTo>
                  <a:cubicBezTo>
                    <a:pt x="304" y="3925"/>
                    <a:pt x="365" y="3925"/>
                    <a:pt x="456" y="3925"/>
                  </a:cubicBezTo>
                  <a:cubicBezTo>
                    <a:pt x="1551" y="3864"/>
                    <a:pt x="2371" y="2922"/>
                    <a:pt x="2310" y="1858"/>
                  </a:cubicBezTo>
                  <a:cubicBezTo>
                    <a:pt x="2252" y="802"/>
                    <a:pt x="1400" y="1"/>
                    <a:pt x="357"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108"/>
            <p:cNvSpPr/>
            <p:nvPr/>
          </p:nvSpPr>
          <p:spPr>
            <a:xfrm rot="1799956">
              <a:off x="5972129" y="1988203"/>
              <a:ext cx="125209" cy="137107"/>
            </a:xfrm>
            <a:custGeom>
              <a:avLst/>
              <a:gdLst/>
              <a:ahLst/>
              <a:cxnLst/>
              <a:rect l="l" t="t" r="r" b="b"/>
              <a:pathLst>
                <a:path w="3557" h="3895" extrusionOk="0">
                  <a:moveTo>
                    <a:pt x="1767" y="0"/>
                  </a:moveTo>
                  <a:cubicBezTo>
                    <a:pt x="1736" y="0"/>
                    <a:pt x="1704" y="1"/>
                    <a:pt x="1672" y="3"/>
                  </a:cubicBezTo>
                  <a:cubicBezTo>
                    <a:pt x="700" y="64"/>
                    <a:pt x="1" y="976"/>
                    <a:pt x="61" y="2040"/>
                  </a:cubicBezTo>
                  <a:cubicBezTo>
                    <a:pt x="121" y="3084"/>
                    <a:pt x="884" y="3895"/>
                    <a:pt x="1833" y="3895"/>
                  </a:cubicBezTo>
                  <a:cubicBezTo>
                    <a:pt x="1850" y="3895"/>
                    <a:pt x="1868" y="3894"/>
                    <a:pt x="1885" y="3894"/>
                  </a:cubicBezTo>
                  <a:cubicBezTo>
                    <a:pt x="2827" y="3833"/>
                    <a:pt x="3557" y="2921"/>
                    <a:pt x="3496" y="1857"/>
                  </a:cubicBezTo>
                  <a:cubicBezTo>
                    <a:pt x="3437" y="829"/>
                    <a:pt x="2669" y="0"/>
                    <a:pt x="1767"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108"/>
            <p:cNvSpPr/>
            <p:nvPr/>
          </p:nvSpPr>
          <p:spPr>
            <a:xfrm rot="1799956">
              <a:off x="6133528" y="1828513"/>
              <a:ext cx="83496" cy="138656"/>
            </a:xfrm>
            <a:custGeom>
              <a:avLst/>
              <a:gdLst/>
              <a:ahLst/>
              <a:cxnLst/>
              <a:rect l="l" t="t" r="r" b="b"/>
              <a:pathLst>
                <a:path w="2372" h="3939" extrusionOk="0">
                  <a:moveTo>
                    <a:pt x="354" y="1"/>
                  </a:moveTo>
                  <a:cubicBezTo>
                    <a:pt x="318" y="1"/>
                    <a:pt x="281" y="2"/>
                    <a:pt x="244" y="4"/>
                  </a:cubicBezTo>
                  <a:cubicBezTo>
                    <a:pt x="153" y="4"/>
                    <a:pt x="92" y="34"/>
                    <a:pt x="1" y="65"/>
                  </a:cubicBezTo>
                  <a:cubicBezTo>
                    <a:pt x="974" y="126"/>
                    <a:pt x="1764" y="885"/>
                    <a:pt x="1825" y="1889"/>
                  </a:cubicBezTo>
                  <a:cubicBezTo>
                    <a:pt x="1885" y="2892"/>
                    <a:pt x="1186" y="3743"/>
                    <a:pt x="214" y="3925"/>
                  </a:cubicBezTo>
                  <a:cubicBezTo>
                    <a:pt x="275" y="3925"/>
                    <a:pt x="335" y="3939"/>
                    <a:pt x="387" y="3939"/>
                  </a:cubicBezTo>
                  <a:cubicBezTo>
                    <a:pt x="413" y="3939"/>
                    <a:pt x="437" y="3935"/>
                    <a:pt x="457" y="3925"/>
                  </a:cubicBezTo>
                  <a:cubicBezTo>
                    <a:pt x="1551" y="3864"/>
                    <a:pt x="2372" y="2952"/>
                    <a:pt x="2311" y="1858"/>
                  </a:cubicBezTo>
                  <a:cubicBezTo>
                    <a:pt x="2252" y="830"/>
                    <a:pt x="1399" y="1"/>
                    <a:pt x="3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108"/>
            <p:cNvSpPr/>
            <p:nvPr/>
          </p:nvSpPr>
          <p:spPr>
            <a:xfrm rot="1799956">
              <a:off x="6079344" y="1811559"/>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6" y="3867"/>
                  </a:cubicBezTo>
                  <a:cubicBezTo>
                    <a:pt x="1819" y="3867"/>
                    <a:pt x="1852" y="3866"/>
                    <a:pt x="1885" y="3864"/>
                  </a:cubicBezTo>
                  <a:cubicBezTo>
                    <a:pt x="2827" y="3834"/>
                    <a:pt x="3556"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108"/>
            <p:cNvSpPr/>
            <p:nvPr/>
          </p:nvSpPr>
          <p:spPr>
            <a:xfrm rot="1799956">
              <a:off x="6105082" y="2510591"/>
              <a:ext cx="80258" cy="139149"/>
            </a:xfrm>
            <a:custGeom>
              <a:avLst/>
              <a:gdLst/>
              <a:ahLst/>
              <a:cxnLst/>
              <a:rect l="l" t="t" r="r" b="b"/>
              <a:pathLst>
                <a:path w="2280" h="3953" extrusionOk="0">
                  <a:moveTo>
                    <a:pt x="300" y="0"/>
                  </a:moveTo>
                  <a:cubicBezTo>
                    <a:pt x="281" y="0"/>
                    <a:pt x="262" y="0"/>
                    <a:pt x="243" y="1"/>
                  </a:cubicBezTo>
                  <a:cubicBezTo>
                    <a:pt x="152" y="1"/>
                    <a:pt x="91" y="31"/>
                    <a:pt x="0" y="31"/>
                  </a:cubicBezTo>
                  <a:cubicBezTo>
                    <a:pt x="973" y="122"/>
                    <a:pt x="1733" y="943"/>
                    <a:pt x="1763" y="1916"/>
                  </a:cubicBezTo>
                  <a:cubicBezTo>
                    <a:pt x="1793" y="2919"/>
                    <a:pt x="1064" y="3770"/>
                    <a:pt x="91" y="3922"/>
                  </a:cubicBezTo>
                  <a:cubicBezTo>
                    <a:pt x="182" y="3922"/>
                    <a:pt x="274" y="3952"/>
                    <a:pt x="365" y="3952"/>
                  </a:cubicBezTo>
                  <a:cubicBezTo>
                    <a:pt x="1429" y="3922"/>
                    <a:pt x="2280" y="3010"/>
                    <a:pt x="2249" y="1916"/>
                  </a:cubicBezTo>
                  <a:cubicBezTo>
                    <a:pt x="2220" y="841"/>
                    <a:pt x="1368" y="0"/>
                    <a:pt x="300"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108"/>
            <p:cNvSpPr/>
            <p:nvPr/>
          </p:nvSpPr>
          <p:spPr>
            <a:xfrm rot="1799956">
              <a:off x="6050226" y="2492648"/>
              <a:ext cx="124153" cy="137037"/>
            </a:xfrm>
            <a:custGeom>
              <a:avLst/>
              <a:gdLst/>
              <a:ahLst/>
              <a:cxnLst/>
              <a:rect l="l" t="t" r="r" b="b"/>
              <a:pathLst>
                <a:path w="3527" h="3893" extrusionOk="0">
                  <a:moveTo>
                    <a:pt x="1752" y="0"/>
                  </a:moveTo>
                  <a:cubicBezTo>
                    <a:pt x="1736" y="0"/>
                    <a:pt x="1719" y="1"/>
                    <a:pt x="1703" y="1"/>
                  </a:cubicBezTo>
                  <a:cubicBezTo>
                    <a:pt x="761" y="32"/>
                    <a:pt x="1" y="913"/>
                    <a:pt x="31" y="2007"/>
                  </a:cubicBezTo>
                  <a:cubicBezTo>
                    <a:pt x="61" y="3053"/>
                    <a:pt x="854" y="3893"/>
                    <a:pt x="1776" y="3893"/>
                  </a:cubicBezTo>
                  <a:cubicBezTo>
                    <a:pt x="1792" y="3893"/>
                    <a:pt x="1808" y="3892"/>
                    <a:pt x="1825" y="3892"/>
                  </a:cubicBezTo>
                  <a:cubicBezTo>
                    <a:pt x="2767" y="3862"/>
                    <a:pt x="3527" y="2980"/>
                    <a:pt x="3496" y="1886"/>
                  </a:cubicBezTo>
                  <a:cubicBezTo>
                    <a:pt x="3467" y="840"/>
                    <a:pt x="2674" y="0"/>
                    <a:pt x="1752"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108"/>
            <p:cNvSpPr/>
            <p:nvPr/>
          </p:nvSpPr>
          <p:spPr>
            <a:xfrm rot="1799956">
              <a:off x="6222434" y="2340105"/>
              <a:ext cx="81349" cy="138093"/>
            </a:xfrm>
            <a:custGeom>
              <a:avLst/>
              <a:gdLst/>
              <a:ahLst/>
              <a:cxnLst/>
              <a:rect l="l" t="t" r="r" b="b"/>
              <a:pathLst>
                <a:path w="2311" h="3923" extrusionOk="0">
                  <a:moveTo>
                    <a:pt x="300" y="1"/>
                  </a:moveTo>
                  <a:cubicBezTo>
                    <a:pt x="281" y="1"/>
                    <a:pt x="262" y="1"/>
                    <a:pt x="243" y="2"/>
                  </a:cubicBezTo>
                  <a:cubicBezTo>
                    <a:pt x="152" y="2"/>
                    <a:pt x="91" y="32"/>
                    <a:pt x="0" y="32"/>
                  </a:cubicBezTo>
                  <a:cubicBezTo>
                    <a:pt x="973" y="123"/>
                    <a:pt x="1763" y="913"/>
                    <a:pt x="1793" y="1916"/>
                  </a:cubicBezTo>
                  <a:cubicBezTo>
                    <a:pt x="1824" y="2920"/>
                    <a:pt x="1094" y="3771"/>
                    <a:pt x="122" y="3923"/>
                  </a:cubicBezTo>
                  <a:lnTo>
                    <a:pt x="365" y="3923"/>
                  </a:lnTo>
                  <a:cubicBezTo>
                    <a:pt x="1459" y="3892"/>
                    <a:pt x="2310" y="2980"/>
                    <a:pt x="2280" y="1916"/>
                  </a:cubicBezTo>
                  <a:cubicBezTo>
                    <a:pt x="2250" y="841"/>
                    <a:pt x="1369" y="1"/>
                    <a:pt x="30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108"/>
            <p:cNvSpPr/>
            <p:nvPr/>
          </p:nvSpPr>
          <p:spPr>
            <a:xfrm rot="1799956">
              <a:off x="6168660" y="2322194"/>
              <a:ext cx="123062" cy="135945"/>
            </a:xfrm>
            <a:custGeom>
              <a:avLst/>
              <a:gdLst/>
              <a:ahLst/>
              <a:cxnLst/>
              <a:rect l="l" t="t" r="r" b="b"/>
              <a:pathLst>
                <a:path w="3496" h="3862" extrusionOk="0">
                  <a:moveTo>
                    <a:pt x="1723" y="0"/>
                  </a:moveTo>
                  <a:cubicBezTo>
                    <a:pt x="1706" y="0"/>
                    <a:pt x="1689" y="0"/>
                    <a:pt x="1672" y="1"/>
                  </a:cubicBezTo>
                  <a:cubicBezTo>
                    <a:pt x="730" y="31"/>
                    <a:pt x="0" y="913"/>
                    <a:pt x="31" y="1977"/>
                  </a:cubicBezTo>
                  <a:cubicBezTo>
                    <a:pt x="61" y="3022"/>
                    <a:pt x="824" y="3862"/>
                    <a:pt x="1745" y="3862"/>
                  </a:cubicBezTo>
                  <a:cubicBezTo>
                    <a:pt x="1761" y="3862"/>
                    <a:pt x="1777" y="3862"/>
                    <a:pt x="1794" y="3861"/>
                  </a:cubicBezTo>
                  <a:cubicBezTo>
                    <a:pt x="2736" y="3831"/>
                    <a:pt x="3496" y="2949"/>
                    <a:pt x="3465" y="1885"/>
                  </a:cubicBezTo>
                  <a:cubicBezTo>
                    <a:pt x="3436" y="840"/>
                    <a:pt x="2672" y="0"/>
                    <a:pt x="172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108"/>
            <p:cNvSpPr/>
            <p:nvPr/>
          </p:nvSpPr>
          <p:spPr>
            <a:xfrm rot="1799956">
              <a:off x="6333998" y="2166084"/>
              <a:ext cx="81349" cy="138093"/>
            </a:xfrm>
            <a:custGeom>
              <a:avLst/>
              <a:gdLst/>
              <a:ahLst/>
              <a:cxnLst/>
              <a:rect l="l" t="t" r="r" b="b"/>
              <a:pathLst>
                <a:path w="2311" h="3923" extrusionOk="0">
                  <a:moveTo>
                    <a:pt x="301" y="0"/>
                  </a:moveTo>
                  <a:cubicBezTo>
                    <a:pt x="282" y="0"/>
                    <a:pt x="263" y="1"/>
                    <a:pt x="244" y="1"/>
                  </a:cubicBezTo>
                  <a:cubicBezTo>
                    <a:pt x="183" y="1"/>
                    <a:pt x="92" y="1"/>
                    <a:pt x="1" y="32"/>
                  </a:cubicBezTo>
                  <a:cubicBezTo>
                    <a:pt x="973" y="123"/>
                    <a:pt x="1764" y="913"/>
                    <a:pt x="1794" y="1916"/>
                  </a:cubicBezTo>
                  <a:cubicBezTo>
                    <a:pt x="1824" y="2919"/>
                    <a:pt x="1095" y="3740"/>
                    <a:pt x="122" y="3892"/>
                  </a:cubicBezTo>
                  <a:cubicBezTo>
                    <a:pt x="213" y="3922"/>
                    <a:pt x="274" y="3922"/>
                    <a:pt x="365" y="3922"/>
                  </a:cubicBezTo>
                  <a:cubicBezTo>
                    <a:pt x="1460" y="3892"/>
                    <a:pt x="2311" y="2980"/>
                    <a:pt x="2280" y="1916"/>
                  </a:cubicBezTo>
                  <a:cubicBezTo>
                    <a:pt x="2250" y="841"/>
                    <a:pt x="1369"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108"/>
            <p:cNvSpPr/>
            <p:nvPr/>
          </p:nvSpPr>
          <p:spPr>
            <a:xfrm rot="1799956">
              <a:off x="6280230" y="2148150"/>
              <a:ext cx="123097" cy="135981"/>
            </a:xfrm>
            <a:custGeom>
              <a:avLst/>
              <a:gdLst/>
              <a:ahLst/>
              <a:cxnLst/>
              <a:rect l="l" t="t" r="r" b="b"/>
              <a:pathLst>
                <a:path w="3497" h="3863" extrusionOk="0">
                  <a:moveTo>
                    <a:pt x="1754" y="1"/>
                  </a:moveTo>
                  <a:cubicBezTo>
                    <a:pt x="1737" y="1"/>
                    <a:pt x="1720" y="1"/>
                    <a:pt x="1703" y="2"/>
                  </a:cubicBezTo>
                  <a:cubicBezTo>
                    <a:pt x="730" y="2"/>
                    <a:pt x="1" y="913"/>
                    <a:pt x="31" y="1977"/>
                  </a:cubicBezTo>
                  <a:cubicBezTo>
                    <a:pt x="61" y="3023"/>
                    <a:pt x="825" y="3863"/>
                    <a:pt x="1745" y="3863"/>
                  </a:cubicBezTo>
                  <a:cubicBezTo>
                    <a:pt x="1762" y="3863"/>
                    <a:pt x="1778" y="3862"/>
                    <a:pt x="1794" y="3862"/>
                  </a:cubicBezTo>
                  <a:cubicBezTo>
                    <a:pt x="2767" y="3831"/>
                    <a:pt x="3496" y="2950"/>
                    <a:pt x="3466" y="1886"/>
                  </a:cubicBezTo>
                  <a:cubicBezTo>
                    <a:pt x="3436" y="812"/>
                    <a:pt x="2673" y="1"/>
                    <a:pt x="17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108"/>
            <p:cNvSpPr/>
            <p:nvPr/>
          </p:nvSpPr>
          <p:spPr>
            <a:xfrm rot="1799956">
              <a:off x="7043305" y="2079862"/>
              <a:ext cx="93106" cy="137705"/>
            </a:xfrm>
            <a:custGeom>
              <a:avLst/>
              <a:gdLst/>
              <a:ahLst/>
              <a:cxnLst/>
              <a:rect l="l" t="t" r="r" b="b"/>
              <a:pathLst>
                <a:path w="2645" h="3912" extrusionOk="0">
                  <a:moveTo>
                    <a:pt x="578" y="0"/>
                  </a:moveTo>
                  <a:cubicBezTo>
                    <a:pt x="1520" y="244"/>
                    <a:pt x="2128" y="1186"/>
                    <a:pt x="2007" y="2158"/>
                  </a:cubicBezTo>
                  <a:cubicBezTo>
                    <a:pt x="1858" y="3140"/>
                    <a:pt x="1010" y="3831"/>
                    <a:pt x="62" y="3831"/>
                  </a:cubicBezTo>
                  <a:cubicBezTo>
                    <a:pt x="41" y="3831"/>
                    <a:pt x="21" y="3831"/>
                    <a:pt x="0" y="3830"/>
                  </a:cubicBezTo>
                  <a:lnTo>
                    <a:pt x="0" y="3830"/>
                  </a:lnTo>
                  <a:cubicBezTo>
                    <a:pt x="92" y="3861"/>
                    <a:pt x="152" y="3891"/>
                    <a:pt x="244" y="3891"/>
                  </a:cubicBezTo>
                  <a:cubicBezTo>
                    <a:pt x="341" y="3904"/>
                    <a:pt x="437" y="3911"/>
                    <a:pt x="531" y="3911"/>
                  </a:cubicBezTo>
                  <a:cubicBezTo>
                    <a:pt x="1504" y="3911"/>
                    <a:pt x="2327" y="3219"/>
                    <a:pt x="2493" y="2250"/>
                  </a:cubicBezTo>
                  <a:cubicBezTo>
                    <a:pt x="2645" y="1155"/>
                    <a:pt x="1885" y="152"/>
                    <a:pt x="82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108"/>
            <p:cNvSpPr/>
            <p:nvPr/>
          </p:nvSpPr>
          <p:spPr>
            <a:xfrm rot="1799956">
              <a:off x="6993310" y="2060930"/>
              <a:ext cx="130595" cy="136192"/>
            </a:xfrm>
            <a:custGeom>
              <a:avLst/>
              <a:gdLst/>
              <a:ahLst/>
              <a:cxnLst/>
              <a:rect l="l" t="t" r="r" b="b"/>
              <a:pathLst>
                <a:path w="3710" h="3869" extrusionOk="0">
                  <a:moveTo>
                    <a:pt x="1918" y="0"/>
                  </a:moveTo>
                  <a:cubicBezTo>
                    <a:pt x="1066" y="0"/>
                    <a:pt x="292" y="719"/>
                    <a:pt x="153" y="1691"/>
                  </a:cubicBezTo>
                  <a:cubicBezTo>
                    <a:pt x="1" y="2755"/>
                    <a:pt x="639" y="3728"/>
                    <a:pt x="1581" y="3849"/>
                  </a:cubicBezTo>
                  <a:cubicBezTo>
                    <a:pt x="1662" y="3862"/>
                    <a:pt x="1743" y="3869"/>
                    <a:pt x="1822" y="3869"/>
                  </a:cubicBezTo>
                  <a:cubicBezTo>
                    <a:pt x="2670" y="3869"/>
                    <a:pt x="3418" y="3150"/>
                    <a:pt x="3557" y="2177"/>
                  </a:cubicBezTo>
                  <a:cubicBezTo>
                    <a:pt x="3709" y="1114"/>
                    <a:pt x="3101" y="141"/>
                    <a:pt x="2159" y="19"/>
                  </a:cubicBezTo>
                  <a:cubicBezTo>
                    <a:pt x="2078" y="6"/>
                    <a:pt x="1998" y="0"/>
                    <a:pt x="191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108"/>
            <p:cNvSpPr/>
            <p:nvPr/>
          </p:nvSpPr>
          <p:spPr>
            <a:xfrm rot="1799956">
              <a:off x="6578787" y="2060069"/>
              <a:ext cx="93106" cy="138761"/>
            </a:xfrm>
            <a:custGeom>
              <a:avLst/>
              <a:gdLst/>
              <a:ahLst/>
              <a:cxnLst/>
              <a:rect l="l" t="t" r="r" b="b"/>
              <a:pathLst>
                <a:path w="2645" h="3942" extrusionOk="0">
                  <a:moveTo>
                    <a:pt x="578" y="1"/>
                  </a:moveTo>
                  <a:cubicBezTo>
                    <a:pt x="1520" y="274"/>
                    <a:pt x="2128" y="1186"/>
                    <a:pt x="2006" y="2189"/>
                  </a:cubicBezTo>
                  <a:cubicBezTo>
                    <a:pt x="1854" y="3162"/>
                    <a:pt x="973" y="3861"/>
                    <a:pt x="0" y="3861"/>
                  </a:cubicBezTo>
                  <a:cubicBezTo>
                    <a:pt x="91" y="3861"/>
                    <a:pt x="152" y="3892"/>
                    <a:pt x="243" y="3922"/>
                  </a:cubicBezTo>
                  <a:cubicBezTo>
                    <a:pt x="337" y="3935"/>
                    <a:pt x="430" y="3941"/>
                    <a:pt x="522" y="3941"/>
                  </a:cubicBezTo>
                  <a:cubicBezTo>
                    <a:pt x="1499" y="3941"/>
                    <a:pt x="2326" y="3223"/>
                    <a:pt x="2493" y="2250"/>
                  </a:cubicBezTo>
                  <a:cubicBezTo>
                    <a:pt x="2645" y="1186"/>
                    <a:pt x="1885" y="183"/>
                    <a:pt x="821" y="31"/>
                  </a:cubicBezTo>
                  <a:cubicBezTo>
                    <a:pt x="730" y="1"/>
                    <a:pt x="669" y="1"/>
                    <a:pt x="578"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108"/>
            <p:cNvSpPr/>
            <p:nvPr/>
          </p:nvSpPr>
          <p:spPr>
            <a:xfrm rot="1799956">
              <a:off x="6528794" y="2041340"/>
              <a:ext cx="130560" cy="136825"/>
            </a:xfrm>
            <a:custGeom>
              <a:avLst/>
              <a:gdLst/>
              <a:ahLst/>
              <a:cxnLst/>
              <a:rect l="l" t="t" r="r" b="b"/>
              <a:pathLst>
                <a:path w="3709" h="3887" extrusionOk="0">
                  <a:moveTo>
                    <a:pt x="1953" y="1"/>
                  </a:moveTo>
                  <a:cubicBezTo>
                    <a:pt x="1087" y="1"/>
                    <a:pt x="293" y="700"/>
                    <a:pt x="153" y="1686"/>
                  </a:cubicBezTo>
                  <a:cubicBezTo>
                    <a:pt x="1" y="2749"/>
                    <a:pt x="639" y="3722"/>
                    <a:pt x="1581" y="3874"/>
                  </a:cubicBezTo>
                  <a:cubicBezTo>
                    <a:pt x="1648" y="3883"/>
                    <a:pt x="1714" y="3887"/>
                    <a:pt x="1780" y="3887"/>
                  </a:cubicBezTo>
                  <a:cubicBezTo>
                    <a:pt x="2644" y="3887"/>
                    <a:pt x="3416" y="3163"/>
                    <a:pt x="3557" y="2202"/>
                  </a:cubicBezTo>
                  <a:cubicBezTo>
                    <a:pt x="3709" y="1139"/>
                    <a:pt x="3101" y="166"/>
                    <a:pt x="2159" y="14"/>
                  </a:cubicBezTo>
                  <a:cubicBezTo>
                    <a:pt x="2090" y="5"/>
                    <a:pt x="2021" y="1"/>
                    <a:pt x="195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108"/>
            <p:cNvSpPr/>
            <p:nvPr/>
          </p:nvSpPr>
          <p:spPr>
            <a:xfrm rot="1799956">
              <a:off x="6345570" y="16487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108"/>
            <p:cNvSpPr/>
            <p:nvPr/>
          </p:nvSpPr>
          <p:spPr>
            <a:xfrm rot="1799956">
              <a:off x="6295495" y="16302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108"/>
            <p:cNvSpPr/>
            <p:nvPr/>
          </p:nvSpPr>
          <p:spPr>
            <a:xfrm rot="1799956">
              <a:off x="6698617" y="1852529"/>
              <a:ext cx="93106" cy="138726"/>
            </a:xfrm>
            <a:custGeom>
              <a:avLst/>
              <a:gdLst/>
              <a:ahLst/>
              <a:cxnLst/>
              <a:rect l="l" t="t" r="r" b="b"/>
              <a:pathLst>
                <a:path w="2645" h="3941" extrusionOk="0">
                  <a:moveTo>
                    <a:pt x="578" y="0"/>
                  </a:moveTo>
                  <a:cubicBezTo>
                    <a:pt x="1520" y="274"/>
                    <a:pt x="2128" y="1186"/>
                    <a:pt x="2006" y="2189"/>
                  </a:cubicBezTo>
                  <a:cubicBezTo>
                    <a:pt x="1854" y="3161"/>
                    <a:pt x="973" y="3861"/>
                    <a:pt x="0" y="3861"/>
                  </a:cubicBezTo>
                  <a:cubicBezTo>
                    <a:pt x="91" y="3861"/>
                    <a:pt x="152" y="3891"/>
                    <a:pt x="243"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108"/>
            <p:cNvSpPr/>
            <p:nvPr/>
          </p:nvSpPr>
          <p:spPr>
            <a:xfrm rot="1799956">
              <a:off x="6648542" y="1834071"/>
              <a:ext cx="131651" cy="136825"/>
            </a:xfrm>
            <a:custGeom>
              <a:avLst/>
              <a:gdLst/>
              <a:ahLst/>
              <a:cxnLst/>
              <a:rect l="l" t="t" r="r" b="b"/>
              <a:pathLst>
                <a:path w="3740" h="3887" extrusionOk="0">
                  <a:moveTo>
                    <a:pt x="1953" y="0"/>
                  </a:moveTo>
                  <a:cubicBezTo>
                    <a:pt x="1087" y="0"/>
                    <a:pt x="293" y="699"/>
                    <a:pt x="153" y="1685"/>
                  </a:cubicBezTo>
                  <a:cubicBezTo>
                    <a:pt x="1" y="2749"/>
                    <a:pt x="639" y="3722"/>
                    <a:pt x="1581" y="3874"/>
                  </a:cubicBezTo>
                  <a:cubicBezTo>
                    <a:pt x="1648" y="3882"/>
                    <a:pt x="1714" y="3886"/>
                    <a:pt x="1780" y="3886"/>
                  </a:cubicBezTo>
                  <a:cubicBezTo>
                    <a:pt x="2644" y="3886"/>
                    <a:pt x="3416" y="3162"/>
                    <a:pt x="3557" y="2202"/>
                  </a:cubicBezTo>
                  <a:cubicBezTo>
                    <a:pt x="3739" y="1138"/>
                    <a:pt x="3101" y="165"/>
                    <a:pt x="2159" y="13"/>
                  </a:cubicBezTo>
                  <a:cubicBezTo>
                    <a:pt x="2090" y="4"/>
                    <a:pt x="2021" y="0"/>
                    <a:pt x="195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108"/>
            <p:cNvSpPr/>
            <p:nvPr/>
          </p:nvSpPr>
          <p:spPr>
            <a:xfrm rot="1799956">
              <a:off x="6773797" y="2671255"/>
              <a:ext cx="122006" cy="135945"/>
            </a:xfrm>
            <a:custGeom>
              <a:avLst/>
              <a:gdLst/>
              <a:ahLst/>
              <a:cxnLst/>
              <a:rect l="l" t="t" r="r" b="b"/>
              <a:pathLst>
                <a:path w="3466" h="3862" extrusionOk="0">
                  <a:moveTo>
                    <a:pt x="1733" y="1"/>
                  </a:moveTo>
                  <a:cubicBezTo>
                    <a:pt x="791" y="1"/>
                    <a:pt x="1" y="852"/>
                    <a:pt x="1" y="1946"/>
                  </a:cubicBezTo>
                  <a:cubicBezTo>
                    <a:pt x="1" y="3010"/>
                    <a:pt x="791" y="3861"/>
                    <a:pt x="1733" y="3861"/>
                  </a:cubicBezTo>
                  <a:cubicBezTo>
                    <a:pt x="2675" y="3861"/>
                    <a:pt x="3466" y="3010"/>
                    <a:pt x="3466" y="1946"/>
                  </a:cubicBezTo>
                  <a:cubicBezTo>
                    <a:pt x="3466" y="852"/>
                    <a:pt x="2675"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108"/>
            <p:cNvSpPr/>
            <p:nvPr/>
          </p:nvSpPr>
          <p:spPr>
            <a:xfrm rot="1799956">
              <a:off x="6979385" y="2333920"/>
              <a:ext cx="78146" cy="138057"/>
            </a:xfrm>
            <a:custGeom>
              <a:avLst/>
              <a:gdLst/>
              <a:ahLst/>
              <a:cxnLst/>
              <a:rect l="l" t="t" r="r" b="b"/>
              <a:pathLst>
                <a:path w="2220" h="3922" extrusionOk="0">
                  <a:moveTo>
                    <a:pt x="0" y="1"/>
                  </a:moveTo>
                  <a:cubicBezTo>
                    <a:pt x="973" y="123"/>
                    <a:pt x="1733" y="943"/>
                    <a:pt x="1733" y="1946"/>
                  </a:cubicBezTo>
                  <a:cubicBezTo>
                    <a:pt x="1733" y="2949"/>
                    <a:pt x="973" y="3770"/>
                    <a:pt x="0" y="3892"/>
                  </a:cubicBezTo>
                  <a:cubicBezTo>
                    <a:pt x="92" y="3922"/>
                    <a:pt x="183" y="3922"/>
                    <a:pt x="244" y="3922"/>
                  </a:cubicBezTo>
                  <a:cubicBezTo>
                    <a:pt x="1338" y="3922"/>
                    <a:pt x="2219" y="3040"/>
                    <a:pt x="2219" y="1946"/>
                  </a:cubicBezTo>
                  <a:cubicBezTo>
                    <a:pt x="2219" y="882"/>
                    <a:pt x="133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108"/>
            <p:cNvSpPr/>
            <p:nvPr/>
          </p:nvSpPr>
          <p:spPr>
            <a:xfrm rot="1799956">
              <a:off x="6829301" y="2689664"/>
              <a:ext cx="78146" cy="139114"/>
            </a:xfrm>
            <a:custGeom>
              <a:avLst/>
              <a:gdLst/>
              <a:ahLst/>
              <a:cxnLst/>
              <a:rect l="l" t="t" r="r" b="b"/>
              <a:pathLst>
                <a:path w="2220" h="3952" extrusionOk="0">
                  <a:moveTo>
                    <a:pt x="243" y="1"/>
                  </a:moveTo>
                  <a:cubicBezTo>
                    <a:pt x="152" y="1"/>
                    <a:pt x="91" y="31"/>
                    <a:pt x="0" y="31"/>
                  </a:cubicBezTo>
                  <a:cubicBezTo>
                    <a:pt x="973" y="153"/>
                    <a:pt x="1733" y="973"/>
                    <a:pt x="1733" y="1976"/>
                  </a:cubicBezTo>
                  <a:cubicBezTo>
                    <a:pt x="1733" y="2979"/>
                    <a:pt x="973" y="3800"/>
                    <a:pt x="0" y="3922"/>
                  </a:cubicBezTo>
                  <a:cubicBezTo>
                    <a:pt x="91" y="3922"/>
                    <a:pt x="152" y="3952"/>
                    <a:pt x="243" y="3952"/>
                  </a:cubicBezTo>
                  <a:cubicBezTo>
                    <a:pt x="1338" y="3952"/>
                    <a:pt x="2219" y="3070"/>
                    <a:pt x="2219" y="1976"/>
                  </a:cubicBezTo>
                  <a:cubicBezTo>
                    <a:pt x="2219" y="882"/>
                    <a:pt x="1338" y="1"/>
                    <a:pt x="24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108"/>
            <p:cNvSpPr/>
            <p:nvPr/>
          </p:nvSpPr>
          <p:spPr>
            <a:xfrm rot="1799956">
              <a:off x="6823445" y="16434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108"/>
            <p:cNvSpPr/>
            <p:nvPr/>
          </p:nvSpPr>
          <p:spPr>
            <a:xfrm rot="1799956">
              <a:off x="6773370" y="16249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40" name="Google Shape;2940;p108"/>
          <p:cNvSpPr txBox="1"/>
          <p:nvPr/>
        </p:nvSpPr>
        <p:spPr>
          <a:xfrm>
            <a:off x="241628" y="690571"/>
            <a:ext cx="943200" cy="38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accent4"/>
                </a:solidFill>
                <a:latin typeface="Lilita One"/>
                <a:ea typeface="Lilita One"/>
                <a:cs typeface="Lilita One"/>
                <a:sym typeface="Lilita One"/>
              </a:rPr>
              <a:t>Roll the Dice</a:t>
            </a:r>
            <a:endParaRPr sz="1000">
              <a:solidFill>
                <a:schemeClr val="accent4"/>
              </a:solidFill>
              <a:latin typeface="Lilita One"/>
              <a:ea typeface="Lilita One"/>
              <a:cs typeface="Lilita One"/>
              <a:sym typeface="Lilita One"/>
            </a:endParaRPr>
          </a:p>
        </p:txBody>
      </p:sp>
      <p:sp>
        <p:nvSpPr>
          <p:cNvPr id="2941" name="Google Shape;2941;p108">
            <a:hlinkClick r:id="rId3" action="ppaction://hlinksldjump"/>
          </p:cNvPr>
          <p:cNvSpPr/>
          <p:nvPr/>
        </p:nvSpPr>
        <p:spPr>
          <a:xfrm>
            <a:off x="312438" y="237000"/>
            <a:ext cx="801600" cy="8016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7954E01E-C4DB-4790-BB85-CAE156BD1938}"/>
              </a:ext>
            </a:extLst>
          </p:cNvPr>
          <p:cNvSpPr txBox="1"/>
          <p:nvPr/>
        </p:nvSpPr>
        <p:spPr>
          <a:xfrm>
            <a:off x="578554" y="411884"/>
            <a:ext cx="8253008" cy="523220"/>
          </a:xfrm>
          <a:prstGeom prst="rect">
            <a:avLst/>
          </a:prstGeom>
          <a:noFill/>
        </p:spPr>
        <p:txBody>
          <a:bodyPr wrap="square" rtlCol="0">
            <a:spAutoFit/>
          </a:bodyPr>
          <a:lstStyle/>
          <a:p>
            <a:pPr algn="just" rtl="1"/>
            <a:r>
              <a:rPr lang="fa-IR" dirty="0">
                <a:cs typeface="Aban" pitchFamily="2" charset="-78"/>
              </a:rPr>
              <a:t>در حالت اول فرض می‌کنیم که اول دکتر تصمیم میگیرد در این صورت درخت تصمیم زیر ساخته می‌شود</a:t>
            </a:r>
          </a:p>
          <a:p>
            <a:pPr algn="just" rtl="1"/>
            <a:endParaRPr lang="en-US" dirty="0">
              <a:cs typeface="Aban" pitchFamily="2" charset="-78"/>
            </a:endParaRPr>
          </a:p>
        </p:txBody>
      </p:sp>
      <p:pic>
        <p:nvPicPr>
          <p:cNvPr id="6" name="Picture 5">
            <a:extLst>
              <a:ext uri="{FF2B5EF4-FFF2-40B4-BE49-F238E27FC236}">
                <a16:creationId xmlns:a16="http://schemas.microsoft.com/office/drawing/2014/main" id="{A8E7FBFC-925F-4197-85CF-4E97AE2D109D}"/>
              </a:ext>
            </a:extLst>
          </p:cNvPr>
          <p:cNvPicPr>
            <a:picLocks noChangeAspect="1"/>
          </p:cNvPicPr>
          <p:nvPr/>
        </p:nvPicPr>
        <p:blipFill>
          <a:blip r:embed="rId4"/>
          <a:stretch>
            <a:fillRect/>
          </a:stretch>
        </p:blipFill>
        <p:spPr>
          <a:xfrm>
            <a:off x="1909413" y="941792"/>
            <a:ext cx="5591289" cy="214927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softEdge rad="63500"/>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04"/>
        <p:cNvGrpSpPr/>
        <p:nvPr/>
      </p:nvGrpSpPr>
      <p:grpSpPr>
        <a:xfrm>
          <a:off x="0" y="0"/>
          <a:ext cx="0" cy="0"/>
          <a:chOff x="0" y="0"/>
          <a:chExt cx="0" cy="0"/>
        </a:xfrm>
      </p:grpSpPr>
      <p:grpSp>
        <p:nvGrpSpPr>
          <p:cNvPr id="2906" name="Google Shape;2906;p108"/>
          <p:cNvGrpSpPr/>
          <p:nvPr/>
        </p:nvGrpSpPr>
        <p:grpSpPr>
          <a:xfrm>
            <a:off x="417435" y="237007"/>
            <a:ext cx="591604" cy="615737"/>
            <a:chOff x="5593285" y="1262634"/>
            <a:chExt cx="1852814" cy="1928398"/>
          </a:xfrm>
        </p:grpSpPr>
        <p:sp>
          <p:nvSpPr>
            <p:cNvPr id="2907" name="Google Shape;2907;p108"/>
            <p:cNvSpPr/>
            <p:nvPr/>
          </p:nvSpPr>
          <p:spPr>
            <a:xfrm rot="1799956">
              <a:off x="6377770" y="2014775"/>
              <a:ext cx="639880" cy="1089253"/>
            </a:xfrm>
            <a:custGeom>
              <a:avLst/>
              <a:gdLst/>
              <a:ahLst/>
              <a:cxnLst/>
              <a:rect l="l" t="t" r="r" b="b"/>
              <a:pathLst>
                <a:path w="18178" h="30944" extrusionOk="0">
                  <a:moveTo>
                    <a:pt x="18177" y="0"/>
                  </a:moveTo>
                  <a:lnTo>
                    <a:pt x="1" y="9818"/>
                  </a:lnTo>
                  <a:lnTo>
                    <a:pt x="1" y="30943"/>
                  </a:lnTo>
                  <a:lnTo>
                    <a:pt x="18177" y="20153"/>
                  </a:lnTo>
                  <a:lnTo>
                    <a:pt x="181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108"/>
            <p:cNvSpPr/>
            <p:nvPr/>
          </p:nvSpPr>
          <p:spPr>
            <a:xfrm rot="1799956">
              <a:off x="6065202" y="1533009"/>
              <a:ext cx="1280781" cy="743652"/>
            </a:xfrm>
            <a:custGeom>
              <a:avLst/>
              <a:gdLst/>
              <a:ahLst/>
              <a:cxnLst/>
              <a:rect l="l" t="t" r="r" b="b"/>
              <a:pathLst>
                <a:path w="36385" h="21126" extrusionOk="0">
                  <a:moveTo>
                    <a:pt x="18694" y="0"/>
                  </a:moveTo>
                  <a:lnTo>
                    <a:pt x="1" y="10821"/>
                  </a:lnTo>
                  <a:lnTo>
                    <a:pt x="18208" y="21125"/>
                  </a:lnTo>
                  <a:lnTo>
                    <a:pt x="36384" y="11307"/>
                  </a:lnTo>
                  <a:lnTo>
                    <a:pt x="18694" y="0"/>
                  </a:lnTo>
                  <a:close/>
                </a:path>
              </a:pathLst>
            </a:custGeom>
            <a:solidFill>
              <a:srgbClr val="84AF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108"/>
            <p:cNvSpPr/>
            <p:nvPr/>
          </p:nvSpPr>
          <p:spPr>
            <a:xfrm rot="1799956">
              <a:off x="5826936" y="1678634"/>
              <a:ext cx="640936" cy="1106361"/>
            </a:xfrm>
            <a:custGeom>
              <a:avLst/>
              <a:gdLst/>
              <a:ahLst/>
              <a:cxnLst/>
              <a:rect l="l" t="t" r="r" b="b"/>
              <a:pathLst>
                <a:path w="18208" h="31430" extrusionOk="0">
                  <a:moveTo>
                    <a:pt x="1" y="0"/>
                  </a:moveTo>
                  <a:lnTo>
                    <a:pt x="1" y="20639"/>
                  </a:lnTo>
                  <a:lnTo>
                    <a:pt x="18208" y="31429"/>
                  </a:lnTo>
                  <a:lnTo>
                    <a:pt x="18208" y="10304"/>
                  </a:lnTo>
                  <a:lnTo>
                    <a:pt x="1" y="0"/>
                  </a:lnTo>
                  <a:close/>
                </a:path>
              </a:pathLst>
            </a:custGeom>
            <a:solidFill>
              <a:srgbClr val="618C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108"/>
            <p:cNvSpPr/>
            <p:nvPr/>
          </p:nvSpPr>
          <p:spPr>
            <a:xfrm rot="1799956">
              <a:off x="6605689" y="2310697"/>
              <a:ext cx="77090" cy="139149"/>
            </a:xfrm>
            <a:custGeom>
              <a:avLst/>
              <a:gdLst/>
              <a:ahLst/>
              <a:cxnLst/>
              <a:rect l="l" t="t" r="r" b="b"/>
              <a:pathLst>
                <a:path w="2190" h="3953" extrusionOk="0">
                  <a:moveTo>
                    <a:pt x="244" y="1"/>
                  </a:moveTo>
                  <a:cubicBezTo>
                    <a:pt x="153" y="1"/>
                    <a:pt x="61" y="31"/>
                    <a:pt x="1" y="31"/>
                  </a:cubicBezTo>
                  <a:cubicBezTo>
                    <a:pt x="943" y="153"/>
                    <a:pt x="1703" y="973"/>
                    <a:pt x="1703" y="1976"/>
                  </a:cubicBezTo>
                  <a:cubicBezTo>
                    <a:pt x="1703" y="2979"/>
                    <a:pt x="943" y="3800"/>
                    <a:pt x="1" y="3922"/>
                  </a:cubicBezTo>
                  <a:cubicBezTo>
                    <a:pt x="61" y="3922"/>
                    <a:pt x="153" y="3952"/>
                    <a:pt x="244" y="3952"/>
                  </a:cubicBezTo>
                  <a:cubicBezTo>
                    <a:pt x="1308" y="3952"/>
                    <a:pt x="2189" y="3071"/>
                    <a:pt x="2189" y="1976"/>
                  </a:cubicBezTo>
                  <a:cubicBezTo>
                    <a:pt x="2189" y="882"/>
                    <a:pt x="130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108"/>
            <p:cNvSpPr/>
            <p:nvPr/>
          </p:nvSpPr>
          <p:spPr>
            <a:xfrm rot="1799956">
              <a:off x="6549921" y="2292252"/>
              <a:ext cx="120950" cy="136966"/>
            </a:xfrm>
            <a:custGeom>
              <a:avLst/>
              <a:gdLst/>
              <a:ahLst/>
              <a:cxnLst/>
              <a:rect l="l" t="t" r="r" b="b"/>
              <a:pathLst>
                <a:path w="3436" h="3891" extrusionOk="0">
                  <a:moveTo>
                    <a:pt x="1703" y="0"/>
                  </a:moveTo>
                  <a:cubicBezTo>
                    <a:pt x="761" y="0"/>
                    <a:pt x="1" y="882"/>
                    <a:pt x="1" y="1945"/>
                  </a:cubicBezTo>
                  <a:cubicBezTo>
                    <a:pt x="1" y="3009"/>
                    <a:pt x="761" y="3891"/>
                    <a:pt x="1703" y="3891"/>
                  </a:cubicBezTo>
                  <a:cubicBezTo>
                    <a:pt x="2676" y="3891"/>
                    <a:pt x="3436" y="3009"/>
                    <a:pt x="3436" y="1945"/>
                  </a:cubicBezTo>
                  <a:cubicBezTo>
                    <a:pt x="3436" y="882"/>
                    <a:pt x="2676" y="0"/>
                    <a:pt x="170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108"/>
            <p:cNvSpPr/>
            <p:nvPr/>
          </p:nvSpPr>
          <p:spPr>
            <a:xfrm rot="1799956">
              <a:off x="6442560" y="2687541"/>
              <a:ext cx="78146" cy="139114"/>
            </a:xfrm>
            <a:custGeom>
              <a:avLst/>
              <a:gdLst/>
              <a:ahLst/>
              <a:cxnLst/>
              <a:rect l="l" t="t" r="r" b="b"/>
              <a:pathLst>
                <a:path w="2220" h="3952" extrusionOk="0">
                  <a:moveTo>
                    <a:pt x="244" y="0"/>
                  </a:moveTo>
                  <a:cubicBezTo>
                    <a:pt x="183" y="0"/>
                    <a:pt x="92" y="31"/>
                    <a:pt x="1" y="31"/>
                  </a:cubicBezTo>
                  <a:cubicBezTo>
                    <a:pt x="974" y="152"/>
                    <a:pt x="1734" y="973"/>
                    <a:pt x="1734" y="1976"/>
                  </a:cubicBezTo>
                  <a:cubicBezTo>
                    <a:pt x="1734" y="2979"/>
                    <a:pt x="974" y="3800"/>
                    <a:pt x="1" y="3921"/>
                  </a:cubicBezTo>
                  <a:cubicBezTo>
                    <a:pt x="92" y="3921"/>
                    <a:pt x="183" y="3952"/>
                    <a:pt x="244" y="3952"/>
                  </a:cubicBezTo>
                  <a:cubicBezTo>
                    <a:pt x="1338" y="3952"/>
                    <a:pt x="2220" y="3070"/>
                    <a:pt x="2220" y="1976"/>
                  </a:cubicBezTo>
                  <a:cubicBezTo>
                    <a:pt x="2220" y="882"/>
                    <a:pt x="1338" y="0"/>
                    <a:pt x="24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108"/>
            <p:cNvSpPr/>
            <p:nvPr/>
          </p:nvSpPr>
          <p:spPr>
            <a:xfrm rot="1799956">
              <a:off x="6387808" y="2669343"/>
              <a:ext cx="120950" cy="137001"/>
            </a:xfrm>
            <a:custGeom>
              <a:avLst/>
              <a:gdLst/>
              <a:ahLst/>
              <a:cxnLst/>
              <a:rect l="l" t="t" r="r" b="b"/>
              <a:pathLst>
                <a:path w="3436" h="3892" extrusionOk="0">
                  <a:moveTo>
                    <a:pt x="1703" y="1"/>
                  </a:moveTo>
                  <a:cubicBezTo>
                    <a:pt x="761" y="1"/>
                    <a:pt x="1" y="882"/>
                    <a:pt x="1" y="1946"/>
                  </a:cubicBezTo>
                  <a:cubicBezTo>
                    <a:pt x="1" y="3010"/>
                    <a:pt x="761" y="3891"/>
                    <a:pt x="1703" y="3891"/>
                  </a:cubicBezTo>
                  <a:cubicBezTo>
                    <a:pt x="2676" y="3891"/>
                    <a:pt x="3436" y="3010"/>
                    <a:pt x="3436" y="1946"/>
                  </a:cubicBezTo>
                  <a:cubicBezTo>
                    <a:pt x="3436" y="882"/>
                    <a:pt x="2676" y="1"/>
                    <a:pt x="170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108"/>
            <p:cNvSpPr/>
            <p:nvPr/>
          </p:nvSpPr>
          <p:spPr>
            <a:xfrm rot="1799956">
              <a:off x="6923881" y="2314455"/>
              <a:ext cx="122006" cy="137001"/>
            </a:xfrm>
            <a:custGeom>
              <a:avLst/>
              <a:gdLst/>
              <a:ahLst/>
              <a:cxnLst/>
              <a:rect l="l" t="t" r="r" b="b"/>
              <a:pathLst>
                <a:path w="3466" h="3892" extrusionOk="0">
                  <a:moveTo>
                    <a:pt x="1733" y="1"/>
                  </a:moveTo>
                  <a:cubicBezTo>
                    <a:pt x="791" y="1"/>
                    <a:pt x="1" y="882"/>
                    <a:pt x="1" y="1946"/>
                  </a:cubicBezTo>
                  <a:cubicBezTo>
                    <a:pt x="1" y="3040"/>
                    <a:pt x="791" y="3892"/>
                    <a:pt x="1733" y="3892"/>
                  </a:cubicBezTo>
                  <a:cubicBezTo>
                    <a:pt x="2676" y="3892"/>
                    <a:pt x="3466" y="3040"/>
                    <a:pt x="3466" y="1946"/>
                  </a:cubicBezTo>
                  <a:cubicBezTo>
                    <a:pt x="3466" y="882"/>
                    <a:pt x="2676"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108"/>
            <p:cNvSpPr/>
            <p:nvPr/>
          </p:nvSpPr>
          <p:spPr>
            <a:xfrm rot="1799956">
              <a:off x="5913516" y="2179727"/>
              <a:ext cx="83496" cy="138550"/>
            </a:xfrm>
            <a:custGeom>
              <a:avLst/>
              <a:gdLst/>
              <a:ahLst/>
              <a:cxnLst/>
              <a:rect l="l" t="t" r="r" b="b"/>
              <a:pathLst>
                <a:path w="2372" h="3936" extrusionOk="0">
                  <a:moveTo>
                    <a:pt x="301" y="0"/>
                  </a:moveTo>
                  <a:cubicBezTo>
                    <a:pt x="282" y="0"/>
                    <a:pt x="263" y="1"/>
                    <a:pt x="244" y="1"/>
                  </a:cubicBezTo>
                  <a:cubicBezTo>
                    <a:pt x="152" y="31"/>
                    <a:pt x="61" y="31"/>
                    <a:pt x="0" y="62"/>
                  </a:cubicBezTo>
                  <a:cubicBezTo>
                    <a:pt x="973" y="123"/>
                    <a:pt x="1763" y="883"/>
                    <a:pt x="1824" y="1886"/>
                  </a:cubicBezTo>
                  <a:cubicBezTo>
                    <a:pt x="1855" y="2889"/>
                    <a:pt x="1155" y="3740"/>
                    <a:pt x="213" y="3922"/>
                  </a:cubicBezTo>
                  <a:cubicBezTo>
                    <a:pt x="254" y="3922"/>
                    <a:pt x="308" y="3936"/>
                    <a:pt x="366" y="3936"/>
                  </a:cubicBezTo>
                  <a:cubicBezTo>
                    <a:pt x="396" y="3936"/>
                    <a:pt x="426" y="3932"/>
                    <a:pt x="456" y="3922"/>
                  </a:cubicBezTo>
                  <a:cubicBezTo>
                    <a:pt x="1520" y="3892"/>
                    <a:pt x="2371" y="2949"/>
                    <a:pt x="2310" y="1855"/>
                  </a:cubicBezTo>
                  <a:cubicBezTo>
                    <a:pt x="2251" y="810"/>
                    <a:pt x="1341"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108"/>
            <p:cNvSpPr/>
            <p:nvPr/>
          </p:nvSpPr>
          <p:spPr>
            <a:xfrm rot="1799956">
              <a:off x="5858415" y="2162128"/>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7" y="3867"/>
                  </a:cubicBezTo>
                  <a:cubicBezTo>
                    <a:pt x="1819" y="3867"/>
                    <a:pt x="1852" y="3866"/>
                    <a:pt x="1885" y="3864"/>
                  </a:cubicBezTo>
                  <a:cubicBezTo>
                    <a:pt x="2827" y="3834"/>
                    <a:pt x="3557"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108"/>
            <p:cNvSpPr/>
            <p:nvPr/>
          </p:nvSpPr>
          <p:spPr>
            <a:xfrm rot="1799956">
              <a:off x="6026175" y="2006187"/>
              <a:ext cx="83496" cy="138163"/>
            </a:xfrm>
            <a:custGeom>
              <a:avLst/>
              <a:gdLst/>
              <a:ahLst/>
              <a:cxnLst/>
              <a:rect l="l" t="t" r="r" b="b"/>
              <a:pathLst>
                <a:path w="2372" h="3925" extrusionOk="0">
                  <a:moveTo>
                    <a:pt x="357" y="1"/>
                  </a:moveTo>
                  <a:cubicBezTo>
                    <a:pt x="320" y="1"/>
                    <a:pt x="282" y="2"/>
                    <a:pt x="244" y="4"/>
                  </a:cubicBezTo>
                  <a:cubicBezTo>
                    <a:pt x="152" y="4"/>
                    <a:pt x="92" y="34"/>
                    <a:pt x="0" y="34"/>
                  </a:cubicBezTo>
                  <a:cubicBezTo>
                    <a:pt x="973" y="95"/>
                    <a:pt x="1763" y="885"/>
                    <a:pt x="1824" y="1888"/>
                  </a:cubicBezTo>
                  <a:cubicBezTo>
                    <a:pt x="1885" y="2861"/>
                    <a:pt x="1186" y="3742"/>
                    <a:pt x="213" y="3894"/>
                  </a:cubicBezTo>
                  <a:cubicBezTo>
                    <a:pt x="304" y="3925"/>
                    <a:pt x="365" y="3925"/>
                    <a:pt x="456" y="3925"/>
                  </a:cubicBezTo>
                  <a:cubicBezTo>
                    <a:pt x="1551" y="3864"/>
                    <a:pt x="2371" y="2922"/>
                    <a:pt x="2310" y="1858"/>
                  </a:cubicBezTo>
                  <a:cubicBezTo>
                    <a:pt x="2252" y="802"/>
                    <a:pt x="1400" y="1"/>
                    <a:pt x="357"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108"/>
            <p:cNvSpPr/>
            <p:nvPr/>
          </p:nvSpPr>
          <p:spPr>
            <a:xfrm rot="1799956">
              <a:off x="5972129" y="1988203"/>
              <a:ext cx="125209" cy="137107"/>
            </a:xfrm>
            <a:custGeom>
              <a:avLst/>
              <a:gdLst/>
              <a:ahLst/>
              <a:cxnLst/>
              <a:rect l="l" t="t" r="r" b="b"/>
              <a:pathLst>
                <a:path w="3557" h="3895" extrusionOk="0">
                  <a:moveTo>
                    <a:pt x="1767" y="0"/>
                  </a:moveTo>
                  <a:cubicBezTo>
                    <a:pt x="1736" y="0"/>
                    <a:pt x="1704" y="1"/>
                    <a:pt x="1672" y="3"/>
                  </a:cubicBezTo>
                  <a:cubicBezTo>
                    <a:pt x="700" y="64"/>
                    <a:pt x="1" y="976"/>
                    <a:pt x="61" y="2040"/>
                  </a:cubicBezTo>
                  <a:cubicBezTo>
                    <a:pt x="121" y="3084"/>
                    <a:pt x="884" y="3895"/>
                    <a:pt x="1833" y="3895"/>
                  </a:cubicBezTo>
                  <a:cubicBezTo>
                    <a:pt x="1850" y="3895"/>
                    <a:pt x="1868" y="3894"/>
                    <a:pt x="1885" y="3894"/>
                  </a:cubicBezTo>
                  <a:cubicBezTo>
                    <a:pt x="2827" y="3833"/>
                    <a:pt x="3557" y="2921"/>
                    <a:pt x="3496" y="1857"/>
                  </a:cubicBezTo>
                  <a:cubicBezTo>
                    <a:pt x="3437" y="829"/>
                    <a:pt x="2669" y="0"/>
                    <a:pt x="1767"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108"/>
            <p:cNvSpPr/>
            <p:nvPr/>
          </p:nvSpPr>
          <p:spPr>
            <a:xfrm rot="1799956">
              <a:off x="6133528" y="1828513"/>
              <a:ext cx="83496" cy="138656"/>
            </a:xfrm>
            <a:custGeom>
              <a:avLst/>
              <a:gdLst/>
              <a:ahLst/>
              <a:cxnLst/>
              <a:rect l="l" t="t" r="r" b="b"/>
              <a:pathLst>
                <a:path w="2372" h="3939" extrusionOk="0">
                  <a:moveTo>
                    <a:pt x="354" y="1"/>
                  </a:moveTo>
                  <a:cubicBezTo>
                    <a:pt x="318" y="1"/>
                    <a:pt x="281" y="2"/>
                    <a:pt x="244" y="4"/>
                  </a:cubicBezTo>
                  <a:cubicBezTo>
                    <a:pt x="153" y="4"/>
                    <a:pt x="92" y="34"/>
                    <a:pt x="1" y="65"/>
                  </a:cubicBezTo>
                  <a:cubicBezTo>
                    <a:pt x="974" y="126"/>
                    <a:pt x="1764" y="885"/>
                    <a:pt x="1825" y="1889"/>
                  </a:cubicBezTo>
                  <a:cubicBezTo>
                    <a:pt x="1885" y="2892"/>
                    <a:pt x="1186" y="3743"/>
                    <a:pt x="214" y="3925"/>
                  </a:cubicBezTo>
                  <a:cubicBezTo>
                    <a:pt x="275" y="3925"/>
                    <a:pt x="335" y="3939"/>
                    <a:pt x="387" y="3939"/>
                  </a:cubicBezTo>
                  <a:cubicBezTo>
                    <a:pt x="413" y="3939"/>
                    <a:pt x="437" y="3935"/>
                    <a:pt x="457" y="3925"/>
                  </a:cubicBezTo>
                  <a:cubicBezTo>
                    <a:pt x="1551" y="3864"/>
                    <a:pt x="2372" y="2952"/>
                    <a:pt x="2311" y="1858"/>
                  </a:cubicBezTo>
                  <a:cubicBezTo>
                    <a:pt x="2252" y="830"/>
                    <a:pt x="1399" y="1"/>
                    <a:pt x="3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108"/>
            <p:cNvSpPr/>
            <p:nvPr/>
          </p:nvSpPr>
          <p:spPr>
            <a:xfrm rot="1799956">
              <a:off x="6079344" y="1811559"/>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6" y="3867"/>
                  </a:cubicBezTo>
                  <a:cubicBezTo>
                    <a:pt x="1819" y="3867"/>
                    <a:pt x="1852" y="3866"/>
                    <a:pt x="1885" y="3864"/>
                  </a:cubicBezTo>
                  <a:cubicBezTo>
                    <a:pt x="2827" y="3834"/>
                    <a:pt x="3556"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108"/>
            <p:cNvSpPr/>
            <p:nvPr/>
          </p:nvSpPr>
          <p:spPr>
            <a:xfrm rot="1799956">
              <a:off x="6105082" y="2510591"/>
              <a:ext cx="80258" cy="139149"/>
            </a:xfrm>
            <a:custGeom>
              <a:avLst/>
              <a:gdLst/>
              <a:ahLst/>
              <a:cxnLst/>
              <a:rect l="l" t="t" r="r" b="b"/>
              <a:pathLst>
                <a:path w="2280" h="3953" extrusionOk="0">
                  <a:moveTo>
                    <a:pt x="300" y="0"/>
                  </a:moveTo>
                  <a:cubicBezTo>
                    <a:pt x="281" y="0"/>
                    <a:pt x="262" y="0"/>
                    <a:pt x="243" y="1"/>
                  </a:cubicBezTo>
                  <a:cubicBezTo>
                    <a:pt x="152" y="1"/>
                    <a:pt x="91" y="31"/>
                    <a:pt x="0" y="31"/>
                  </a:cubicBezTo>
                  <a:cubicBezTo>
                    <a:pt x="973" y="122"/>
                    <a:pt x="1733" y="943"/>
                    <a:pt x="1763" y="1916"/>
                  </a:cubicBezTo>
                  <a:cubicBezTo>
                    <a:pt x="1793" y="2919"/>
                    <a:pt x="1064" y="3770"/>
                    <a:pt x="91" y="3922"/>
                  </a:cubicBezTo>
                  <a:cubicBezTo>
                    <a:pt x="182" y="3922"/>
                    <a:pt x="274" y="3952"/>
                    <a:pt x="365" y="3952"/>
                  </a:cubicBezTo>
                  <a:cubicBezTo>
                    <a:pt x="1429" y="3922"/>
                    <a:pt x="2280" y="3010"/>
                    <a:pt x="2249" y="1916"/>
                  </a:cubicBezTo>
                  <a:cubicBezTo>
                    <a:pt x="2220" y="841"/>
                    <a:pt x="1368" y="0"/>
                    <a:pt x="300"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108"/>
            <p:cNvSpPr/>
            <p:nvPr/>
          </p:nvSpPr>
          <p:spPr>
            <a:xfrm rot="1799956">
              <a:off x="6050226" y="2492648"/>
              <a:ext cx="124153" cy="137037"/>
            </a:xfrm>
            <a:custGeom>
              <a:avLst/>
              <a:gdLst/>
              <a:ahLst/>
              <a:cxnLst/>
              <a:rect l="l" t="t" r="r" b="b"/>
              <a:pathLst>
                <a:path w="3527" h="3893" extrusionOk="0">
                  <a:moveTo>
                    <a:pt x="1752" y="0"/>
                  </a:moveTo>
                  <a:cubicBezTo>
                    <a:pt x="1736" y="0"/>
                    <a:pt x="1719" y="1"/>
                    <a:pt x="1703" y="1"/>
                  </a:cubicBezTo>
                  <a:cubicBezTo>
                    <a:pt x="761" y="32"/>
                    <a:pt x="1" y="913"/>
                    <a:pt x="31" y="2007"/>
                  </a:cubicBezTo>
                  <a:cubicBezTo>
                    <a:pt x="61" y="3053"/>
                    <a:pt x="854" y="3893"/>
                    <a:pt x="1776" y="3893"/>
                  </a:cubicBezTo>
                  <a:cubicBezTo>
                    <a:pt x="1792" y="3893"/>
                    <a:pt x="1808" y="3892"/>
                    <a:pt x="1825" y="3892"/>
                  </a:cubicBezTo>
                  <a:cubicBezTo>
                    <a:pt x="2767" y="3862"/>
                    <a:pt x="3527" y="2980"/>
                    <a:pt x="3496" y="1886"/>
                  </a:cubicBezTo>
                  <a:cubicBezTo>
                    <a:pt x="3467" y="840"/>
                    <a:pt x="2674" y="0"/>
                    <a:pt x="1752"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108"/>
            <p:cNvSpPr/>
            <p:nvPr/>
          </p:nvSpPr>
          <p:spPr>
            <a:xfrm rot="1799956">
              <a:off x="6222434" y="2340105"/>
              <a:ext cx="81349" cy="138093"/>
            </a:xfrm>
            <a:custGeom>
              <a:avLst/>
              <a:gdLst/>
              <a:ahLst/>
              <a:cxnLst/>
              <a:rect l="l" t="t" r="r" b="b"/>
              <a:pathLst>
                <a:path w="2311" h="3923" extrusionOk="0">
                  <a:moveTo>
                    <a:pt x="300" y="1"/>
                  </a:moveTo>
                  <a:cubicBezTo>
                    <a:pt x="281" y="1"/>
                    <a:pt x="262" y="1"/>
                    <a:pt x="243" y="2"/>
                  </a:cubicBezTo>
                  <a:cubicBezTo>
                    <a:pt x="152" y="2"/>
                    <a:pt x="91" y="32"/>
                    <a:pt x="0" y="32"/>
                  </a:cubicBezTo>
                  <a:cubicBezTo>
                    <a:pt x="973" y="123"/>
                    <a:pt x="1763" y="913"/>
                    <a:pt x="1793" y="1916"/>
                  </a:cubicBezTo>
                  <a:cubicBezTo>
                    <a:pt x="1824" y="2920"/>
                    <a:pt x="1094" y="3771"/>
                    <a:pt x="122" y="3923"/>
                  </a:cubicBezTo>
                  <a:lnTo>
                    <a:pt x="365" y="3923"/>
                  </a:lnTo>
                  <a:cubicBezTo>
                    <a:pt x="1459" y="3892"/>
                    <a:pt x="2310" y="2980"/>
                    <a:pt x="2280" y="1916"/>
                  </a:cubicBezTo>
                  <a:cubicBezTo>
                    <a:pt x="2250" y="841"/>
                    <a:pt x="1369" y="1"/>
                    <a:pt x="30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108"/>
            <p:cNvSpPr/>
            <p:nvPr/>
          </p:nvSpPr>
          <p:spPr>
            <a:xfrm rot="1799956">
              <a:off x="6168660" y="2322194"/>
              <a:ext cx="123062" cy="135945"/>
            </a:xfrm>
            <a:custGeom>
              <a:avLst/>
              <a:gdLst/>
              <a:ahLst/>
              <a:cxnLst/>
              <a:rect l="l" t="t" r="r" b="b"/>
              <a:pathLst>
                <a:path w="3496" h="3862" extrusionOk="0">
                  <a:moveTo>
                    <a:pt x="1723" y="0"/>
                  </a:moveTo>
                  <a:cubicBezTo>
                    <a:pt x="1706" y="0"/>
                    <a:pt x="1689" y="0"/>
                    <a:pt x="1672" y="1"/>
                  </a:cubicBezTo>
                  <a:cubicBezTo>
                    <a:pt x="730" y="31"/>
                    <a:pt x="0" y="913"/>
                    <a:pt x="31" y="1977"/>
                  </a:cubicBezTo>
                  <a:cubicBezTo>
                    <a:pt x="61" y="3022"/>
                    <a:pt x="824" y="3862"/>
                    <a:pt x="1745" y="3862"/>
                  </a:cubicBezTo>
                  <a:cubicBezTo>
                    <a:pt x="1761" y="3862"/>
                    <a:pt x="1777" y="3862"/>
                    <a:pt x="1794" y="3861"/>
                  </a:cubicBezTo>
                  <a:cubicBezTo>
                    <a:pt x="2736" y="3831"/>
                    <a:pt x="3496" y="2949"/>
                    <a:pt x="3465" y="1885"/>
                  </a:cubicBezTo>
                  <a:cubicBezTo>
                    <a:pt x="3436" y="840"/>
                    <a:pt x="2672" y="0"/>
                    <a:pt x="172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108"/>
            <p:cNvSpPr/>
            <p:nvPr/>
          </p:nvSpPr>
          <p:spPr>
            <a:xfrm rot="1799956">
              <a:off x="6333998" y="2166084"/>
              <a:ext cx="81349" cy="138093"/>
            </a:xfrm>
            <a:custGeom>
              <a:avLst/>
              <a:gdLst/>
              <a:ahLst/>
              <a:cxnLst/>
              <a:rect l="l" t="t" r="r" b="b"/>
              <a:pathLst>
                <a:path w="2311" h="3923" extrusionOk="0">
                  <a:moveTo>
                    <a:pt x="301" y="0"/>
                  </a:moveTo>
                  <a:cubicBezTo>
                    <a:pt x="282" y="0"/>
                    <a:pt x="263" y="1"/>
                    <a:pt x="244" y="1"/>
                  </a:cubicBezTo>
                  <a:cubicBezTo>
                    <a:pt x="183" y="1"/>
                    <a:pt x="92" y="1"/>
                    <a:pt x="1" y="32"/>
                  </a:cubicBezTo>
                  <a:cubicBezTo>
                    <a:pt x="973" y="123"/>
                    <a:pt x="1764" y="913"/>
                    <a:pt x="1794" y="1916"/>
                  </a:cubicBezTo>
                  <a:cubicBezTo>
                    <a:pt x="1824" y="2919"/>
                    <a:pt x="1095" y="3740"/>
                    <a:pt x="122" y="3892"/>
                  </a:cubicBezTo>
                  <a:cubicBezTo>
                    <a:pt x="213" y="3922"/>
                    <a:pt x="274" y="3922"/>
                    <a:pt x="365" y="3922"/>
                  </a:cubicBezTo>
                  <a:cubicBezTo>
                    <a:pt x="1460" y="3892"/>
                    <a:pt x="2311" y="2980"/>
                    <a:pt x="2280" y="1916"/>
                  </a:cubicBezTo>
                  <a:cubicBezTo>
                    <a:pt x="2250" y="841"/>
                    <a:pt x="1369"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108"/>
            <p:cNvSpPr/>
            <p:nvPr/>
          </p:nvSpPr>
          <p:spPr>
            <a:xfrm rot="1799956">
              <a:off x="6280230" y="2148150"/>
              <a:ext cx="123097" cy="135981"/>
            </a:xfrm>
            <a:custGeom>
              <a:avLst/>
              <a:gdLst/>
              <a:ahLst/>
              <a:cxnLst/>
              <a:rect l="l" t="t" r="r" b="b"/>
              <a:pathLst>
                <a:path w="3497" h="3863" extrusionOk="0">
                  <a:moveTo>
                    <a:pt x="1754" y="1"/>
                  </a:moveTo>
                  <a:cubicBezTo>
                    <a:pt x="1737" y="1"/>
                    <a:pt x="1720" y="1"/>
                    <a:pt x="1703" y="2"/>
                  </a:cubicBezTo>
                  <a:cubicBezTo>
                    <a:pt x="730" y="2"/>
                    <a:pt x="1" y="913"/>
                    <a:pt x="31" y="1977"/>
                  </a:cubicBezTo>
                  <a:cubicBezTo>
                    <a:pt x="61" y="3023"/>
                    <a:pt x="825" y="3863"/>
                    <a:pt x="1745" y="3863"/>
                  </a:cubicBezTo>
                  <a:cubicBezTo>
                    <a:pt x="1762" y="3863"/>
                    <a:pt x="1778" y="3862"/>
                    <a:pt x="1794" y="3862"/>
                  </a:cubicBezTo>
                  <a:cubicBezTo>
                    <a:pt x="2767" y="3831"/>
                    <a:pt x="3496" y="2950"/>
                    <a:pt x="3466" y="1886"/>
                  </a:cubicBezTo>
                  <a:cubicBezTo>
                    <a:pt x="3436" y="812"/>
                    <a:pt x="2673" y="1"/>
                    <a:pt x="17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108"/>
            <p:cNvSpPr/>
            <p:nvPr/>
          </p:nvSpPr>
          <p:spPr>
            <a:xfrm rot="1799956">
              <a:off x="7043305" y="2079862"/>
              <a:ext cx="93106" cy="137705"/>
            </a:xfrm>
            <a:custGeom>
              <a:avLst/>
              <a:gdLst/>
              <a:ahLst/>
              <a:cxnLst/>
              <a:rect l="l" t="t" r="r" b="b"/>
              <a:pathLst>
                <a:path w="2645" h="3912" extrusionOk="0">
                  <a:moveTo>
                    <a:pt x="578" y="0"/>
                  </a:moveTo>
                  <a:cubicBezTo>
                    <a:pt x="1520" y="244"/>
                    <a:pt x="2128" y="1186"/>
                    <a:pt x="2007" y="2158"/>
                  </a:cubicBezTo>
                  <a:cubicBezTo>
                    <a:pt x="1858" y="3140"/>
                    <a:pt x="1010" y="3831"/>
                    <a:pt x="62" y="3831"/>
                  </a:cubicBezTo>
                  <a:cubicBezTo>
                    <a:pt x="41" y="3831"/>
                    <a:pt x="21" y="3831"/>
                    <a:pt x="0" y="3830"/>
                  </a:cubicBezTo>
                  <a:lnTo>
                    <a:pt x="0" y="3830"/>
                  </a:lnTo>
                  <a:cubicBezTo>
                    <a:pt x="92" y="3861"/>
                    <a:pt x="152" y="3891"/>
                    <a:pt x="244" y="3891"/>
                  </a:cubicBezTo>
                  <a:cubicBezTo>
                    <a:pt x="341" y="3904"/>
                    <a:pt x="437" y="3911"/>
                    <a:pt x="531" y="3911"/>
                  </a:cubicBezTo>
                  <a:cubicBezTo>
                    <a:pt x="1504" y="3911"/>
                    <a:pt x="2327" y="3219"/>
                    <a:pt x="2493" y="2250"/>
                  </a:cubicBezTo>
                  <a:cubicBezTo>
                    <a:pt x="2645" y="1155"/>
                    <a:pt x="1885" y="152"/>
                    <a:pt x="82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108"/>
            <p:cNvSpPr/>
            <p:nvPr/>
          </p:nvSpPr>
          <p:spPr>
            <a:xfrm rot="1799956">
              <a:off x="6993310" y="2060930"/>
              <a:ext cx="130595" cy="136192"/>
            </a:xfrm>
            <a:custGeom>
              <a:avLst/>
              <a:gdLst/>
              <a:ahLst/>
              <a:cxnLst/>
              <a:rect l="l" t="t" r="r" b="b"/>
              <a:pathLst>
                <a:path w="3710" h="3869" extrusionOk="0">
                  <a:moveTo>
                    <a:pt x="1918" y="0"/>
                  </a:moveTo>
                  <a:cubicBezTo>
                    <a:pt x="1066" y="0"/>
                    <a:pt x="292" y="719"/>
                    <a:pt x="153" y="1691"/>
                  </a:cubicBezTo>
                  <a:cubicBezTo>
                    <a:pt x="1" y="2755"/>
                    <a:pt x="639" y="3728"/>
                    <a:pt x="1581" y="3849"/>
                  </a:cubicBezTo>
                  <a:cubicBezTo>
                    <a:pt x="1662" y="3862"/>
                    <a:pt x="1743" y="3869"/>
                    <a:pt x="1822" y="3869"/>
                  </a:cubicBezTo>
                  <a:cubicBezTo>
                    <a:pt x="2670" y="3869"/>
                    <a:pt x="3418" y="3150"/>
                    <a:pt x="3557" y="2177"/>
                  </a:cubicBezTo>
                  <a:cubicBezTo>
                    <a:pt x="3709" y="1114"/>
                    <a:pt x="3101" y="141"/>
                    <a:pt x="2159" y="19"/>
                  </a:cubicBezTo>
                  <a:cubicBezTo>
                    <a:pt x="2078" y="6"/>
                    <a:pt x="1998" y="0"/>
                    <a:pt x="191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108"/>
            <p:cNvSpPr/>
            <p:nvPr/>
          </p:nvSpPr>
          <p:spPr>
            <a:xfrm rot="1799956">
              <a:off x="6578787" y="2060069"/>
              <a:ext cx="93106" cy="138761"/>
            </a:xfrm>
            <a:custGeom>
              <a:avLst/>
              <a:gdLst/>
              <a:ahLst/>
              <a:cxnLst/>
              <a:rect l="l" t="t" r="r" b="b"/>
              <a:pathLst>
                <a:path w="2645" h="3942" extrusionOk="0">
                  <a:moveTo>
                    <a:pt x="578" y="1"/>
                  </a:moveTo>
                  <a:cubicBezTo>
                    <a:pt x="1520" y="274"/>
                    <a:pt x="2128" y="1186"/>
                    <a:pt x="2006" y="2189"/>
                  </a:cubicBezTo>
                  <a:cubicBezTo>
                    <a:pt x="1854" y="3162"/>
                    <a:pt x="973" y="3861"/>
                    <a:pt x="0" y="3861"/>
                  </a:cubicBezTo>
                  <a:cubicBezTo>
                    <a:pt x="91" y="3861"/>
                    <a:pt x="152" y="3892"/>
                    <a:pt x="243" y="3922"/>
                  </a:cubicBezTo>
                  <a:cubicBezTo>
                    <a:pt x="337" y="3935"/>
                    <a:pt x="430" y="3941"/>
                    <a:pt x="522" y="3941"/>
                  </a:cubicBezTo>
                  <a:cubicBezTo>
                    <a:pt x="1499" y="3941"/>
                    <a:pt x="2326" y="3223"/>
                    <a:pt x="2493" y="2250"/>
                  </a:cubicBezTo>
                  <a:cubicBezTo>
                    <a:pt x="2645" y="1186"/>
                    <a:pt x="1885" y="183"/>
                    <a:pt x="821" y="31"/>
                  </a:cubicBezTo>
                  <a:cubicBezTo>
                    <a:pt x="730" y="1"/>
                    <a:pt x="669" y="1"/>
                    <a:pt x="578"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108"/>
            <p:cNvSpPr/>
            <p:nvPr/>
          </p:nvSpPr>
          <p:spPr>
            <a:xfrm rot="1799956">
              <a:off x="6528794" y="2041340"/>
              <a:ext cx="130560" cy="136825"/>
            </a:xfrm>
            <a:custGeom>
              <a:avLst/>
              <a:gdLst/>
              <a:ahLst/>
              <a:cxnLst/>
              <a:rect l="l" t="t" r="r" b="b"/>
              <a:pathLst>
                <a:path w="3709" h="3887" extrusionOk="0">
                  <a:moveTo>
                    <a:pt x="1953" y="1"/>
                  </a:moveTo>
                  <a:cubicBezTo>
                    <a:pt x="1087" y="1"/>
                    <a:pt x="293" y="700"/>
                    <a:pt x="153" y="1686"/>
                  </a:cubicBezTo>
                  <a:cubicBezTo>
                    <a:pt x="1" y="2749"/>
                    <a:pt x="639" y="3722"/>
                    <a:pt x="1581" y="3874"/>
                  </a:cubicBezTo>
                  <a:cubicBezTo>
                    <a:pt x="1648" y="3883"/>
                    <a:pt x="1714" y="3887"/>
                    <a:pt x="1780" y="3887"/>
                  </a:cubicBezTo>
                  <a:cubicBezTo>
                    <a:pt x="2644" y="3887"/>
                    <a:pt x="3416" y="3163"/>
                    <a:pt x="3557" y="2202"/>
                  </a:cubicBezTo>
                  <a:cubicBezTo>
                    <a:pt x="3709" y="1139"/>
                    <a:pt x="3101" y="166"/>
                    <a:pt x="2159" y="14"/>
                  </a:cubicBezTo>
                  <a:cubicBezTo>
                    <a:pt x="2090" y="5"/>
                    <a:pt x="2021" y="1"/>
                    <a:pt x="195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108"/>
            <p:cNvSpPr/>
            <p:nvPr/>
          </p:nvSpPr>
          <p:spPr>
            <a:xfrm rot="1799956">
              <a:off x="6345570" y="16487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108"/>
            <p:cNvSpPr/>
            <p:nvPr/>
          </p:nvSpPr>
          <p:spPr>
            <a:xfrm rot="1799956">
              <a:off x="6295495" y="16302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108"/>
            <p:cNvSpPr/>
            <p:nvPr/>
          </p:nvSpPr>
          <p:spPr>
            <a:xfrm rot="1799956">
              <a:off x="6698617" y="1852529"/>
              <a:ext cx="93106" cy="138726"/>
            </a:xfrm>
            <a:custGeom>
              <a:avLst/>
              <a:gdLst/>
              <a:ahLst/>
              <a:cxnLst/>
              <a:rect l="l" t="t" r="r" b="b"/>
              <a:pathLst>
                <a:path w="2645" h="3941" extrusionOk="0">
                  <a:moveTo>
                    <a:pt x="578" y="0"/>
                  </a:moveTo>
                  <a:cubicBezTo>
                    <a:pt x="1520" y="274"/>
                    <a:pt x="2128" y="1186"/>
                    <a:pt x="2006" y="2189"/>
                  </a:cubicBezTo>
                  <a:cubicBezTo>
                    <a:pt x="1854" y="3161"/>
                    <a:pt x="973" y="3861"/>
                    <a:pt x="0" y="3861"/>
                  </a:cubicBezTo>
                  <a:cubicBezTo>
                    <a:pt x="91" y="3861"/>
                    <a:pt x="152" y="3891"/>
                    <a:pt x="243"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108"/>
            <p:cNvSpPr/>
            <p:nvPr/>
          </p:nvSpPr>
          <p:spPr>
            <a:xfrm rot="1799956">
              <a:off x="6648542" y="1834071"/>
              <a:ext cx="131651" cy="136825"/>
            </a:xfrm>
            <a:custGeom>
              <a:avLst/>
              <a:gdLst/>
              <a:ahLst/>
              <a:cxnLst/>
              <a:rect l="l" t="t" r="r" b="b"/>
              <a:pathLst>
                <a:path w="3740" h="3887" extrusionOk="0">
                  <a:moveTo>
                    <a:pt x="1953" y="0"/>
                  </a:moveTo>
                  <a:cubicBezTo>
                    <a:pt x="1087" y="0"/>
                    <a:pt x="293" y="699"/>
                    <a:pt x="153" y="1685"/>
                  </a:cubicBezTo>
                  <a:cubicBezTo>
                    <a:pt x="1" y="2749"/>
                    <a:pt x="639" y="3722"/>
                    <a:pt x="1581" y="3874"/>
                  </a:cubicBezTo>
                  <a:cubicBezTo>
                    <a:pt x="1648" y="3882"/>
                    <a:pt x="1714" y="3886"/>
                    <a:pt x="1780" y="3886"/>
                  </a:cubicBezTo>
                  <a:cubicBezTo>
                    <a:pt x="2644" y="3886"/>
                    <a:pt x="3416" y="3162"/>
                    <a:pt x="3557" y="2202"/>
                  </a:cubicBezTo>
                  <a:cubicBezTo>
                    <a:pt x="3739" y="1138"/>
                    <a:pt x="3101" y="165"/>
                    <a:pt x="2159" y="13"/>
                  </a:cubicBezTo>
                  <a:cubicBezTo>
                    <a:pt x="2090" y="4"/>
                    <a:pt x="2021" y="0"/>
                    <a:pt x="195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108"/>
            <p:cNvSpPr/>
            <p:nvPr/>
          </p:nvSpPr>
          <p:spPr>
            <a:xfrm rot="1799956">
              <a:off x="6773797" y="2671255"/>
              <a:ext cx="122006" cy="135945"/>
            </a:xfrm>
            <a:custGeom>
              <a:avLst/>
              <a:gdLst/>
              <a:ahLst/>
              <a:cxnLst/>
              <a:rect l="l" t="t" r="r" b="b"/>
              <a:pathLst>
                <a:path w="3466" h="3862" extrusionOk="0">
                  <a:moveTo>
                    <a:pt x="1733" y="1"/>
                  </a:moveTo>
                  <a:cubicBezTo>
                    <a:pt x="791" y="1"/>
                    <a:pt x="1" y="852"/>
                    <a:pt x="1" y="1946"/>
                  </a:cubicBezTo>
                  <a:cubicBezTo>
                    <a:pt x="1" y="3010"/>
                    <a:pt x="791" y="3861"/>
                    <a:pt x="1733" y="3861"/>
                  </a:cubicBezTo>
                  <a:cubicBezTo>
                    <a:pt x="2675" y="3861"/>
                    <a:pt x="3466" y="3010"/>
                    <a:pt x="3466" y="1946"/>
                  </a:cubicBezTo>
                  <a:cubicBezTo>
                    <a:pt x="3466" y="852"/>
                    <a:pt x="2675"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108"/>
            <p:cNvSpPr/>
            <p:nvPr/>
          </p:nvSpPr>
          <p:spPr>
            <a:xfrm rot="1799956">
              <a:off x="6979385" y="2333920"/>
              <a:ext cx="78146" cy="138057"/>
            </a:xfrm>
            <a:custGeom>
              <a:avLst/>
              <a:gdLst/>
              <a:ahLst/>
              <a:cxnLst/>
              <a:rect l="l" t="t" r="r" b="b"/>
              <a:pathLst>
                <a:path w="2220" h="3922" extrusionOk="0">
                  <a:moveTo>
                    <a:pt x="0" y="1"/>
                  </a:moveTo>
                  <a:cubicBezTo>
                    <a:pt x="973" y="123"/>
                    <a:pt x="1733" y="943"/>
                    <a:pt x="1733" y="1946"/>
                  </a:cubicBezTo>
                  <a:cubicBezTo>
                    <a:pt x="1733" y="2949"/>
                    <a:pt x="973" y="3770"/>
                    <a:pt x="0" y="3892"/>
                  </a:cubicBezTo>
                  <a:cubicBezTo>
                    <a:pt x="92" y="3922"/>
                    <a:pt x="183" y="3922"/>
                    <a:pt x="244" y="3922"/>
                  </a:cubicBezTo>
                  <a:cubicBezTo>
                    <a:pt x="1338" y="3922"/>
                    <a:pt x="2219" y="3040"/>
                    <a:pt x="2219" y="1946"/>
                  </a:cubicBezTo>
                  <a:cubicBezTo>
                    <a:pt x="2219" y="882"/>
                    <a:pt x="133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108"/>
            <p:cNvSpPr/>
            <p:nvPr/>
          </p:nvSpPr>
          <p:spPr>
            <a:xfrm rot="1799956">
              <a:off x="6829301" y="2689664"/>
              <a:ext cx="78146" cy="139114"/>
            </a:xfrm>
            <a:custGeom>
              <a:avLst/>
              <a:gdLst/>
              <a:ahLst/>
              <a:cxnLst/>
              <a:rect l="l" t="t" r="r" b="b"/>
              <a:pathLst>
                <a:path w="2220" h="3952" extrusionOk="0">
                  <a:moveTo>
                    <a:pt x="243" y="1"/>
                  </a:moveTo>
                  <a:cubicBezTo>
                    <a:pt x="152" y="1"/>
                    <a:pt x="91" y="31"/>
                    <a:pt x="0" y="31"/>
                  </a:cubicBezTo>
                  <a:cubicBezTo>
                    <a:pt x="973" y="153"/>
                    <a:pt x="1733" y="973"/>
                    <a:pt x="1733" y="1976"/>
                  </a:cubicBezTo>
                  <a:cubicBezTo>
                    <a:pt x="1733" y="2979"/>
                    <a:pt x="973" y="3800"/>
                    <a:pt x="0" y="3922"/>
                  </a:cubicBezTo>
                  <a:cubicBezTo>
                    <a:pt x="91" y="3922"/>
                    <a:pt x="152" y="3952"/>
                    <a:pt x="243" y="3952"/>
                  </a:cubicBezTo>
                  <a:cubicBezTo>
                    <a:pt x="1338" y="3952"/>
                    <a:pt x="2219" y="3070"/>
                    <a:pt x="2219" y="1976"/>
                  </a:cubicBezTo>
                  <a:cubicBezTo>
                    <a:pt x="2219" y="882"/>
                    <a:pt x="1338" y="1"/>
                    <a:pt x="24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108"/>
            <p:cNvSpPr/>
            <p:nvPr/>
          </p:nvSpPr>
          <p:spPr>
            <a:xfrm rot="1799956">
              <a:off x="6823445" y="16434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108"/>
            <p:cNvSpPr/>
            <p:nvPr/>
          </p:nvSpPr>
          <p:spPr>
            <a:xfrm rot="1799956">
              <a:off x="6773370" y="16249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40" name="Google Shape;2940;p108"/>
          <p:cNvSpPr txBox="1"/>
          <p:nvPr/>
        </p:nvSpPr>
        <p:spPr>
          <a:xfrm>
            <a:off x="241628" y="690571"/>
            <a:ext cx="943200" cy="38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accent4"/>
                </a:solidFill>
                <a:latin typeface="Lilita One"/>
                <a:ea typeface="Lilita One"/>
                <a:cs typeface="Lilita One"/>
                <a:sym typeface="Lilita One"/>
              </a:rPr>
              <a:t>Roll the Dice</a:t>
            </a:r>
            <a:endParaRPr sz="1000">
              <a:solidFill>
                <a:schemeClr val="accent4"/>
              </a:solidFill>
              <a:latin typeface="Lilita One"/>
              <a:ea typeface="Lilita One"/>
              <a:cs typeface="Lilita One"/>
              <a:sym typeface="Lilita One"/>
            </a:endParaRPr>
          </a:p>
        </p:txBody>
      </p:sp>
      <p:sp>
        <p:nvSpPr>
          <p:cNvPr id="2941" name="Google Shape;2941;p108">
            <a:hlinkClick r:id="rId3" action="ppaction://hlinksldjump"/>
          </p:cNvPr>
          <p:cNvSpPr/>
          <p:nvPr/>
        </p:nvSpPr>
        <p:spPr>
          <a:xfrm>
            <a:off x="312438" y="237000"/>
            <a:ext cx="801600" cy="8016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7954E01E-C4DB-4790-BB85-CAE156BD1938}"/>
                  </a:ext>
                </a:extLst>
              </p:cNvPr>
              <p:cNvSpPr txBox="1"/>
              <p:nvPr/>
            </p:nvSpPr>
            <p:spPr>
              <a:xfrm>
                <a:off x="578554" y="411884"/>
                <a:ext cx="8253008" cy="3108543"/>
              </a:xfrm>
              <a:prstGeom prst="rect">
                <a:avLst/>
              </a:prstGeom>
              <a:noFill/>
            </p:spPr>
            <p:txBody>
              <a:bodyPr wrap="square" rtlCol="0">
                <a:spAutoFit/>
              </a:bodyPr>
              <a:lstStyle/>
              <a:p>
                <a:pPr algn="just" rtl="1"/>
                <a:r>
                  <a:rPr lang="fa-IR" dirty="0">
                    <a:cs typeface="Aban" pitchFamily="2" charset="-78"/>
                  </a:rPr>
                  <a:t>مشابه قبل برای حساسیت سنجی متغیر ها را بین بازه های تعیین شده تغییر می‌دهیم اینبار با </a:t>
                </a:r>
                <a14:m>
                  <m:oMath xmlns:m="http://schemas.openxmlformats.org/officeDocument/2006/math">
                    <m:r>
                      <a:rPr lang="en-US" b="0" i="1" smtClean="0">
                        <a:latin typeface="Cambria Math" panose="02040503050406030204" pitchFamily="18" charset="0"/>
                        <a:cs typeface="Aban" pitchFamily="2" charset="-78"/>
                      </a:rPr>
                      <m:t>𝛽</m:t>
                    </m:r>
                  </m:oMath>
                </a14:m>
                <a:r>
                  <a:rPr lang="fa-IR" dirty="0">
                    <a:cs typeface="Aban" pitchFamily="2" charset="-78"/>
                  </a:rPr>
                  <a:t> شروع می‌کنیم چون دکتر انتخاب اول است.</a:t>
                </a:r>
              </a:p>
              <a:p>
                <a:pPr algn="just" rtl="1"/>
                <a:r>
                  <a:rPr lang="fa-IR" dirty="0">
                    <a:cs typeface="Aban" pitchFamily="2" charset="-78"/>
                  </a:rPr>
                  <a:t>اگر </a:t>
                </a:r>
                <a14:m>
                  <m:oMath xmlns:m="http://schemas.openxmlformats.org/officeDocument/2006/math">
                    <m:r>
                      <a:rPr lang="en-US" b="0" i="1" smtClean="0">
                        <a:latin typeface="Cambria Math" panose="02040503050406030204" pitchFamily="18" charset="0"/>
                        <a:cs typeface="Aban" pitchFamily="2" charset="-78"/>
                      </a:rPr>
                      <m:t>𝛽</m:t>
                    </m:r>
                  </m:oMath>
                </a14:m>
                <a:r>
                  <a:rPr lang="fa-IR" dirty="0">
                    <a:cs typeface="Aban" pitchFamily="2" charset="-78"/>
                  </a:rPr>
                  <a:t> در کمترین مقدار خود باشد حال </a:t>
                </a:r>
                <a14:m>
                  <m:oMath xmlns:m="http://schemas.openxmlformats.org/officeDocument/2006/math">
                    <m:r>
                      <a:rPr lang="en-US" b="0" i="1" smtClean="0">
                        <a:latin typeface="Cambria Math" panose="02040503050406030204" pitchFamily="18" charset="0"/>
                        <a:cs typeface="Aban" pitchFamily="2" charset="-78"/>
                      </a:rPr>
                      <m:t>𝛾</m:t>
                    </m:r>
                  </m:oMath>
                </a14:m>
                <a:r>
                  <a:rPr lang="fa-IR" dirty="0">
                    <a:cs typeface="Aban" pitchFamily="2" charset="-78"/>
                  </a:rPr>
                  <a:t> را بررسی میکنیم</a:t>
                </a:r>
              </a:p>
              <a:p>
                <a:pPr marL="285750" indent="-285750" algn="just" rtl="1">
                  <a:buFont typeface="Arial" panose="020B0604020202020204" pitchFamily="34" charset="0"/>
                  <a:buChar char="•"/>
                </a:pPr>
                <a:r>
                  <a:rPr lang="fa-IR" dirty="0">
                    <a:cs typeface="Aban" pitchFamily="2" charset="-78"/>
                  </a:rPr>
                  <a:t>اگر </a:t>
                </a:r>
                <a14:m>
                  <m:oMath xmlns:m="http://schemas.openxmlformats.org/officeDocument/2006/math">
                    <m:r>
                      <a:rPr lang="en-US" b="0" i="1" smtClean="0">
                        <a:latin typeface="Cambria Math" panose="02040503050406030204" pitchFamily="18" charset="0"/>
                        <a:cs typeface="Aban" pitchFamily="2" charset="-78"/>
                      </a:rPr>
                      <m:t>𝛾</m:t>
                    </m:r>
                    <m:r>
                      <a:rPr lang="en-US" b="0" i="1" smtClean="0">
                        <a:latin typeface="Cambria Math" panose="02040503050406030204" pitchFamily="18" charset="0"/>
                        <a:cs typeface="Aban" pitchFamily="2" charset="-78"/>
                      </a:rPr>
                      <m:t>&lt;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𝛾</m:t>
                        </m:r>
                      </m:e>
                      <m:sub>
                        <m:r>
                          <a:rPr lang="en-US" b="0" i="1" smtClean="0">
                            <a:latin typeface="Cambria Math" panose="02040503050406030204" pitchFamily="18" charset="0"/>
                            <a:cs typeface="Aban" pitchFamily="2" charset="-78"/>
                          </a:rPr>
                          <m:t>𝑐</m:t>
                        </m:r>
                      </m:sub>
                    </m:sSub>
                  </m:oMath>
                </a14:m>
                <a:r>
                  <a:rPr lang="fa-IR" dirty="0">
                    <a:cs typeface="Aban" pitchFamily="2" charset="-78"/>
                  </a:rPr>
                  <a:t> در این حالت بیمار همیشه با دکتر همکاری می‎کند بنابراین باتوجه به حالات سود دکتر میدانیم دکتر هم همکاری را انتخاب می‌کند. پس زوج </a:t>
                </a:r>
                <a14:m>
                  <m:oMath xmlns:m="http://schemas.openxmlformats.org/officeDocument/2006/math">
                    <m:r>
                      <a:rPr lang="en-US" b="0" i="1" smtClean="0">
                        <a:latin typeface="Cambria Math" panose="02040503050406030204" pitchFamily="18" charset="0"/>
                        <a:cs typeface="Aban" pitchFamily="2" charset="-78"/>
                      </a:rPr>
                      <m:t>(</m:t>
                    </m:r>
                    <m:r>
                      <a:rPr lang="en-US" b="0" i="1" smtClean="0">
                        <a:latin typeface="Cambria Math" panose="02040503050406030204" pitchFamily="18" charset="0"/>
                        <a:cs typeface="Aban" pitchFamily="2" charset="-78"/>
                      </a:rPr>
                      <m:t>𝐶</m:t>
                    </m:r>
                    <m:r>
                      <a:rPr lang="en-US" b="0" i="1" smtClean="0">
                        <a:latin typeface="Cambria Math" panose="02040503050406030204" pitchFamily="18" charset="0"/>
                        <a:cs typeface="Aban" pitchFamily="2" charset="-78"/>
                      </a:rPr>
                      <m:t>,</m:t>
                    </m:r>
                    <m:r>
                      <a:rPr lang="en-US" b="0" i="1" smtClean="0">
                        <a:latin typeface="Cambria Math" panose="02040503050406030204" pitchFamily="18" charset="0"/>
                        <a:cs typeface="Aban" pitchFamily="2" charset="-78"/>
                      </a:rPr>
                      <m:t>𝐶</m:t>
                    </m:r>
                    <m:r>
                      <a:rPr lang="en-US" b="0" i="1" smtClean="0">
                        <a:latin typeface="Cambria Math" panose="02040503050406030204" pitchFamily="18" charset="0"/>
                        <a:cs typeface="Aban" pitchFamily="2" charset="-78"/>
                      </a:rPr>
                      <m:t>)</m:t>
                    </m:r>
                  </m:oMath>
                </a14:m>
                <a:r>
                  <a:rPr lang="fa-IR" dirty="0">
                    <a:cs typeface="Aban" pitchFamily="2" charset="-78"/>
                  </a:rPr>
                  <a:t> تعادل نش بازی ماست.</a:t>
                </a:r>
              </a:p>
              <a:p>
                <a:pPr marL="285750" indent="-285750" algn="just" rtl="1">
                  <a:buFont typeface="Arial" panose="020B0604020202020204" pitchFamily="34" charset="0"/>
                  <a:buChar char="•"/>
                </a:pPr>
                <a:endParaRPr lang="fa-IR" dirty="0">
                  <a:cs typeface="Aban" pitchFamily="2" charset="-78"/>
                </a:endParaRPr>
              </a:p>
              <a:p>
                <a:pPr marL="285750" indent="-285750" algn="just" rtl="1">
                  <a:buFont typeface="Arial" panose="020B0604020202020204" pitchFamily="34" charset="0"/>
                  <a:buChar char="•"/>
                </a:pPr>
                <a:endParaRPr lang="fa-IR" dirty="0">
                  <a:cs typeface="Aban" pitchFamily="2" charset="-78"/>
                </a:endParaRPr>
              </a:p>
              <a:p>
                <a:pPr marL="285750" indent="-285750" algn="just" rtl="1">
                  <a:buFont typeface="Arial" panose="020B0604020202020204" pitchFamily="34" charset="0"/>
                  <a:buChar char="•"/>
                </a:pPr>
                <a:endParaRPr lang="fa-IR" dirty="0">
                  <a:cs typeface="Aban" pitchFamily="2" charset="-78"/>
                </a:endParaRPr>
              </a:p>
              <a:p>
                <a:pPr marL="285750" indent="-285750" algn="just" rtl="1">
                  <a:buFont typeface="Arial" panose="020B0604020202020204" pitchFamily="34" charset="0"/>
                  <a:buChar char="•"/>
                </a:pPr>
                <a:endParaRPr lang="fa-IR" dirty="0">
                  <a:cs typeface="Aban" pitchFamily="2" charset="-78"/>
                </a:endParaRPr>
              </a:p>
              <a:p>
                <a:pPr marL="285750" indent="-285750" algn="just" rtl="1">
                  <a:buFont typeface="Arial" panose="020B0604020202020204" pitchFamily="34" charset="0"/>
                  <a:buChar char="•"/>
                </a:pPr>
                <a:endParaRPr lang="fa-IR" dirty="0">
                  <a:cs typeface="Aban" pitchFamily="2" charset="-78"/>
                </a:endParaRPr>
              </a:p>
              <a:p>
                <a:pPr marL="285750" indent="-285750" algn="just" rtl="1">
                  <a:buFont typeface="Arial" panose="020B0604020202020204" pitchFamily="34" charset="0"/>
                  <a:buChar char="•"/>
                </a:pPr>
                <a:endParaRPr lang="fa-IR" dirty="0">
                  <a:cs typeface="Aban" pitchFamily="2" charset="-78"/>
                </a:endParaRPr>
              </a:p>
              <a:p>
                <a:pPr marL="285750" indent="-285750" algn="just" rtl="1">
                  <a:buFont typeface="Arial" panose="020B0604020202020204" pitchFamily="34" charset="0"/>
                  <a:buChar char="•"/>
                </a:pPr>
                <a:endParaRPr lang="fa-IR" dirty="0">
                  <a:cs typeface="Aban" pitchFamily="2" charset="-78"/>
                </a:endParaRPr>
              </a:p>
              <a:p>
                <a:pPr marL="285750" indent="-285750" algn="just" rtl="1">
                  <a:buFont typeface="Arial" panose="020B0604020202020204" pitchFamily="34" charset="0"/>
                  <a:buChar char="•"/>
                </a:pPr>
                <a:r>
                  <a:rPr lang="fa-IR" dirty="0">
                    <a:cs typeface="Aban" pitchFamily="2" charset="-78"/>
                  </a:rPr>
                  <a:t>اگر  داشته باشیم </a:t>
                </a:r>
                <a14:m>
                  <m:oMath xmlns:m="http://schemas.openxmlformats.org/officeDocument/2006/math">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𝛾</m:t>
                        </m:r>
                      </m:e>
                      <m:sub>
                        <m:r>
                          <a:rPr lang="en-US" b="0" i="1" smtClean="0">
                            <a:latin typeface="Cambria Math" panose="02040503050406030204" pitchFamily="18" charset="0"/>
                            <a:cs typeface="Aban" pitchFamily="2" charset="-78"/>
                          </a:rPr>
                          <m:t>𝐶</m:t>
                        </m:r>
                      </m:sub>
                    </m:sSub>
                    <m:r>
                      <a:rPr lang="en-US" b="0" i="1" smtClean="0">
                        <a:latin typeface="Cambria Math" panose="02040503050406030204" pitchFamily="18" charset="0"/>
                        <a:cs typeface="Aban" pitchFamily="2" charset="-78"/>
                      </a:rPr>
                      <m:t>&lt;</m:t>
                    </m:r>
                    <m:r>
                      <a:rPr lang="en-US" b="0" i="1" smtClean="0">
                        <a:latin typeface="Cambria Math" panose="02040503050406030204" pitchFamily="18" charset="0"/>
                        <a:cs typeface="Aban" pitchFamily="2" charset="-78"/>
                      </a:rPr>
                      <m:t>𝛾</m:t>
                    </m:r>
                    <m:r>
                      <a:rPr lang="en-US" b="0" i="1" smtClean="0">
                        <a:latin typeface="Cambria Math" panose="02040503050406030204" pitchFamily="18" charset="0"/>
                        <a:cs typeface="Aban" pitchFamily="2" charset="-78"/>
                      </a:rPr>
                      <m:t>&lt;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𝛾</m:t>
                        </m:r>
                      </m:e>
                      <m:sub>
                        <m:r>
                          <a:rPr lang="en-US" b="0" i="1" smtClean="0">
                            <a:latin typeface="Cambria Math" panose="02040503050406030204" pitchFamily="18" charset="0"/>
                            <a:cs typeface="Aban" pitchFamily="2" charset="-78"/>
                          </a:rPr>
                          <m:t>𝑁𝐶</m:t>
                        </m:r>
                      </m:sub>
                    </m:sSub>
                  </m:oMath>
                </a14:m>
                <a:r>
                  <a:rPr lang="fa-IR" dirty="0">
                    <a:cs typeface="Aban" pitchFamily="2" charset="-78"/>
                  </a:rPr>
                  <a:t> آنگاه در حالت همکاری دکتر بیمار عدم همکاری را انتخاب می‎کند بنابر این سود دکتر از آن شاخه کمتر از حالت قبل می‌شود و چون داریم </a:t>
                </a:r>
                <a14:m>
                  <m:oMath xmlns:m="http://schemas.openxmlformats.org/officeDocument/2006/math">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𝐷</m:t>
                        </m:r>
                      </m:e>
                      <m:sub>
                        <m:r>
                          <a:rPr lang="en-US" b="0" i="1" smtClean="0">
                            <a:latin typeface="Cambria Math" panose="02040503050406030204" pitchFamily="18" charset="0"/>
                            <a:cs typeface="Aban" pitchFamily="2" charset="-78"/>
                          </a:rPr>
                          <m:t>12</m:t>
                        </m:r>
                      </m:sub>
                    </m:sSub>
                    <m:r>
                      <a:rPr lang="en-US" b="0" i="1" smtClean="0">
                        <a:latin typeface="Cambria Math" panose="02040503050406030204" pitchFamily="18" charset="0"/>
                        <a:cs typeface="Aban" pitchFamily="2" charset="-78"/>
                      </a:rPr>
                      <m:t>&lt;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𝐷</m:t>
                        </m:r>
                      </m:e>
                      <m:sub>
                        <m:r>
                          <a:rPr lang="en-US" b="0" i="1" smtClean="0">
                            <a:latin typeface="Cambria Math" panose="02040503050406030204" pitchFamily="18" charset="0"/>
                            <a:cs typeface="Aban" pitchFamily="2" charset="-78"/>
                          </a:rPr>
                          <m:t>21</m:t>
                        </m:r>
                      </m:sub>
                    </m:sSub>
                  </m:oMath>
                </a14:m>
                <a:r>
                  <a:rPr lang="fa-IR" dirty="0">
                    <a:cs typeface="Aban" pitchFamily="2" charset="-78"/>
                  </a:rPr>
                  <a:t> زوج </a:t>
                </a:r>
                <a14:m>
                  <m:oMath xmlns:m="http://schemas.openxmlformats.org/officeDocument/2006/math">
                    <m:r>
                      <a:rPr lang="en-US" b="0" i="1" smtClean="0">
                        <a:latin typeface="Cambria Math" panose="02040503050406030204" pitchFamily="18" charset="0"/>
                        <a:cs typeface="Aban" pitchFamily="2" charset="-78"/>
                      </a:rPr>
                      <m:t>(</m:t>
                    </m:r>
                    <m:r>
                      <a:rPr lang="en-US" b="0" i="1" smtClean="0">
                        <a:latin typeface="Cambria Math" panose="02040503050406030204" pitchFamily="18" charset="0"/>
                        <a:cs typeface="Aban" pitchFamily="2" charset="-78"/>
                      </a:rPr>
                      <m:t>𝑁</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𝐶</m:t>
                        </m:r>
                      </m:e>
                      <m:sub>
                        <m:r>
                          <a:rPr lang="en-US" b="0" i="1" smtClean="0">
                            <a:latin typeface="Cambria Math" panose="02040503050406030204" pitchFamily="18" charset="0"/>
                            <a:cs typeface="Aban" pitchFamily="2" charset="-78"/>
                          </a:rPr>
                          <m:t>𝑡</m:t>
                        </m:r>
                      </m:sub>
                    </m:sSub>
                    <m:r>
                      <a:rPr lang="en-US" b="0" i="1" smtClean="0">
                        <a:latin typeface="Cambria Math" panose="02040503050406030204" pitchFamily="18" charset="0"/>
                        <a:cs typeface="Aban" pitchFamily="2" charset="-78"/>
                      </a:rPr>
                      <m:t>,</m:t>
                    </m:r>
                    <m:r>
                      <a:rPr lang="en-US" b="0" i="1" smtClean="0">
                        <a:latin typeface="Cambria Math" panose="02040503050406030204" pitchFamily="18" charset="0"/>
                        <a:cs typeface="Aban" pitchFamily="2" charset="-78"/>
                      </a:rPr>
                      <m:t>𝐶</m:t>
                    </m:r>
                    <m:r>
                      <a:rPr lang="en-US" b="0" i="1" smtClean="0">
                        <a:latin typeface="Cambria Math" panose="02040503050406030204" pitchFamily="18" charset="0"/>
                        <a:cs typeface="Aban" pitchFamily="2" charset="-78"/>
                      </a:rPr>
                      <m:t>)</m:t>
                    </m:r>
                  </m:oMath>
                </a14:m>
                <a:r>
                  <a:rPr lang="fa-IR" dirty="0">
                    <a:cs typeface="Aban" pitchFamily="2" charset="-78"/>
                  </a:rPr>
                  <a:t> تعادل نش ماست.</a:t>
                </a:r>
              </a:p>
              <a:p>
                <a:pPr marL="285750" indent="-285750" algn="just" rtl="1">
                  <a:buFont typeface="Arial" panose="020B0604020202020204" pitchFamily="34" charset="0"/>
                  <a:buChar char="•"/>
                </a:pPr>
                <a:endParaRPr lang="en-US" dirty="0">
                  <a:cs typeface="Aban" pitchFamily="2" charset="-78"/>
                </a:endParaRPr>
              </a:p>
            </p:txBody>
          </p:sp>
        </mc:Choice>
        <mc:Fallback>
          <p:sp>
            <p:nvSpPr>
              <p:cNvPr id="4" name="TextBox 3">
                <a:extLst>
                  <a:ext uri="{FF2B5EF4-FFF2-40B4-BE49-F238E27FC236}">
                    <a16:creationId xmlns:a16="http://schemas.microsoft.com/office/drawing/2014/main" id="{7954E01E-C4DB-4790-BB85-CAE156BD1938}"/>
                  </a:ext>
                </a:extLst>
              </p:cNvPr>
              <p:cNvSpPr txBox="1">
                <a:spLocks noRot="1" noChangeAspect="1" noMove="1" noResize="1" noEditPoints="1" noAdjustHandles="1" noChangeArrowheads="1" noChangeShapeType="1" noTextEdit="1"/>
              </p:cNvSpPr>
              <p:nvPr/>
            </p:nvSpPr>
            <p:spPr>
              <a:xfrm>
                <a:off x="578554" y="411884"/>
                <a:ext cx="8253008" cy="3108543"/>
              </a:xfrm>
              <a:prstGeom prst="rect">
                <a:avLst/>
              </a:prstGeom>
              <a:blipFill>
                <a:blip r:embed="rId4"/>
                <a:stretch>
                  <a:fillRect l="-739" t="-196" r="-222"/>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5D114AC6-6637-4F40-BDEC-0C4026E2F784}"/>
              </a:ext>
            </a:extLst>
          </p:cNvPr>
          <p:cNvPicPr>
            <a:picLocks noChangeAspect="1"/>
          </p:cNvPicPr>
          <p:nvPr/>
        </p:nvPicPr>
        <p:blipFill>
          <a:blip r:embed="rId5"/>
          <a:stretch>
            <a:fillRect/>
          </a:stretch>
        </p:blipFill>
        <p:spPr>
          <a:xfrm>
            <a:off x="2911643" y="1439024"/>
            <a:ext cx="3533246" cy="1405380"/>
          </a:xfrm>
          <a:prstGeom prst="rect">
            <a:avLst/>
          </a:prstGeom>
        </p:spPr>
      </p:pic>
      <p:pic>
        <p:nvPicPr>
          <p:cNvPr id="9" name="Picture 8">
            <a:extLst>
              <a:ext uri="{FF2B5EF4-FFF2-40B4-BE49-F238E27FC236}">
                <a16:creationId xmlns:a16="http://schemas.microsoft.com/office/drawing/2014/main" id="{909CC246-9825-4A92-9854-092AD6132ECB}"/>
              </a:ext>
            </a:extLst>
          </p:cNvPr>
          <p:cNvPicPr>
            <a:picLocks noChangeAspect="1"/>
          </p:cNvPicPr>
          <p:nvPr/>
        </p:nvPicPr>
        <p:blipFill>
          <a:blip r:embed="rId6"/>
          <a:stretch>
            <a:fillRect/>
          </a:stretch>
        </p:blipFill>
        <p:spPr>
          <a:xfrm>
            <a:off x="2911643" y="3326237"/>
            <a:ext cx="3628260" cy="1443174"/>
          </a:xfrm>
          <a:prstGeom prst="rect">
            <a:avLst/>
          </a:prstGeom>
        </p:spPr>
      </p:pic>
    </p:spTree>
    <p:extLst>
      <p:ext uri="{BB962C8B-B14F-4D97-AF65-F5344CB8AC3E}">
        <p14:creationId xmlns:p14="http://schemas.microsoft.com/office/powerpoint/2010/main" val="15849446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04"/>
        <p:cNvGrpSpPr/>
        <p:nvPr/>
      </p:nvGrpSpPr>
      <p:grpSpPr>
        <a:xfrm>
          <a:off x="0" y="0"/>
          <a:ext cx="0" cy="0"/>
          <a:chOff x="0" y="0"/>
          <a:chExt cx="0" cy="0"/>
        </a:xfrm>
      </p:grpSpPr>
      <p:grpSp>
        <p:nvGrpSpPr>
          <p:cNvPr id="2906" name="Google Shape;2906;p108"/>
          <p:cNvGrpSpPr/>
          <p:nvPr/>
        </p:nvGrpSpPr>
        <p:grpSpPr>
          <a:xfrm>
            <a:off x="417435" y="237007"/>
            <a:ext cx="591604" cy="615737"/>
            <a:chOff x="5593285" y="1262634"/>
            <a:chExt cx="1852814" cy="1928398"/>
          </a:xfrm>
        </p:grpSpPr>
        <p:sp>
          <p:nvSpPr>
            <p:cNvPr id="2907" name="Google Shape;2907;p108"/>
            <p:cNvSpPr/>
            <p:nvPr/>
          </p:nvSpPr>
          <p:spPr>
            <a:xfrm rot="1799956">
              <a:off x="6377770" y="2014775"/>
              <a:ext cx="639880" cy="1089253"/>
            </a:xfrm>
            <a:custGeom>
              <a:avLst/>
              <a:gdLst/>
              <a:ahLst/>
              <a:cxnLst/>
              <a:rect l="l" t="t" r="r" b="b"/>
              <a:pathLst>
                <a:path w="18178" h="30944" extrusionOk="0">
                  <a:moveTo>
                    <a:pt x="18177" y="0"/>
                  </a:moveTo>
                  <a:lnTo>
                    <a:pt x="1" y="9818"/>
                  </a:lnTo>
                  <a:lnTo>
                    <a:pt x="1" y="30943"/>
                  </a:lnTo>
                  <a:lnTo>
                    <a:pt x="18177" y="20153"/>
                  </a:lnTo>
                  <a:lnTo>
                    <a:pt x="181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108"/>
            <p:cNvSpPr/>
            <p:nvPr/>
          </p:nvSpPr>
          <p:spPr>
            <a:xfrm rot="1799956">
              <a:off x="6065202" y="1533009"/>
              <a:ext cx="1280781" cy="743652"/>
            </a:xfrm>
            <a:custGeom>
              <a:avLst/>
              <a:gdLst/>
              <a:ahLst/>
              <a:cxnLst/>
              <a:rect l="l" t="t" r="r" b="b"/>
              <a:pathLst>
                <a:path w="36385" h="21126" extrusionOk="0">
                  <a:moveTo>
                    <a:pt x="18694" y="0"/>
                  </a:moveTo>
                  <a:lnTo>
                    <a:pt x="1" y="10821"/>
                  </a:lnTo>
                  <a:lnTo>
                    <a:pt x="18208" y="21125"/>
                  </a:lnTo>
                  <a:lnTo>
                    <a:pt x="36384" y="11307"/>
                  </a:lnTo>
                  <a:lnTo>
                    <a:pt x="18694" y="0"/>
                  </a:lnTo>
                  <a:close/>
                </a:path>
              </a:pathLst>
            </a:custGeom>
            <a:solidFill>
              <a:srgbClr val="84AF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108"/>
            <p:cNvSpPr/>
            <p:nvPr/>
          </p:nvSpPr>
          <p:spPr>
            <a:xfrm rot="1799956">
              <a:off x="5826936" y="1678634"/>
              <a:ext cx="640936" cy="1106361"/>
            </a:xfrm>
            <a:custGeom>
              <a:avLst/>
              <a:gdLst/>
              <a:ahLst/>
              <a:cxnLst/>
              <a:rect l="l" t="t" r="r" b="b"/>
              <a:pathLst>
                <a:path w="18208" h="31430" extrusionOk="0">
                  <a:moveTo>
                    <a:pt x="1" y="0"/>
                  </a:moveTo>
                  <a:lnTo>
                    <a:pt x="1" y="20639"/>
                  </a:lnTo>
                  <a:lnTo>
                    <a:pt x="18208" y="31429"/>
                  </a:lnTo>
                  <a:lnTo>
                    <a:pt x="18208" y="10304"/>
                  </a:lnTo>
                  <a:lnTo>
                    <a:pt x="1" y="0"/>
                  </a:lnTo>
                  <a:close/>
                </a:path>
              </a:pathLst>
            </a:custGeom>
            <a:solidFill>
              <a:srgbClr val="618C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108"/>
            <p:cNvSpPr/>
            <p:nvPr/>
          </p:nvSpPr>
          <p:spPr>
            <a:xfrm rot="1799956">
              <a:off x="6605689" y="2310697"/>
              <a:ext cx="77090" cy="139149"/>
            </a:xfrm>
            <a:custGeom>
              <a:avLst/>
              <a:gdLst/>
              <a:ahLst/>
              <a:cxnLst/>
              <a:rect l="l" t="t" r="r" b="b"/>
              <a:pathLst>
                <a:path w="2190" h="3953" extrusionOk="0">
                  <a:moveTo>
                    <a:pt x="244" y="1"/>
                  </a:moveTo>
                  <a:cubicBezTo>
                    <a:pt x="153" y="1"/>
                    <a:pt x="61" y="31"/>
                    <a:pt x="1" y="31"/>
                  </a:cubicBezTo>
                  <a:cubicBezTo>
                    <a:pt x="943" y="153"/>
                    <a:pt x="1703" y="973"/>
                    <a:pt x="1703" y="1976"/>
                  </a:cubicBezTo>
                  <a:cubicBezTo>
                    <a:pt x="1703" y="2979"/>
                    <a:pt x="943" y="3800"/>
                    <a:pt x="1" y="3922"/>
                  </a:cubicBezTo>
                  <a:cubicBezTo>
                    <a:pt x="61" y="3922"/>
                    <a:pt x="153" y="3952"/>
                    <a:pt x="244" y="3952"/>
                  </a:cubicBezTo>
                  <a:cubicBezTo>
                    <a:pt x="1308" y="3952"/>
                    <a:pt x="2189" y="3071"/>
                    <a:pt x="2189" y="1976"/>
                  </a:cubicBezTo>
                  <a:cubicBezTo>
                    <a:pt x="2189" y="882"/>
                    <a:pt x="130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108"/>
            <p:cNvSpPr/>
            <p:nvPr/>
          </p:nvSpPr>
          <p:spPr>
            <a:xfrm rot="1799956">
              <a:off x="6549921" y="2292252"/>
              <a:ext cx="120950" cy="136966"/>
            </a:xfrm>
            <a:custGeom>
              <a:avLst/>
              <a:gdLst/>
              <a:ahLst/>
              <a:cxnLst/>
              <a:rect l="l" t="t" r="r" b="b"/>
              <a:pathLst>
                <a:path w="3436" h="3891" extrusionOk="0">
                  <a:moveTo>
                    <a:pt x="1703" y="0"/>
                  </a:moveTo>
                  <a:cubicBezTo>
                    <a:pt x="761" y="0"/>
                    <a:pt x="1" y="882"/>
                    <a:pt x="1" y="1945"/>
                  </a:cubicBezTo>
                  <a:cubicBezTo>
                    <a:pt x="1" y="3009"/>
                    <a:pt x="761" y="3891"/>
                    <a:pt x="1703" y="3891"/>
                  </a:cubicBezTo>
                  <a:cubicBezTo>
                    <a:pt x="2676" y="3891"/>
                    <a:pt x="3436" y="3009"/>
                    <a:pt x="3436" y="1945"/>
                  </a:cubicBezTo>
                  <a:cubicBezTo>
                    <a:pt x="3436" y="882"/>
                    <a:pt x="2676" y="0"/>
                    <a:pt x="170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108"/>
            <p:cNvSpPr/>
            <p:nvPr/>
          </p:nvSpPr>
          <p:spPr>
            <a:xfrm rot="1799956">
              <a:off x="6442560" y="2687541"/>
              <a:ext cx="78146" cy="139114"/>
            </a:xfrm>
            <a:custGeom>
              <a:avLst/>
              <a:gdLst/>
              <a:ahLst/>
              <a:cxnLst/>
              <a:rect l="l" t="t" r="r" b="b"/>
              <a:pathLst>
                <a:path w="2220" h="3952" extrusionOk="0">
                  <a:moveTo>
                    <a:pt x="244" y="0"/>
                  </a:moveTo>
                  <a:cubicBezTo>
                    <a:pt x="183" y="0"/>
                    <a:pt x="92" y="31"/>
                    <a:pt x="1" y="31"/>
                  </a:cubicBezTo>
                  <a:cubicBezTo>
                    <a:pt x="974" y="152"/>
                    <a:pt x="1734" y="973"/>
                    <a:pt x="1734" y="1976"/>
                  </a:cubicBezTo>
                  <a:cubicBezTo>
                    <a:pt x="1734" y="2979"/>
                    <a:pt x="974" y="3800"/>
                    <a:pt x="1" y="3921"/>
                  </a:cubicBezTo>
                  <a:cubicBezTo>
                    <a:pt x="92" y="3921"/>
                    <a:pt x="183" y="3952"/>
                    <a:pt x="244" y="3952"/>
                  </a:cubicBezTo>
                  <a:cubicBezTo>
                    <a:pt x="1338" y="3952"/>
                    <a:pt x="2220" y="3070"/>
                    <a:pt x="2220" y="1976"/>
                  </a:cubicBezTo>
                  <a:cubicBezTo>
                    <a:pt x="2220" y="882"/>
                    <a:pt x="1338" y="0"/>
                    <a:pt x="24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108"/>
            <p:cNvSpPr/>
            <p:nvPr/>
          </p:nvSpPr>
          <p:spPr>
            <a:xfrm rot="1799956">
              <a:off x="6387808" y="2669343"/>
              <a:ext cx="120950" cy="137001"/>
            </a:xfrm>
            <a:custGeom>
              <a:avLst/>
              <a:gdLst/>
              <a:ahLst/>
              <a:cxnLst/>
              <a:rect l="l" t="t" r="r" b="b"/>
              <a:pathLst>
                <a:path w="3436" h="3892" extrusionOk="0">
                  <a:moveTo>
                    <a:pt x="1703" y="1"/>
                  </a:moveTo>
                  <a:cubicBezTo>
                    <a:pt x="761" y="1"/>
                    <a:pt x="1" y="882"/>
                    <a:pt x="1" y="1946"/>
                  </a:cubicBezTo>
                  <a:cubicBezTo>
                    <a:pt x="1" y="3010"/>
                    <a:pt x="761" y="3891"/>
                    <a:pt x="1703" y="3891"/>
                  </a:cubicBezTo>
                  <a:cubicBezTo>
                    <a:pt x="2676" y="3891"/>
                    <a:pt x="3436" y="3010"/>
                    <a:pt x="3436" y="1946"/>
                  </a:cubicBezTo>
                  <a:cubicBezTo>
                    <a:pt x="3436" y="882"/>
                    <a:pt x="2676" y="1"/>
                    <a:pt x="170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108"/>
            <p:cNvSpPr/>
            <p:nvPr/>
          </p:nvSpPr>
          <p:spPr>
            <a:xfrm rot="1799956">
              <a:off x="6923881" y="2314455"/>
              <a:ext cx="122006" cy="137001"/>
            </a:xfrm>
            <a:custGeom>
              <a:avLst/>
              <a:gdLst/>
              <a:ahLst/>
              <a:cxnLst/>
              <a:rect l="l" t="t" r="r" b="b"/>
              <a:pathLst>
                <a:path w="3466" h="3892" extrusionOk="0">
                  <a:moveTo>
                    <a:pt x="1733" y="1"/>
                  </a:moveTo>
                  <a:cubicBezTo>
                    <a:pt x="791" y="1"/>
                    <a:pt x="1" y="882"/>
                    <a:pt x="1" y="1946"/>
                  </a:cubicBezTo>
                  <a:cubicBezTo>
                    <a:pt x="1" y="3040"/>
                    <a:pt x="791" y="3892"/>
                    <a:pt x="1733" y="3892"/>
                  </a:cubicBezTo>
                  <a:cubicBezTo>
                    <a:pt x="2676" y="3892"/>
                    <a:pt x="3466" y="3040"/>
                    <a:pt x="3466" y="1946"/>
                  </a:cubicBezTo>
                  <a:cubicBezTo>
                    <a:pt x="3466" y="882"/>
                    <a:pt x="2676"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108"/>
            <p:cNvSpPr/>
            <p:nvPr/>
          </p:nvSpPr>
          <p:spPr>
            <a:xfrm rot="1799956">
              <a:off x="5913516" y="2179727"/>
              <a:ext cx="83496" cy="138550"/>
            </a:xfrm>
            <a:custGeom>
              <a:avLst/>
              <a:gdLst/>
              <a:ahLst/>
              <a:cxnLst/>
              <a:rect l="l" t="t" r="r" b="b"/>
              <a:pathLst>
                <a:path w="2372" h="3936" extrusionOk="0">
                  <a:moveTo>
                    <a:pt x="301" y="0"/>
                  </a:moveTo>
                  <a:cubicBezTo>
                    <a:pt x="282" y="0"/>
                    <a:pt x="263" y="1"/>
                    <a:pt x="244" y="1"/>
                  </a:cubicBezTo>
                  <a:cubicBezTo>
                    <a:pt x="152" y="31"/>
                    <a:pt x="61" y="31"/>
                    <a:pt x="0" y="62"/>
                  </a:cubicBezTo>
                  <a:cubicBezTo>
                    <a:pt x="973" y="123"/>
                    <a:pt x="1763" y="883"/>
                    <a:pt x="1824" y="1886"/>
                  </a:cubicBezTo>
                  <a:cubicBezTo>
                    <a:pt x="1855" y="2889"/>
                    <a:pt x="1155" y="3740"/>
                    <a:pt x="213" y="3922"/>
                  </a:cubicBezTo>
                  <a:cubicBezTo>
                    <a:pt x="254" y="3922"/>
                    <a:pt x="308" y="3936"/>
                    <a:pt x="366" y="3936"/>
                  </a:cubicBezTo>
                  <a:cubicBezTo>
                    <a:pt x="396" y="3936"/>
                    <a:pt x="426" y="3932"/>
                    <a:pt x="456" y="3922"/>
                  </a:cubicBezTo>
                  <a:cubicBezTo>
                    <a:pt x="1520" y="3892"/>
                    <a:pt x="2371" y="2949"/>
                    <a:pt x="2310" y="1855"/>
                  </a:cubicBezTo>
                  <a:cubicBezTo>
                    <a:pt x="2251" y="810"/>
                    <a:pt x="1341"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108"/>
            <p:cNvSpPr/>
            <p:nvPr/>
          </p:nvSpPr>
          <p:spPr>
            <a:xfrm rot="1799956">
              <a:off x="5858415" y="2162128"/>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7" y="3867"/>
                  </a:cubicBezTo>
                  <a:cubicBezTo>
                    <a:pt x="1819" y="3867"/>
                    <a:pt x="1852" y="3866"/>
                    <a:pt x="1885" y="3864"/>
                  </a:cubicBezTo>
                  <a:cubicBezTo>
                    <a:pt x="2827" y="3834"/>
                    <a:pt x="3557"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108"/>
            <p:cNvSpPr/>
            <p:nvPr/>
          </p:nvSpPr>
          <p:spPr>
            <a:xfrm rot="1799956">
              <a:off x="6026175" y="2006187"/>
              <a:ext cx="83496" cy="138163"/>
            </a:xfrm>
            <a:custGeom>
              <a:avLst/>
              <a:gdLst/>
              <a:ahLst/>
              <a:cxnLst/>
              <a:rect l="l" t="t" r="r" b="b"/>
              <a:pathLst>
                <a:path w="2372" h="3925" extrusionOk="0">
                  <a:moveTo>
                    <a:pt x="357" y="1"/>
                  </a:moveTo>
                  <a:cubicBezTo>
                    <a:pt x="320" y="1"/>
                    <a:pt x="282" y="2"/>
                    <a:pt x="244" y="4"/>
                  </a:cubicBezTo>
                  <a:cubicBezTo>
                    <a:pt x="152" y="4"/>
                    <a:pt x="92" y="34"/>
                    <a:pt x="0" y="34"/>
                  </a:cubicBezTo>
                  <a:cubicBezTo>
                    <a:pt x="973" y="95"/>
                    <a:pt x="1763" y="885"/>
                    <a:pt x="1824" y="1888"/>
                  </a:cubicBezTo>
                  <a:cubicBezTo>
                    <a:pt x="1885" y="2861"/>
                    <a:pt x="1186" y="3742"/>
                    <a:pt x="213" y="3894"/>
                  </a:cubicBezTo>
                  <a:cubicBezTo>
                    <a:pt x="304" y="3925"/>
                    <a:pt x="365" y="3925"/>
                    <a:pt x="456" y="3925"/>
                  </a:cubicBezTo>
                  <a:cubicBezTo>
                    <a:pt x="1551" y="3864"/>
                    <a:pt x="2371" y="2922"/>
                    <a:pt x="2310" y="1858"/>
                  </a:cubicBezTo>
                  <a:cubicBezTo>
                    <a:pt x="2252" y="802"/>
                    <a:pt x="1400" y="1"/>
                    <a:pt x="357"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108"/>
            <p:cNvSpPr/>
            <p:nvPr/>
          </p:nvSpPr>
          <p:spPr>
            <a:xfrm rot="1799956">
              <a:off x="5972129" y="1988203"/>
              <a:ext cx="125209" cy="137107"/>
            </a:xfrm>
            <a:custGeom>
              <a:avLst/>
              <a:gdLst/>
              <a:ahLst/>
              <a:cxnLst/>
              <a:rect l="l" t="t" r="r" b="b"/>
              <a:pathLst>
                <a:path w="3557" h="3895" extrusionOk="0">
                  <a:moveTo>
                    <a:pt x="1767" y="0"/>
                  </a:moveTo>
                  <a:cubicBezTo>
                    <a:pt x="1736" y="0"/>
                    <a:pt x="1704" y="1"/>
                    <a:pt x="1672" y="3"/>
                  </a:cubicBezTo>
                  <a:cubicBezTo>
                    <a:pt x="700" y="64"/>
                    <a:pt x="1" y="976"/>
                    <a:pt x="61" y="2040"/>
                  </a:cubicBezTo>
                  <a:cubicBezTo>
                    <a:pt x="121" y="3084"/>
                    <a:pt x="884" y="3895"/>
                    <a:pt x="1833" y="3895"/>
                  </a:cubicBezTo>
                  <a:cubicBezTo>
                    <a:pt x="1850" y="3895"/>
                    <a:pt x="1868" y="3894"/>
                    <a:pt x="1885" y="3894"/>
                  </a:cubicBezTo>
                  <a:cubicBezTo>
                    <a:pt x="2827" y="3833"/>
                    <a:pt x="3557" y="2921"/>
                    <a:pt x="3496" y="1857"/>
                  </a:cubicBezTo>
                  <a:cubicBezTo>
                    <a:pt x="3437" y="829"/>
                    <a:pt x="2669" y="0"/>
                    <a:pt x="1767"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108"/>
            <p:cNvSpPr/>
            <p:nvPr/>
          </p:nvSpPr>
          <p:spPr>
            <a:xfrm rot="1799956">
              <a:off x="6133528" y="1828513"/>
              <a:ext cx="83496" cy="138656"/>
            </a:xfrm>
            <a:custGeom>
              <a:avLst/>
              <a:gdLst/>
              <a:ahLst/>
              <a:cxnLst/>
              <a:rect l="l" t="t" r="r" b="b"/>
              <a:pathLst>
                <a:path w="2372" h="3939" extrusionOk="0">
                  <a:moveTo>
                    <a:pt x="354" y="1"/>
                  </a:moveTo>
                  <a:cubicBezTo>
                    <a:pt x="318" y="1"/>
                    <a:pt x="281" y="2"/>
                    <a:pt x="244" y="4"/>
                  </a:cubicBezTo>
                  <a:cubicBezTo>
                    <a:pt x="153" y="4"/>
                    <a:pt x="92" y="34"/>
                    <a:pt x="1" y="65"/>
                  </a:cubicBezTo>
                  <a:cubicBezTo>
                    <a:pt x="974" y="126"/>
                    <a:pt x="1764" y="885"/>
                    <a:pt x="1825" y="1889"/>
                  </a:cubicBezTo>
                  <a:cubicBezTo>
                    <a:pt x="1885" y="2892"/>
                    <a:pt x="1186" y="3743"/>
                    <a:pt x="214" y="3925"/>
                  </a:cubicBezTo>
                  <a:cubicBezTo>
                    <a:pt x="275" y="3925"/>
                    <a:pt x="335" y="3939"/>
                    <a:pt x="387" y="3939"/>
                  </a:cubicBezTo>
                  <a:cubicBezTo>
                    <a:pt x="413" y="3939"/>
                    <a:pt x="437" y="3935"/>
                    <a:pt x="457" y="3925"/>
                  </a:cubicBezTo>
                  <a:cubicBezTo>
                    <a:pt x="1551" y="3864"/>
                    <a:pt x="2372" y="2952"/>
                    <a:pt x="2311" y="1858"/>
                  </a:cubicBezTo>
                  <a:cubicBezTo>
                    <a:pt x="2252" y="830"/>
                    <a:pt x="1399" y="1"/>
                    <a:pt x="3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108"/>
            <p:cNvSpPr/>
            <p:nvPr/>
          </p:nvSpPr>
          <p:spPr>
            <a:xfrm rot="1799956">
              <a:off x="6079344" y="1811559"/>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6" y="3867"/>
                  </a:cubicBezTo>
                  <a:cubicBezTo>
                    <a:pt x="1819" y="3867"/>
                    <a:pt x="1852" y="3866"/>
                    <a:pt x="1885" y="3864"/>
                  </a:cubicBezTo>
                  <a:cubicBezTo>
                    <a:pt x="2827" y="3834"/>
                    <a:pt x="3556"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108"/>
            <p:cNvSpPr/>
            <p:nvPr/>
          </p:nvSpPr>
          <p:spPr>
            <a:xfrm rot="1799956">
              <a:off x="6105082" y="2510591"/>
              <a:ext cx="80258" cy="139149"/>
            </a:xfrm>
            <a:custGeom>
              <a:avLst/>
              <a:gdLst/>
              <a:ahLst/>
              <a:cxnLst/>
              <a:rect l="l" t="t" r="r" b="b"/>
              <a:pathLst>
                <a:path w="2280" h="3953" extrusionOk="0">
                  <a:moveTo>
                    <a:pt x="300" y="0"/>
                  </a:moveTo>
                  <a:cubicBezTo>
                    <a:pt x="281" y="0"/>
                    <a:pt x="262" y="0"/>
                    <a:pt x="243" y="1"/>
                  </a:cubicBezTo>
                  <a:cubicBezTo>
                    <a:pt x="152" y="1"/>
                    <a:pt x="91" y="31"/>
                    <a:pt x="0" y="31"/>
                  </a:cubicBezTo>
                  <a:cubicBezTo>
                    <a:pt x="973" y="122"/>
                    <a:pt x="1733" y="943"/>
                    <a:pt x="1763" y="1916"/>
                  </a:cubicBezTo>
                  <a:cubicBezTo>
                    <a:pt x="1793" y="2919"/>
                    <a:pt x="1064" y="3770"/>
                    <a:pt x="91" y="3922"/>
                  </a:cubicBezTo>
                  <a:cubicBezTo>
                    <a:pt x="182" y="3922"/>
                    <a:pt x="274" y="3952"/>
                    <a:pt x="365" y="3952"/>
                  </a:cubicBezTo>
                  <a:cubicBezTo>
                    <a:pt x="1429" y="3922"/>
                    <a:pt x="2280" y="3010"/>
                    <a:pt x="2249" y="1916"/>
                  </a:cubicBezTo>
                  <a:cubicBezTo>
                    <a:pt x="2220" y="841"/>
                    <a:pt x="1368" y="0"/>
                    <a:pt x="300"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108"/>
            <p:cNvSpPr/>
            <p:nvPr/>
          </p:nvSpPr>
          <p:spPr>
            <a:xfrm rot="1799956">
              <a:off x="6050226" y="2492648"/>
              <a:ext cx="124153" cy="137037"/>
            </a:xfrm>
            <a:custGeom>
              <a:avLst/>
              <a:gdLst/>
              <a:ahLst/>
              <a:cxnLst/>
              <a:rect l="l" t="t" r="r" b="b"/>
              <a:pathLst>
                <a:path w="3527" h="3893" extrusionOk="0">
                  <a:moveTo>
                    <a:pt x="1752" y="0"/>
                  </a:moveTo>
                  <a:cubicBezTo>
                    <a:pt x="1736" y="0"/>
                    <a:pt x="1719" y="1"/>
                    <a:pt x="1703" y="1"/>
                  </a:cubicBezTo>
                  <a:cubicBezTo>
                    <a:pt x="761" y="32"/>
                    <a:pt x="1" y="913"/>
                    <a:pt x="31" y="2007"/>
                  </a:cubicBezTo>
                  <a:cubicBezTo>
                    <a:pt x="61" y="3053"/>
                    <a:pt x="854" y="3893"/>
                    <a:pt x="1776" y="3893"/>
                  </a:cubicBezTo>
                  <a:cubicBezTo>
                    <a:pt x="1792" y="3893"/>
                    <a:pt x="1808" y="3892"/>
                    <a:pt x="1825" y="3892"/>
                  </a:cubicBezTo>
                  <a:cubicBezTo>
                    <a:pt x="2767" y="3862"/>
                    <a:pt x="3527" y="2980"/>
                    <a:pt x="3496" y="1886"/>
                  </a:cubicBezTo>
                  <a:cubicBezTo>
                    <a:pt x="3467" y="840"/>
                    <a:pt x="2674" y="0"/>
                    <a:pt x="1752"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108"/>
            <p:cNvSpPr/>
            <p:nvPr/>
          </p:nvSpPr>
          <p:spPr>
            <a:xfrm rot="1799956">
              <a:off x="6222434" y="2340105"/>
              <a:ext cx="81349" cy="138093"/>
            </a:xfrm>
            <a:custGeom>
              <a:avLst/>
              <a:gdLst/>
              <a:ahLst/>
              <a:cxnLst/>
              <a:rect l="l" t="t" r="r" b="b"/>
              <a:pathLst>
                <a:path w="2311" h="3923" extrusionOk="0">
                  <a:moveTo>
                    <a:pt x="300" y="1"/>
                  </a:moveTo>
                  <a:cubicBezTo>
                    <a:pt x="281" y="1"/>
                    <a:pt x="262" y="1"/>
                    <a:pt x="243" y="2"/>
                  </a:cubicBezTo>
                  <a:cubicBezTo>
                    <a:pt x="152" y="2"/>
                    <a:pt x="91" y="32"/>
                    <a:pt x="0" y="32"/>
                  </a:cubicBezTo>
                  <a:cubicBezTo>
                    <a:pt x="973" y="123"/>
                    <a:pt x="1763" y="913"/>
                    <a:pt x="1793" y="1916"/>
                  </a:cubicBezTo>
                  <a:cubicBezTo>
                    <a:pt x="1824" y="2920"/>
                    <a:pt x="1094" y="3771"/>
                    <a:pt x="122" y="3923"/>
                  </a:cubicBezTo>
                  <a:lnTo>
                    <a:pt x="365" y="3923"/>
                  </a:lnTo>
                  <a:cubicBezTo>
                    <a:pt x="1459" y="3892"/>
                    <a:pt x="2310" y="2980"/>
                    <a:pt x="2280" y="1916"/>
                  </a:cubicBezTo>
                  <a:cubicBezTo>
                    <a:pt x="2250" y="841"/>
                    <a:pt x="1369" y="1"/>
                    <a:pt x="30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108"/>
            <p:cNvSpPr/>
            <p:nvPr/>
          </p:nvSpPr>
          <p:spPr>
            <a:xfrm rot="1799956">
              <a:off x="6168660" y="2322194"/>
              <a:ext cx="123062" cy="135945"/>
            </a:xfrm>
            <a:custGeom>
              <a:avLst/>
              <a:gdLst/>
              <a:ahLst/>
              <a:cxnLst/>
              <a:rect l="l" t="t" r="r" b="b"/>
              <a:pathLst>
                <a:path w="3496" h="3862" extrusionOk="0">
                  <a:moveTo>
                    <a:pt x="1723" y="0"/>
                  </a:moveTo>
                  <a:cubicBezTo>
                    <a:pt x="1706" y="0"/>
                    <a:pt x="1689" y="0"/>
                    <a:pt x="1672" y="1"/>
                  </a:cubicBezTo>
                  <a:cubicBezTo>
                    <a:pt x="730" y="31"/>
                    <a:pt x="0" y="913"/>
                    <a:pt x="31" y="1977"/>
                  </a:cubicBezTo>
                  <a:cubicBezTo>
                    <a:pt x="61" y="3022"/>
                    <a:pt x="824" y="3862"/>
                    <a:pt x="1745" y="3862"/>
                  </a:cubicBezTo>
                  <a:cubicBezTo>
                    <a:pt x="1761" y="3862"/>
                    <a:pt x="1777" y="3862"/>
                    <a:pt x="1794" y="3861"/>
                  </a:cubicBezTo>
                  <a:cubicBezTo>
                    <a:pt x="2736" y="3831"/>
                    <a:pt x="3496" y="2949"/>
                    <a:pt x="3465" y="1885"/>
                  </a:cubicBezTo>
                  <a:cubicBezTo>
                    <a:pt x="3436" y="840"/>
                    <a:pt x="2672" y="0"/>
                    <a:pt x="172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108"/>
            <p:cNvSpPr/>
            <p:nvPr/>
          </p:nvSpPr>
          <p:spPr>
            <a:xfrm rot="1799956">
              <a:off x="6333998" y="2166084"/>
              <a:ext cx="81349" cy="138093"/>
            </a:xfrm>
            <a:custGeom>
              <a:avLst/>
              <a:gdLst/>
              <a:ahLst/>
              <a:cxnLst/>
              <a:rect l="l" t="t" r="r" b="b"/>
              <a:pathLst>
                <a:path w="2311" h="3923" extrusionOk="0">
                  <a:moveTo>
                    <a:pt x="301" y="0"/>
                  </a:moveTo>
                  <a:cubicBezTo>
                    <a:pt x="282" y="0"/>
                    <a:pt x="263" y="1"/>
                    <a:pt x="244" y="1"/>
                  </a:cubicBezTo>
                  <a:cubicBezTo>
                    <a:pt x="183" y="1"/>
                    <a:pt x="92" y="1"/>
                    <a:pt x="1" y="32"/>
                  </a:cubicBezTo>
                  <a:cubicBezTo>
                    <a:pt x="973" y="123"/>
                    <a:pt x="1764" y="913"/>
                    <a:pt x="1794" y="1916"/>
                  </a:cubicBezTo>
                  <a:cubicBezTo>
                    <a:pt x="1824" y="2919"/>
                    <a:pt x="1095" y="3740"/>
                    <a:pt x="122" y="3892"/>
                  </a:cubicBezTo>
                  <a:cubicBezTo>
                    <a:pt x="213" y="3922"/>
                    <a:pt x="274" y="3922"/>
                    <a:pt x="365" y="3922"/>
                  </a:cubicBezTo>
                  <a:cubicBezTo>
                    <a:pt x="1460" y="3892"/>
                    <a:pt x="2311" y="2980"/>
                    <a:pt x="2280" y="1916"/>
                  </a:cubicBezTo>
                  <a:cubicBezTo>
                    <a:pt x="2250" y="841"/>
                    <a:pt x="1369"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108"/>
            <p:cNvSpPr/>
            <p:nvPr/>
          </p:nvSpPr>
          <p:spPr>
            <a:xfrm rot="1799956">
              <a:off x="6280230" y="2148150"/>
              <a:ext cx="123097" cy="135981"/>
            </a:xfrm>
            <a:custGeom>
              <a:avLst/>
              <a:gdLst/>
              <a:ahLst/>
              <a:cxnLst/>
              <a:rect l="l" t="t" r="r" b="b"/>
              <a:pathLst>
                <a:path w="3497" h="3863" extrusionOk="0">
                  <a:moveTo>
                    <a:pt x="1754" y="1"/>
                  </a:moveTo>
                  <a:cubicBezTo>
                    <a:pt x="1737" y="1"/>
                    <a:pt x="1720" y="1"/>
                    <a:pt x="1703" y="2"/>
                  </a:cubicBezTo>
                  <a:cubicBezTo>
                    <a:pt x="730" y="2"/>
                    <a:pt x="1" y="913"/>
                    <a:pt x="31" y="1977"/>
                  </a:cubicBezTo>
                  <a:cubicBezTo>
                    <a:pt x="61" y="3023"/>
                    <a:pt x="825" y="3863"/>
                    <a:pt x="1745" y="3863"/>
                  </a:cubicBezTo>
                  <a:cubicBezTo>
                    <a:pt x="1762" y="3863"/>
                    <a:pt x="1778" y="3862"/>
                    <a:pt x="1794" y="3862"/>
                  </a:cubicBezTo>
                  <a:cubicBezTo>
                    <a:pt x="2767" y="3831"/>
                    <a:pt x="3496" y="2950"/>
                    <a:pt x="3466" y="1886"/>
                  </a:cubicBezTo>
                  <a:cubicBezTo>
                    <a:pt x="3436" y="812"/>
                    <a:pt x="2673" y="1"/>
                    <a:pt x="17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108"/>
            <p:cNvSpPr/>
            <p:nvPr/>
          </p:nvSpPr>
          <p:spPr>
            <a:xfrm rot="1799956">
              <a:off x="7043305" y="2079862"/>
              <a:ext cx="93106" cy="137705"/>
            </a:xfrm>
            <a:custGeom>
              <a:avLst/>
              <a:gdLst/>
              <a:ahLst/>
              <a:cxnLst/>
              <a:rect l="l" t="t" r="r" b="b"/>
              <a:pathLst>
                <a:path w="2645" h="3912" extrusionOk="0">
                  <a:moveTo>
                    <a:pt x="578" y="0"/>
                  </a:moveTo>
                  <a:cubicBezTo>
                    <a:pt x="1520" y="244"/>
                    <a:pt x="2128" y="1186"/>
                    <a:pt x="2007" y="2158"/>
                  </a:cubicBezTo>
                  <a:cubicBezTo>
                    <a:pt x="1858" y="3140"/>
                    <a:pt x="1010" y="3831"/>
                    <a:pt x="62" y="3831"/>
                  </a:cubicBezTo>
                  <a:cubicBezTo>
                    <a:pt x="41" y="3831"/>
                    <a:pt x="21" y="3831"/>
                    <a:pt x="0" y="3830"/>
                  </a:cubicBezTo>
                  <a:lnTo>
                    <a:pt x="0" y="3830"/>
                  </a:lnTo>
                  <a:cubicBezTo>
                    <a:pt x="92" y="3861"/>
                    <a:pt x="152" y="3891"/>
                    <a:pt x="244" y="3891"/>
                  </a:cubicBezTo>
                  <a:cubicBezTo>
                    <a:pt x="341" y="3904"/>
                    <a:pt x="437" y="3911"/>
                    <a:pt x="531" y="3911"/>
                  </a:cubicBezTo>
                  <a:cubicBezTo>
                    <a:pt x="1504" y="3911"/>
                    <a:pt x="2327" y="3219"/>
                    <a:pt x="2493" y="2250"/>
                  </a:cubicBezTo>
                  <a:cubicBezTo>
                    <a:pt x="2645" y="1155"/>
                    <a:pt x="1885" y="152"/>
                    <a:pt x="82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108"/>
            <p:cNvSpPr/>
            <p:nvPr/>
          </p:nvSpPr>
          <p:spPr>
            <a:xfrm rot="1799956">
              <a:off x="6993310" y="2060930"/>
              <a:ext cx="130595" cy="136192"/>
            </a:xfrm>
            <a:custGeom>
              <a:avLst/>
              <a:gdLst/>
              <a:ahLst/>
              <a:cxnLst/>
              <a:rect l="l" t="t" r="r" b="b"/>
              <a:pathLst>
                <a:path w="3710" h="3869" extrusionOk="0">
                  <a:moveTo>
                    <a:pt x="1918" y="0"/>
                  </a:moveTo>
                  <a:cubicBezTo>
                    <a:pt x="1066" y="0"/>
                    <a:pt x="292" y="719"/>
                    <a:pt x="153" y="1691"/>
                  </a:cubicBezTo>
                  <a:cubicBezTo>
                    <a:pt x="1" y="2755"/>
                    <a:pt x="639" y="3728"/>
                    <a:pt x="1581" y="3849"/>
                  </a:cubicBezTo>
                  <a:cubicBezTo>
                    <a:pt x="1662" y="3862"/>
                    <a:pt x="1743" y="3869"/>
                    <a:pt x="1822" y="3869"/>
                  </a:cubicBezTo>
                  <a:cubicBezTo>
                    <a:pt x="2670" y="3869"/>
                    <a:pt x="3418" y="3150"/>
                    <a:pt x="3557" y="2177"/>
                  </a:cubicBezTo>
                  <a:cubicBezTo>
                    <a:pt x="3709" y="1114"/>
                    <a:pt x="3101" y="141"/>
                    <a:pt x="2159" y="19"/>
                  </a:cubicBezTo>
                  <a:cubicBezTo>
                    <a:pt x="2078" y="6"/>
                    <a:pt x="1998" y="0"/>
                    <a:pt x="191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108"/>
            <p:cNvSpPr/>
            <p:nvPr/>
          </p:nvSpPr>
          <p:spPr>
            <a:xfrm rot="1799956">
              <a:off x="6578787" y="2060069"/>
              <a:ext cx="93106" cy="138761"/>
            </a:xfrm>
            <a:custGeom>
              <a:avLst/>
              <a:gdLst/>
              <a:ahLst/>
              <a:cxnLst/>
              <a:rect l="l" t="t" r="r" b="b"/>
              <a:pathLst>
                <a:path w="2645" h="3942" extrusionOk="0">
                  <a:moveTo>
                    <a:pt x="578" y="1"/>
                  </a:moveTo>
                  <a:cubicBezTo>
                    <a:pt x="1520" y="274"/>
                    <a:pt x="2128" y="1186"/>
                    <a:pt x="2006" y="2189"/>
                  </a:cubicBezTo>
                  <a:cubicBezTo>
                    <a:pt x="1854" y="3162"/>
                    <a:pt x="973" y="3861"/>
                    <a:pt x="0" y="3861"/>
                  </a:cubicBezTo>
                  <a:cubicBezTo>
                    <a:pt x="91" y="3861"/>
                    <a:pt x="152" y="3892"/>
                    <a:pt x="243" y="3922"/>
                  </a:cubicBezTo>
                  <a:cubicBezTo>
                    <a:pt x="337" y="3935"/>
                    <a:pt x="430" y="3941"/>
                    <a:pt x="522" y="3941"/>
                  </a:cubicBezTo>
                  <a:cubicBezTo>
                    <a:pt x="1499" y="3941"/>
                    <a:pt x="2326" y="3223"/>
                    <a:pt x="2493" y="2250"/>
                  </a:cubicBezTo>
                  <a:cubicBezTo>
                    <a:pt x="2645" y="1186"/>
                    <a:pt x="1885" y="183"/>
                    <a:pt x="821" y="31"/>
                  </a:cubicBezTo>
                  <a:cubicBezTo>
                    <a:pt x="730" y="1"/>
                    <a:pt x="669" y="1"/>
                    <a:pt x="578"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108"/>
            <p:cNvSpPr/>
            <p:nvPr/>
          </p:nvSpPr>
          <p:spPr>
            <a:xfrm rot="1799956">
              <a:off x="6528794" y="2041340"/>
              <a:ext cx="130560" cy="136825"/>
            </a:xfrm>
            <a:custGeom>
              <a:avLst/>
              <a:gdLst/>
              <a:ahLst/>
              <a:cxnLst/>
              <a:rect l="l" t="t" r="r" b="b"/>
              <a:pathLst>
                <a:path w="3709" h="3887" extrusionOk="0">
                  <a:moveTo>
                    <a:pt x="1953" y="1"/>
                  </a:moveTo>
                  <a:cubicBezTo>
                    <a:pt x="1087" y="1"/>
                    <a:pt x="293" y="700"/>
                    <a:pt x="153" y="1686"/>
                  </a:cubicBezTo>
                  <a:cubicBezTo>
                    <a:pt x="1" y="2749"/>
                    <a:pt x="639" y="3722"/>
                    <a:pt x="1581" y="3874"/>
                  </a:cubicBezTo>
                  <a:cubicBezTo>
                    <a:pt x="1648" y="3883"/>
                    <a:pt x="1714" y="3887"/>
                    <a:pt x="1780" y="3887"/>
                  </a:cubicBezTo>
                  <a:cubicBezTo>
                    <a:pt x="2644" y="3887"/>
                    <a:pt x="3416" y="3163"/>
                    <a:pt x="3557" y="2202"/>
                  </a:cubicBezTo>
                  <a:cubicBezTo>
                    <a:pt x="3709" y="1139"/>
                    <a:pt x="3101" y="166"/>
                    <a:pt x="2159" y="14"/>
                  </a:cubicBezTo>
                  <a:cubicBezTo>
                    <a:pt x="2090" y="5"/>
                    <a:pt x="2021" y="1"/>
                    <a:pt x="195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108"/>
            <p:cNvSpPr/>
            <p:nvPr/>
          </p:nvSpPr>
          <p:spPr>
            <a:xfrm rot="1799956">
              <a:off x="6345570" y="16487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108"/>
            <p:cNvSpPr/>
            <p:nvPr/>
          </p:nvSpPr>
          <p:spPr>
            <a:xfrm rot="1799956">
              <a:off x="6295495" y="16302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108"/>
            <p:cNvSpPr/>
            <p:nvPr/>
          </p:nvSpPr>
          <p:spPr>
            <a:xfrm rot="1799956">
              <a:off x="6698617" y="1852529"/>
              <a:ext cx="93106" cy="138726"/>
            </a:xfrm>
            <a:custGeom>
              <a:avLst/>
              <a:gdLst/>
              <a:ahLst/>
              <a:cxnLst/>
              <a:rect l="l" t="t" r="r" b="b"/>
              <a:pathLst>
                <a:path w="2645" h="3941" extrusionOk="0">
                  <a:moveTo>
                    <a:pt x="578" y="0"/>
                  </a:moveTo>
                  <a:cubicBezTo>
                    <a:pt x="1520" y="274"/>
                    <a:pt x="2128" y="1186"/>
                    <a:pt x="2006" y="2189"/>
                  </a:cubicBezTo>
                  <a:cubicBezTo>
                    <a:pt x="1854" y="3161"/>
                    <a:pt x="973" y="3861"/>
                    <a:pt x="0" y="3861"/>
                  </a:cubicBezTo>
                  <a:cubicBezTo>
                    <a:pt x="91" y="3861"/>
                    <a:pt x="152" y="3891"/>
                    <a:pt x="243"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108"/>
            <p:cNvSpPr/>
            <p:nvPr/>
          </p:nvSpPr>
          <p:spPr>
            <a:xfrm rot="1799956">
              <a:off x="6648542" y="1834071"/>
              <a:ext cx="131651" cy="136825"/>
            </a:xfrm>
            <a:custGeom>
              <a:avLst/>
              <a:gdLst/>
              <a:ahLst/>
              <a:cxnLst/>
              <a:rect l="l" t="t" r="r" b="b"/>
              <a:pathLst>
                <a:path w="3740" h="3887" extrusionOk="0">
                  <a:moveTo>
                    <a:pt x="1953" y="0"/>
                  </a:moveTo>
                  <a:cubicBezTo>
                    <a:pt x="1087" y="0"/>
                    <a:pt x="293" y="699"/>
                    <a:pt x="153" y="1685"/>
                  </a:cubicBezTo>
                  <a:cubicBezTo>
                    <a:pt x="1" y="2749"/>
                    <a:pt x="639" y="3722"/>
                    <a:pt x="1581" y="3874"/>
                  </a:cubicBezTo>
                  <a:cubicBezTo>
                    <a:pt x="1648" y="3882"/>
                    <a:pt x="1714" y="3886"/>
                    <a:pt x="1780" y="3886"/>
                  </a:cubicBezTo>
                  <a:cubicBezTo>
                    <a:pt x="2644" y="3886"/>
                    <a:pt x="3416" y="3162"/>
                    <a:pt x="3557" y="2202"/>
                  </a:cubicBezTo>
                  <a:cubicBezTo>
                    <a:pt x="3739" y="1138"/>
                    <a:pt x="3101" y="165"/>
                    <a:pt x="2159" y="13"/>
                  </a:cubicBezTo>
                  <a:cubicBezTo>
                    <a:pt x="2090" y="4"/>
                    <a:pt x="2021" y="0"/>
                    <a:pt x="195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108"/>
            <p:cNvSpPr/>
            <p:nvPr/>
          </p:nvSpPr>
          <p:spPr>
            <a:xfrm rot="1799956">
              <a:off x="6773797" y="2671255"/>
              <a:ext cx="122006" cy="135945"/>
            </a:xfrm>
            <a:custGeom>
              <a:avLst/>
              <a:gdLst/>
              <a:ahLst/>
              <a:cxnLst/>
              <a:rect l="l" t="t" r="r" b="b"/>
              <a:pathLst>
                <a:path w="3466" h="3862" extrusionOk="0">
                  <a:moveTo>
                    <a:pt x="1733" y="1"/>
                  </a:moveTo>
                  <a:cubicBezTo>
                    <a:pt x="791" y="1"/>
                    <a:pt x="1" y="852"/>
                    <a:pt x="1" y="1946"/>
                  </a:cubicBezTo>
                  <a:cubicBezTo>
                    <a:pt x="1" y="3010"/>
                    <a:pt x="791" y="3861"/>
                    <a:pt x="1733" y="3861"/>
                  </a:cubicBezTo>
                  <a:cubicBezTo>
                    <a:pt x="2675" y="3861"/>
                    <a:pt x="3466" y="3010"/>
                    <a:pt x="3466" y="1946"/>
                  </a:cubicBezTo>
                  <a:cubicBezTo>
                    <a:pt x="3466" y="852"/>
                    <a:pt x="2675"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108"/>
            <p:cNvSpPr/>
            <p:nvPr/>
          </p:nvSpPr>
          <p:spPr>
            <a:xfrm rot="1799956">
              <a:off x="6979385" y="2333920"/>
              <a:ext cx="78146" cy="138057"/>
            </a:xfrm>
            <a:custGeom>
              <a:avLst/>
              <a:gdLst/>
              <a:ahLst/>
              <a:cxnLst/>
              <a:rect l="l" t="t" r="r" b="b"/>
              <a:pathLst>
                <a:path w="2220" h="3922" extrusionOk="0">
                  <a:moveTo>
                    <a:pt x="0" y="1"/>
                  </a:moveTo>
                  <a:cubicBezTo>
                    <a:pt x="973" y="123"/>
                    <a:pt x="1733" y="943"/>
                    <a:pt x="1733" y="1946"/>
                  </a:cubicBezTo>
                  <a:cubicBezTo>
                    <a:pt x="1733" y="2949"/>
                    <a:pt x="973" y="3770"/>
                    <a:pt x="0" y="3892"/>
                  </a:cubicBezTo>
                  <a:cubicBezTo>
                    <a:pt x="92" y="3922"/>
                    <a:pt x="183" y="3922"/>
                    <a:pt x="244" y="3922"/>
                  </a:cubicBezTo>
                  <a:cubicBezTo>
                    <a:pt x="1338" y="3922"/>
                    <a:pt x="2219" y="3040"/>
                    <a:pt x="2219" y="1946"/>
                  </a:cubicBezTo>
                  <a:cubicBezTo>
                    <a:pt x="2219" y="882"/>
                    <a:pt x="133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108"/>
            <p:cNvSpPr/>
            <p:nvPr/>
          </p:nvSpPr>
          <p:spPr>
            <a:xfrm rot="1799956">
              <a:off x="6829301" y="2689664"/>
              <a:ext cx="78146" cy="139114"/>
            </a:xfrm>
            <a:custGeom>
              <a:avLst/>
              <a:gdLst/>
              <a:ahLst/>
              <a:cxnLst/>
              <a:rect l="l" t="t" r="r" b="b"/>
              <a:pathLst>
                <a:path w="2220" h="3952" extrusionOk="0">
                  <a:moveTo>
                    <a:pt x="243" y="1"/>
                  </a:moveTo>
                  <a:cubicBezTo>
                    <a:pt x="152" y="1"/>
                    <a:pt x="91" y="31"/>
                    <a:pt x="0" y="31"/>
                  </a:cubicBezTo>
                  <a:cubicBezTo>
                    <a:pt x="973" y="153"/>
                    <a:pt x="1733" y="973"/>
                    <a:pt x="1733" y="1976"/>
                  </a:cubicBezTo>
                  <a:cubicBezTo>
                    <a:pt x="1733" y="2979"/>
                    <a:pt x="973" y="3800"/>
                    <a:pt x="0" y="3922"/>
                  </a:cubicBezTo>
                  <a:cubicBezTo>
                    <a:pt x="91" y="3922"/>
                    <a:pt x="152" y="3952"/>
                    <a:pt x="243" y="3952"/>
                  </a:cubicBezTo>
                  <a:cubicBezTo>
                    <a:pt x="1338" y="3952"/>
                    <a:pt x="2219" y="3070"/>
                    <a:pt x="2219" y="1976"/>
                  </a:cubicBezTo>
                  <a:cubicBezTo>
                    <a:pt x="2219" y="882"/>
                    <a:pt x="1338" y="1"/>
                    <a:pt x="24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108"/>
            <p:cNvSpPr/>
            <p:nvPr/>
          </p:nvSpPr>
          <p:spPr>
            <a:xfrm rot="1799956">
              <a:off x="6823445" y="16434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108"/>
            <p:cNvSpPr/>
            <p:nvPr/>
          </p:nvSpPr>
          <p:spPr>
            <a:xfrm rot="1799956">
              <a:off x="6773370" y="16249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40" name="Google Shape;2940;p108"/>
          <p:cNvSpPr txBox="1"/>
          <p:nvPr/>
        </p:nvSpPr>
        <p:spPr>
          <a:xfrm>
            <a:off x="241628" y="690571"/>
            <a:ext cx="943200" cy="38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accent4"/>
                </a:solidFill>
                <a:latin typeface="Lilita One"/>
                <a:ea typeface="Lilita One"/>
                <a:cs typeface="Lilita One"/>
                <a:sym typeface="Lilita One"/>
              </a:rPr>
              <a:t>Roll the Dice</a:t>
            </a:r>
            <a:endParaRPr sz="1000">
              <a:solidFill>
                <a:schemeClr val="accent4"/>
              </a:solidFill>
              <a:latin typeface="Lilita One"/>
              <a:ea typeface="Lilita One"/>
              <a:cs typeface="Lilita One"/>
              <a:sym typeface="Lilita One"/>
            </a:endParaRPr>
          </a:p>
        </p:txBody>
      </p:sp>
      <p:sp>
        <p:nvSpPr>
          <p:cNvPr id="2941" name="Google Shape;2941;p108">
            <a:hlinkClick r:id="rId3" action="ppaction://hlinksldjump"/>
          </p:cNvPr>
          <p:cNvSpPr/>
          <p:nvPr/>
        </p:nvSpPr>
        <p:spPr>
          <a:xfrm>
            <a:off x="312438" y="237000"/>
            <a:ext cx="801600" cy="8016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7954E01E-C4DB-4790-BB85-CAE156BD1938}"/>
                  </a:ext>
                </a:extLst>
              </p:cNvPr>
              <p:cNvSpPr txBox="1"/>
              <p:nvPr/>
            </p:nvSpPr>
            <p:spPr>
              <a:xfrm>
                <a:off x="578554" y="411884"/>
                <a:ext cx="8253008" cy="738664"/>
              </a:xfrm>
              <a:prstGeom prst="rect">
                <a:avLst/>
              </a:prstGeom>
              <a:noFill/>
            </p:spPr>
            <p:txBody>
              <a:bodyPr wrap="square" rtlCol="0">
                <a:spAutoFit/>
              </a:bodyPr>
              <a:lstStyle/>
              <a:p>
                <a:pPr marL="285750" indent="-285750" algn="just" rtl="1">
                  <a:buFont typeface="Arial" panose="020B0604020202020204" pitchFamily="34" charset="0"/>
                  <a:buChar char="•"/>
                </a:pPr>
                <a:r>
                  <a:rPr lang="fa-IR" dirty="0">
                    <a:cs typeface="Aban" pitchFamily="2" charset="-78"/>
                  </a:rPr>
                  <a:t>اگر داشته باشیم که </a:t>
                </a:r>
                <a14:m>
                  <m:oMath xmlns:m="http://schemas.openxmlformats.org/officeDocument/2006/math">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𝛾</m:t>
                        </m:r>
                      </m:e>
                      <m:sub>
                        <m:r>
                          <a:rPr lang="en-US" b="0" i="1" smtClean="0">
                            <a:latin typeface="Cambria Math" panose="02040503050406030204" pitchFamily="18" charset="0"/>
                            <a:cs typeface="Aban" pitchFamily="2" charset="-78"/>
                          </a:rPr>
                          <m:t>𝑁𝐶</m:t>
                        </m:r>
                      </m:sub>
                    </m:sSub>
                    <m:r>
                      <a:rPr lang="en-US" b="0" i="1" smtClean="0">
                        <a:latin typeface="Cambria Math" panose="02040503050406030204" pitchFamily="18" charset="0"/>
                        <a:cs typeface="Aban" pitchFamily="2" charset="-78"/>
                      </a:rPr>
                      <m:t>&lt;</m:t>
                    </m:r>
                    <m:r>
                      <a:rPr lang="en-US" b="0" i="1" smtClean="0">
                        <a:latin typeface="Cambria Math" panose="02040503050406030204" pitchFamily="18" charset="0"/>
                        <a:cs typeface="Aban" pitchFamily="2" charset="-78"/>
                      </a:rPr>
                      <m:t>𝛾</m:t>
                    </m:r>
                  </m:oMath>
                </a14:m>
                <a:r>
                  <a:rPr lang="fa-IR" dirty="0">
                    <a:cs typeface="Aban" pitchFamily="2" charset="-78"/>
                  </a:rPr>
                  <a:t> بیمار هیچوقت همکاری نمی‌کند و به تعادل نش </a:t>
                </a:r>
                <a14:m>
                  <m:oMath xmlns:m="http://schemas.openxmlformats.org/officeDocument/2006/math">
                    <m:r>
                      <a:rPr lang="en-US" b="0" i="1" smtClean="0">
                        <a:latin typeface="Cambria Math" panose="02040503050406030204" pitchFamily="18" charset="0"/>
                        <a:cs typeface="Aban" pitchFamily="2" charset="-78"/>
                      </a:rPr>
                      <m:t>(</m:t>
                    </m:r>
                    <m:r>
                      <a:rPr lang="en-US" b="0" i="1" smtClean="0">
                        <a:latin typeface="Cambria Math" panose="02040503050406030204" pitchFamily="18" charset="0"/>
                        <a:cs typeface="Aban" pitchFamily="2" charset="-78"/>
                      </a:rPr>
                      <m:t>𝑁</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𝐶</m:t>
                        </m:r>
                      </m:e>
                      <m:sub>
                        <m:r>
                          <a:rPr lang="en-US" b="0" i="1" smtClean="0">
                            <a:latin typeface="Cambria Math" panose="02040503050406030204" pitchFamily="18" charset="0"/>
                            <a:cs typeface="Aban" pitchFamily="2" charset="-78"/>
                          </a:rPr>
                          <m:t>𝑡</m:t>
                        </m:r>
                      </m:sub>
                    </m:sSub>
                    <m:r>
                      <a:rPr lang="en-US" b="0" i="1" smtClean="0">
                        <a:latin typeface="Cambria Math" panose="02040503050406030204" pitchFamily="18" charset="0"/>
                        <a:cs typeface="Aban" pitchFamily="2" charset="-78"/>
                      </a:rPr>
                      <m:t>,</m:t>
                    </m:r>
                    <m:r>
                      <a:rPr lang="en-US" b="0" i="1" smtClean="0">
                        <a:latin typeface="Cambria Math" panose="02040503050406030204" pitchFamily="18" charset="0"/>
                        <a:cs typeface="Aban" pitchFamily="2" charset="-78"/>
                      </a:rPr>
                      <m:t>𝑁𝐶</m:t>
                    </m:r>
                    <m:r>
                      <a:rPr lang="en-US" b="0" i="1" smtClean="0">
                        <a:latin typeface="Cambria Math" panose="02040503050406030204" pitchFamily="18" charset="0"/>
                        <a:cs typeface="Aban" pitchFamily="2" charset="-78"/>
                      </a:rPr>
                      <m:t>)</m:t>
                    </m:r>
                  </m:oMath>
                </a14:m>
                <a:r>
                  <a:rPr lang="fa-IR" dirty="0">
                    <a:cs typeface="Aban" pitchFamily="2" charset="-78"/>
                  </a:rPr>
                  <a:t> می‌رسیم.</a:t>
                </a:r>
              </a:p>
              <a:p>
                <a:pPr marL="285750" indent="-285750" algn="just" rtl="1">
                  <a:buFont typeface="Arial" panose="020B0604020202020204" pitchFamily="34" charset="0"/>
                  <a:buChar char="•"/>
                </a:pPr>
                <a:endParaRPr lang="fa-IR" dirty="0">
                  <a:cs typeface="Aban" pitchFamily="2" charset="-78"/>
                </a:endParaRPr>
              </a:p>
              <a:p>
                <a:pPr algn="just" rtl="1"/>
                <a:endParaRPr lang="en-US" dirty="0">
                  <a:cs typeface="Aban" pitchFamily="2" charset="-78"/>
                </a:endParaRPr>
              </a:p>
            </p:txBody>
          </p:sp>
        </mc:Choice>
        <mc:Fallback>
          <p:sp>
            <p:nvSpPr>
              <p:cNvPr id="4" name="TextBox 3">
                <a:extLst>
                  <a:ext uri="{FF2B5EF4-FFF2-40B4-BE49-F238E27FC236}">
                    <a16:creationId xmlns:a16="http://schemas.microsoft.com/office/drawing/2014/main" id="{7954E01E-C4DB-4790-BB85-CAE156BD1938}"/>
                  </a:ext>
                </a:extLst>
              </p:cNvPr>
              <p:cNvSpPr txBox="1">
                <a:spLocks noRot="1" noChangeAspect="1" noMove="1" noResize="1" noEditPoints="1" noAdjustHandles="1" noChangeArrowheads="1" noChangeShapeType="1" noTextEdit="1"/>
              </p:cNvSpPr>
              <p:nvPr/>
            </p:nvSpPr>
            <p:spPr>
              <a:xfrm>
                <a:off x="578554" y="411884"/>
                <a:ext cx="8253008" cy="738664"/>
              </a:xfrm>
              <a:prstGeom prst="rect">
                <a:avLst/>
              </a:prstGeom>
              <a:blipFill>
                <a:blip r:embed="rId4"/>
                <a:stretch>
                  <a:fillRect t="-826" r="-148"/>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070E7FC7-5E77-4A4E-B61D-BC909DF3338A}"/>
              </a:ext>
            </a:extLst>
          </p:cNvPr>
          <p:cNvPicPr>
            <a:picLocks noChangeAspect="1"/>
          </p:cNvPicPr>
          <p:nvPr/>
        </p:nvPicPr>
        <p:blipFill>
          <a:blip r:embed="rId5"/>
          <a:stretch>
            <a:fillRect/>
          </a:stretch>
        </p:blipFill>
        <p:spPr>
          <a:xfrm>
            <a:off x="2358006" y="880771"/>
            <a:ext cx="4989816" cy="1969295"/>
          </a:xfrm>
          <a:prstGeom prst="rect">
            <a:avLst/>
          </a:prstGeom>
        </p:spPr>
      </p:pic>
    </p:spTree>
    <p:extLst>
      <p:ext uri="{BB962C8B-B14F-4D97-AF65-F5344CB8AC3E}">
        <p14:creationId xmlns:p14="http://schemas.microsoft.com/office/powerpoint/2010/main" val="40250635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04"/>
        <p:cNvGrpSpPr/>
        <p:nvPr/>
      </p:nvGrpSpPr>
      <p:grpSpPr>
        <a:xfrm>
          <a:off x="0" y="0"/>
          <a:ext cx="0" cy="0"/>
          <a:chOff x="0" y="0"/>
          <a:chExt cx="0" cy="0"/>
        </a:xfrm>
      </p:grpSpPr>
      <p:grpSp>
        <p:nvGrpSpPr>
          <p:cNvPr id="2906" name="Google Shape;2906;p108"/>
          <p:cNvGrpSpPr/>
          <p:nvPr/>
        </p:nvGrpSpPr>
        <p:grpSpPr>
          <a:xfrm>
            <a:off x="417435" y="237007"/>
            <a:ext cx="591604" cy="615737"/>
            <a:chOff x="5593285" y="1262634"/>
            <a:chExt cx="1852814" cy="1928398"/>
          </a:xfrm>
        </p:grpSpPr>
        <p:sp>
          <p:nvSpPr>
            <p:cNvPr id="2907" name="Google Shape;2907;p108"/>
            <p:cNvSpPr/>
            <p:nvPr/>
          </p:nvSpPr>
          <p:spPr>
            <a:xfrm rot="1799956">
              <a:off x="6377770" y="2014775"/>
              <a:ext cx="639880" cy="1089253"/>
            </a:xfrm>
            <a:custGeom>
              <a:avLst/>
              <a:gdLst/>
              <a:ahLst/>
              <a:cxnLst/>
              <a:rect l="l" t="t" r="r" b="b"/>
              <a:pathLst>
                <a:path w="18178" h="30944" extrusionOk="0">
                  <a:moveTo>
                    <a:pt x="18177" y="0"/>
                  </a:moveTo>
                  <a:lnTo>
                    <a:pt x="1" y="9818"/>
                  </a:lnTo>
                  <a:lnTo>
                    <a:pt x="1" y="30943"/>
                  </a:lnTo>
                  <a:lnTo>
                    <a:pt x="18177" y="20153"/>
                  </a:lnTo>
                  <a:lnTo>
                    <a:pt x="181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108"/>
            <p:cNvSpPr/>
            <p:nvPr/>
          </p:nvSpPr>
          <p:spPr>
            <a:xfrm rot="1799956">
              <a:off x="6065202" y="1533009"/>
              <a:ext cx="1280781" cy="743652"/>
            </a:xfrm>
            <a:custGeom>
              <a:avLst/>
              <a:gdLst/>
              <a:ahLst/>
              <a:cxnLst/>
              <a:rect l="l" t="t" r="r" b="b"/>
              <a:pathLst>
                <a:path w="36385" h="21126" extrusionOk="0">
                  <a:moveTo>
                    <a:pt x="18694" y="0"/>
                  </a:moveTo>
                  <a:lnTo>
                    <a:pt x="1" y="10821"/>
                  </a:lnTo>
                  <a:lnTo>
                    <a:pt x="18208" y="21125"/>
                  </a:lnTo>
                  <a:lnTo>
                    <a:pt x="36384" y="11307"/>
                  </a:lnTo>
                  <a:lnTo>
                    <a:pt x="18694" y="0"/>
                  </a:lnTo>
                  <a:close/>
                </a:path>
              </a:pathLst>
            </a:custGeom>
            <a:solidFill>
              <a:srgbClr val="84AF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108"/>
            <p:cNvSpPr/>
            <p:nvPr/>
          </p:nvSpPr>
          <p:spPr>
            <a:xfrm rot="1799956">
              <a:off x="5826936" y="1678634"/>
              <a:ext cx="640936" cy="1106361"/>
            </a:xfrm>
            <a:custGeom>
              <a:avLst/>
              <a:gdLst/>
              <a:ahLst/>
              <a:cxnLst/>
              <a:rect l="l" t="t" r="r" b="b"/>
              <a:pathLst>
                <a:path w="18208" h="31430" extrusionOk="0">
                  <a:moveTo>
                    <a:pt x="1" y="0"/>
                  </a:moveTo>
                  <a:lnTo>
                    <a:pt x="1" y="20639"/>
                  </a:lnTo>
                  <a:lnTo>
                    <a:pt x="18208" y="31429"/>
                  </a:lnTo>
                  <a:lnTo>
                    <a:pt x="18208" y="10304"/>
                  </a:lnTo>
                  <a:lnTo>
                    <a:pt x="1" y="0"/>
                  </a:lnTo>
                  <a:close/>
                </a:path>
              </a:pathLst>
            </a:custGeom>
            <a:solidFill>
              <a:srgbClr val="618C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108"/>
            <p:cNvSpPr/>
            <p:nvPr/>
          </p:nvSpPr>
          <p:spPr>
            <a:xfrm rot="1799956">
              <a:off x="6605689" y="2310697"/>
              <a:ext cx="77090" cy="139149"/>
            </a:xfrm>
            <a:custGeom>
              <a:avLst/>
              <a:gdLst/>
              <a:ahLst/>
              <a:cxnLst/>
              <a:rect l="l" t="t" r="r" b="b"/>
              <a:pathLst>
                <a:path w="2190" h="3953" extrusionOk="0">
                  <a:moveTo>
                    <a:pt x="244" y="1"/>
                  </a:moveTo>
                  <a:cubicBezTo>
                    <a:pt x="153" y="1"/>
                    <a:pt x="61" y="31"/>
                    <a:pt x="1" y="31"/>
                  </a:cubicBezTo>
                  <a:cubicBezTo>
                    <a:pt x="943" y="153"/>
                    <a:pt x="1703" y="973"/>
                    <a:pt x="1703" y="1976"/>
                  </a:cubicBezTo>
                  <a:cubicBezTo>
                    <a:pt x="1703" y="2979"/>
                    <a:pt x="943" y="3800"/>
                    <a:pt x="1" y="3922"/>
                  </a:cubicBezTo>
                  <a:cubicBezTo>
                    <a:pt x="61" y="3922"/>
                    <a:pt x="153" y="3952"/>
                    <a:pt x="244" y="3952"/>
                  </a:cubicBezTo>
                  <a:cubicBezTo>
                    <a:pt x="1308" y="3952"/>
                    <a:pt x="2189" y="3071"/>
                    <a:pt x="2189" y="1976"/>
                  </a:cubicBezTo>
                  <a:cubicBezTo>
                    <a:pt x="2189" y="882"/>
                    <a:pt x="130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108"/>
            <p:cNvSpPr/>
            <p:nvPr/>
          </p:nvSpPr>
          <p:spPr>
            <a:xfrm rot="1799956">
              <a:off x="6549921" y="2292252"/>
              <a:ext cx="120950" cy="136966"/>
            </a:xfrm>
            <a:custGeom>
              <a:avLst/>
              <a:gdLst/>
              <a:ahLst/>
              <a:cxnLst/>
              <a:rect l="l" t="t" r="r" b="b"/>
              <a:pathLst>
                <a:path w="3436" h="3891" extrusionOk="0">
                  <a:moveTo>
                    <a:pt x="1703" y="0"/>
                  </a:moveTo>
                  <a:cubicBezTo>
                    <a:pt x="761" y="0"/>
                    <a:pt x="1" y="882"/>
                    <a:pt x="1" y="1945"/>
                  </a:cubicBezTo>
                  <a:cubicBezTo>
                    <a:pt x="1" y="3009"/>
                    <a:pt x="761" y="3891"/>
                    <a:pt x="1703" y="3891"/>
                  </a:cubicBezTo>
                  <a:cubicBezTo>
                    <a:pt x="2676" y="3891"/>
                    <a:pt x="3436" y="3009"/>
                    <a:pt x="3436" y="1945"/>
                  </a:cubicBezTo>
                  <a:cubicBezTo>
                    <a:pt x="3436" y="882"/>
                    <a:pt x="2676" y="0"/>
                    <a:pt x="170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108"/>
            <p:cNvSpPr/>
            <p:nvPr/>
          </p:nvSpPr>
          <p:spPr>
            <a:xfrm rot="1799956">
              <a:off x="6442560" y="2687541"/>
              <a:ext cx="78146" cy="139114"/>
            </a:xfrm>
            <a:custGeom>
              <a:avLst/>
              <a:gdLst/>
              <a:ahLst/>
              <a:cxnLst/>
              <a:rect l="l" t="t" r="r" b="b"/>
              <a:pathLst>
                <a:path w="2220" h="3952" extrusionOk="0">
                  <a:moveTo>
                    <a:pt x="244" y="0"/>
                  </a:moveTo>
                  <a:cubicBezTo>
                    <a:pt x="183" y="0"/>
                    <a:pt x="92" y="31"/>
                    <a:pt x="1" y="31"/>
                  </a:cubicBezTo>
                  <a:cubicBezTo>
                    <a:pt x="974" y="152"/>
                    <a:pt x="1734" y="973"/>
                    <a:pt x="1734" y="1976"/>
                  </a:cubicBezTo>
                  <a:cubicBezTo>
                    <a:pt x="1734" y="2979"/>
                    <a:pt x="974" y="3800"/>
                    <a:pt x="1" y="3921"/>
                  </a:cubicBezTo>
                  <a:cubicBezTo>
                    <a:pt x="92" y="3921"/>
                    <a:pt x="183" y="3952"/>
                    <a:pt x="244" y="3952"/>
                  </a:cubicBezTo>
                  <a:cubicBezTo>
                    <a:pt x="1338" y="3952"/>
                    <a:pt x="2220" y="3070"/>
                    <a:pt x="2220" y="1976"/>
                  </a:cubicBezTo>
                  <a:cubicBezTo>
                    <a:pt x="2220" y="882"/>
                    <a:pt x="1338" y="0"/>
                    <a:pt x="24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108"/>
            <p:cNvSpPr/>
            <p:nvPr/>
          </p:nvSpPr>
          <p:spPr>
            <a:xfrm rot="1799956">
              <a:off x="6387808" y="2669343"/>
              <a:ext cx="120950" cy="137001"/>
            </a:xfrm>
            <a:custGeom>
              <a:avLst/>
              <a:gdLst/>
              <a:ahLst/>
              <a:cxnLst/>
              <a:rect l="l" t="t" r="r" b="b"/>
              <a:pathLst>
                <a:path w="3436" h="3892" extrusionOk="0">
                  <a:moveTo>
                    <a:pt x="1703" y="1"/>
                  </a:moveTo>
                  <a:cubicBezTo>
                    <a:pt x="761" y="1"/>
                    <a:pt x="1" y="882"/>
                    <a:pt x="1" y="1946"/>
                  </a:cubicBezTo>
                  <a:cubicBezTo>
                    <a:pt x="1" y="3010"/>
                    <a:pt x="761" y="3891"/>
                    <a:pt x="1703" y="3891"/>
                  </a:cubicBezTo>
                  <a:cubicBezTo>
                    <a:pt x="2676" y="3891"/>
                    <a:pt x="3436" y="3010"/>
                    <a:pt x="3436" y="1946"/>
                  </a:cubicBezTo>
                  <a:cubicBezTo>
                    <a:pt x="3436" y="882"/>
                    <a:pt x="2676" y="1"/>
                    <a:pt x="170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108"/>
            <p:cNvSpPr/>
            <p:nvPr/>
          </p:nvSpPr>
          <p:spPr>
            <a:xfrm rot="1799956">
              <a:off x="6923881" y="2314455"/>
              <a:ext cx="122006" cy="137001"/>
            </a:xfrm>
            <a:custGeom>
              <a:avLst/>
              <a:gdLst/>
              <a:ahLst/>
              <a:cxnLst/>
              <a:rect l="l" t="t" r="r" b="b"/>
              <a:pathLst>
                <a:path w="3466" h="3892" extrusionOk="0">
                  <a:moveTo>
                    <a:pt x="1733" y="1"/>
                  </a:moveTo>
                  <a:cubicBezTo>
                    <a:pt x="791" y="1"/>
                    <a:pt x="1" y="882"/>
                    <a:pt x="1" y="1946"/>
                  </a:cubicBezTo>
                  <a:cubicBezTo>
                    <a:pt x="1" y="3040"/>
                    <a:pt x="791" y="3892"/>
                    <a:pt x="1733" y="3892"/>
                  </a:cubicBezTo>
                  <a:cubicBezTo>
                    <a:pt x="2676" y="3892"/>
                    <a:pt x="3466" y="3040"/>
                    <a:pt x="3466" y="1946"/>
                  </a:cubicBezTo>
                  <a:cubicBezTo>
                    <a:pt x="3466" y="882"/>
                    <a:pt x="2676"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108"/>
            <p:cNvSpPr/>
            <p:nvPr/>
          </p:nvSpPr>
          <p:spPr>
            <a:xfrm rot="1799956">
              <a:off x="5913516" y="2179727"/>
              <a:ext cx="83496" cy="138550"/>
            </a:xfrm>
            <a:custGeom>
              <a:avLst/>
              <a:gdLst/>
              <a:ahLst/>
              <a:cxnLst/>
              <a:rect l="l" t="t" r="r" b="b"/>
              <a:pathLst>
                <a:path w="2372" h="3936" extrusionOk="0">
                  <a:moveTo>
                    <a:pt x="301" y="0"/>
                  </a:moveTo>
                  <a:cubicBezTo>
                    <a:pt x="282" y="0"/>
                    <a:pt x="263" y="1"/>
                    <a:pt x="244" y="1"/>
                  </a:cubicBezTo>
                  <a:cubicBezTo>
                    <a:pt x="152" y="31"/>
                    <a:pt x="61" y="31"/>
                    <a:pt x="0" y="62"/>
                  </a:cubicBezTo>
                  <a:cubicBezTo>
                    <a:pt x="973" y="123"/>
                    <a:pt x="1763" y="883"/>
                    <a:pt x="1824" y="1886"/>
                  </a:cubicBezTo>
                  <a:cubicBezTo>
                    <a:pt x="1855" y="2889"/>
                    <a:pt x="1155" y="3740"/>
                    <a:pt x="213" y="3922"/>
                  </a:cubicBezTo>
                  <a:cubicBezTo>
                    <a:pt x="254" y="3922"/>
                    <a:pt x="308" y="3936"/>
                    <a:pt x="366" y="3936"/>
                  </a:cubicBezTo>
                  <a:cubicBezTo>
                    <a:pt x="396" y="3936"/>
                    <a:pt x="426" y="3932"/>
                    <a:pt x="456" y="3922"/>
                  </a:cubicBezTo>
                  <a:cubicBezTo>
                    <a:pt x="1520" y="3892"/>
                    <a:pt x="2371" y="2949"/>
                    <a:pt x="2310" y="1855"/>
                  </a:cubicBezTo>
                  <a:cubicBezTo>
                    <a:pt x="2251" y="810"/>
                    <a:pt x="1341"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108"/>
            <p:cNvSpPr/>
            <p:nvPr/>
          </p:nvSpPr>
          <p:spPr>
            <a:xfrm rot="1799956">
              <a:off x="5858415" y="2162128"/>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7" y="3867"/>
                  </a:cubicBezTo>
                  <a:cubicBezTo>
                    <a:pt x="1819" y="3867"/>
                    <a:pt x="1852" y="3866"/>
                    <a:pt x="1885" y="3864"/>
                  </a:cubicBezTo>
                  <a:cubicBezTo>
                    <a:pt x="2827" y="3834"/>
                    <a:pt x="3557"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108"/>
            <p:cNvSpPr/>
            <p:nvPr/>
          </p:nvSpPr>
          <p:spPr>
            <a:xfrm rot="1799956">
              <a:off x="6026175" y="2006187"/>
              <a:ext cx="83496" cy="138163"/>
            </a:xfrm>
            <a:custGeom>
              <a:avLst/>
              <a:gdLst/>
              <a:ahLst/>
              <a:cxnLst/>
              <a:rect l="l" t="t" r="r" b="b"/>
              <a:pathLst>
                <a:path w="2372" h="3925" extrusionOk="0">
                  <a:moveTo>
                    <a:pt x="357" y="1"/>
                  </a:moveTo>
                  <a:cubicBezTo>
                    <a:pt x="320" y="1"/>
                    <a:pt x="282" y="2"/>
                    <a:pt x="244" y="4"/>
                  </a:cubicBezTo>
                  <a:cubicBezTo>
                    <a:pt x="152" y="4"/>
                    <a:pt x="92" y="34"/>
                    <a:pt x="0" y="34"/>
                  </a:cubicBezTo>
                  <a:cubicBezTo>
                    <a:pt x="973" y="95"/>
                    <a:pt x="1763" y="885"/>
                    <a:pt x="1824" y="1888"/>
                  </a:cubicBezTo>
                  <a:cubicBezTo>
                    <a:pt x="1885" y="2861"/>
                    <a:pt x="1186" y="3742"/>
                    <a:pt x="213" y="3894"/>
                  </a:cubicBezTo>
                  <a:cubicBezTo>
                    <a:pt x="304" y="3925"/>
                    <a:pt x="365" y="3925"/>
                    <a:pt x="456" y="3925"/>
                  </a:cubicBezTo>
                  <a:cubicBezTo>
                    <a:pt x="1551" y="3864"/>
                    <a:pt x="2371" y="2922"/>
                    <a:pt x="2310" y="1858"/>
                  </a:cubicBezTo>
                  <a:cubicBezTo>
                    <a:pt x="2252" y="802"/>
                    <a:pt x="1400" y="1"/>
                    <a:pt x="357"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108"/>
            <p:cNvSpPr/>
            <p:nvPr/>
          </p:nvSpPr>
          <p:spPr>
            <a:xfrm rot="1799956">
              <a:off x="5972129" y="1988203"/>
              <a:ext cx="125209" cy="137107"/>
            </a:xfrm>
            <a:custGeom>
              <a:avLst/>
              <a:gdLst/>
              <a:ahLst/>
              <a:cxnLst/>
              <a:rect l="l" t="t" r="r" b="b"/>
              <a:pathLst>
                <a:path w="3557" h="3895" extrusionOk="0">
                  <a:moveTo>
                    <a:pt x="1767" y="0"/>
                  </a:moveTo>
                  <a:cubicBezTo>
                    <a:pt x="1736" y="0"/>
                    <a:pt x="1704" y="1"/>
                    <a:pt x="1672" y="3"/>
                  </a:cubicBezTo>
                  <a:cubicBezTo>
                    <a:pt x="700" y="64"/>
                    <a:pt x="1" y="976"/>
                    <a:pt x="61" y="2040"/>
                  </a:cubicBezTo>
                  <a:cubicBezTo>
                    <a:pt x="121" y="3084"/>
                    <a:pt x="884" y="3895"/>
                    <a:pt x="1833" y="3895"/>
                  </a:cubicBezTo>
                  <a:cubicBezTo>
                    <a:pt x="1850" y="3895"/>
                    <a:pt x="1868" y="3894"/>
                    <a:pt x="1885" y="3894"/>
                  </a:cubicBezTo>
                  <a:cubicBezTo>
                    <a:pt x="2827" y="3833"/>
                    <a:pt x="3557" y="2921"/>
                    <a:pt x="3496" y="1857"/>
                  </a:cubicBezTo>
                  <a:cubicBezTo>
                    <a:pt x="3437" y="829"/>
                    <a:pt x="2669" y="0"/>
                    <a:pt x="1767"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108"/>
            <p:cNvSpPr/>
            <p:nvPr/>
          </p:nvSpPr>
          <p:spPr>
            <a:xfrm rot="1799956">
              <a:off x="6133528" y="1828513"/>
              <a:ext cx="83496" cy="138656"/>
            </a:xfrm>
            <a:custGeom>
              <a:avLst/>
              <a:gdLst/>
              <a:ahLst/>
              <a:cxnLst/>
              <a:rect l="l" t="t" r="r" b="b"/>
              <a:pathLst>
                <a:path w="2372" h="3939" extrusionOk="0">
                  <a:moveTo>
                    <a:pt x="354" y="1"/>
                  </a:moveTo>
                  <a:cubicBezTo>
                    <a:pt x="318" y="1"/>
                    <a:pt x="281" y="2"/>
                    <a:pt x="244" y="4"/>
                  </a:cubicBezTo>
                  <a:cubicBezTo>
                    <a:pt x="153" y="4"/>
                    <a:pt x="92" y="34"/>
                    <a:pt x="1" y="65"/>
                  </a:cubicBezTo>
                  <a:cubicBezTo>
                    <a:pt x="974" y="126"/>
                    <a:pt x="1764" y="885"/>
                    <a:pt x="1825" y="1889"/>
                  </a:cubicBezTo>
                  <a:cubicBezTo>
                    <a:pt x="1885" y="2892"/>
                    <a:pt x="1186" y="3743"/>
                    <a:pt x="214" y="3925"/>
                  </a:cubicBezTo>
                  <a:cubicBezTo>
                    <a:pt x="275" y="3925"/>
                    <a:pt x="335" y="3939"/>
                    <a:pt x="387" y="3939"/>
                  </a:cubicBezTo>
                  <a:cubicBezTo>
                    <a:pt x="413" y="3939"/>
                    <a:pt x="437" y="3935"/>
                    <a:pt x="457" y="3925"/>
                  </a:cubicBezTo>
                  <a:cubicBezTo>
                    <a:pt x="1551" y="3864"/>
                    <a:pt x="2372" y="2952"/>
                    <a:pt x="2311" y="1858"/>
                  </a:cubicBezTo>
                  <a:cubicBezTo>
                    <a:pt x="2252" y="830"/>
                    <a:pt x="1399" y="1"/>
                    <a:pt x="3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108"/>
            <p:cNvSpPr/>
            <p:nvPr/>
          </p:nvSpPr>
          <p:spPr>
            <a:xfrm rot="1799956">
              <a:off x="6079344" y="1811559"/>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6" y="3867"/>
                  </a:cubicBezTo>
                  <a:cubicBezTo>
                    <a:pt x="1819" y="3867"/>
                    <a:pt x="1852" y="3866"/>
                    <a:pt x="1885" y="3864"/>
                  </a:cubicBezTo>
                  <a:cubicBezTo>
                    <a:pt x="2827" y="3834"/>
                    <a:pt x="3556"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108"/>
            <p:cNvSpPr/>
            <p:nvPr/>
          </p:nvSpPr>
          <p:spPr>
            <a:xfrm rot="1799956">
              <a:off x="6105082" y="2510591"/>
              <a:ext cx="80258" cy="139149"/>
            </a:xfrm>
            <a:custGeom>
              <a:avLst/>
              <a:gdLst/>
              <a:ahLst/>
              <a:cxnLst/>
              <a:rect l="l" t="t" r="r" b="b"/>
              <a:pathLst>
                <a:path w="2280" h="3953" extrusionOk="0">
                  <a:moveTo>
                    <a:pt x="300" y="0"/>
                  </a:moveTo>
                  <a:cubicBezTo>
                    <a:pt x="281" y="0"/>
                    <a:pt x="262" y="0"/>
                    <a:pt x="243" y="1"/>
                  </a:cubicBezTo>
                  <a:cubicBezTo>
                    <a:pt x="152" y="1"/>
                    <a:pt x="91" y="31"/>
                    <a:pt x="0" y="31"/>
                  </a:cubicBezTo>
                  <a:cubicBezTo>
                    <a:pt x="973" y="122"/>
                    <a:pt x="1733" y="943"/>
                    <a:pt x="1763" y="1916"/>
                  </a:cubicBezTo>
                  <a:cubicBezTo>
                    <a:pt x="1793" y="2919"/>
                    <a:pt x="1064" y="3770"/>
                    <a:pt x="91" y="3922"/>
                  </a:cubicBezTo>
                  <a:cubicBezTo>
                    <a:pt x="182" y="3922"/>
                    <a:pt x="274" y="3952"/>
                    <a:pt x="365" y="3952"/>
                  </a:cubicBezTo>
                  <a:cubicBezTo>
                    <a:pt x="1429" y="3922"/>
                    <a:pt x="2280" y="3010"/>
                    <a:pt x="2249" y="1916"/>
                  </a:cubicBezTo>
                  <a:cubicBezTo>
                    <a:pt x="2220" y="841"/>
                    <a:pt x="1368" y="0"/>
                    <a:pt x="300"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108"/>
            <p:cNvSpPr/>
            <p:nvPr/>
          </p:nvSpPr>
          <p:spPr>
            <a:xfrm rot="1799956">
              <a:off x="6050226" y="2492648"/>
              <a:ext cx="124153" cy="137037"/>
            </a:xfrm>
            <a:custGeom>
              <a:avLst/>
              <a:gdLst/>
              <a:ahLst/>
              <a:cxnLst/>
              <a:rect l="l" t="t" r="r" b="b"/>
              <a:pathLst>
                <a:path w="3527" h="3893" extrusionOk="0">
                  <a:moveTo>
                    <a:pt x="1752" y="0"/>
                  </a:moveTo>
                  <a:cubicBezTo>
                    <a:pt x="1736" y="0"/>
                    <a:pt x="1719" y="1"/>
                    <a:pt x="1703" y="1"/>
                  </a:cubicBezTo>
                  <a:cubicBezTo>
                    <a:pt x="761" y="32"/>
                    <a:pt x="1" y="913"/>
                    <a:pt x="31" y="2007"/>
                  </a:cubicBezTo>
                  <a:cubicBezTo>
                    <a:pt x="61" y="3053"/>
                    <a:pt x="854" y="3893"/>
                    <a:pt x="1776" y="3893"/>
                  </a:cubicBezTo>
                  <a:cubicBezTo>
                    <a:pt x="1792" y="3893"/>
                    <a:pt x="1808" y="3892"/>
                    <a:pt x="1825" y="3892"/>
                  </a:cubicBezTo>
                  <a:cubicBezTo>
                    <a:pt x="2767" y="3862"/>
                    <a:pt x="3527" y="2980"/>
                    <a:pt x="3496" y="1886"/>
                  </a:cubicBezTo>
                  <a:cubicBezTo>
                    <a:pt x="3467" y="840"/>
                    <a:pt x="2674" y="0"/>
                    <a:pt x="1752"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108"/>
            <p:cNvSpPr/>
            <p:nvPr/>
          </p:nvSpPr>
          <p:spPr>
            <a:xfrm rot="1799956">
              <a:off x="6222434" y="2340105"/>
              <a:ext cx="81349" cy="138093"/>
            </a:xfrm>
            <a:custGeom>
              <a:avLst/>
              <a:gdLst/>
              <a:ahLst/>
              <a:cxnLst/>
              <a:rect l="l" t="t" r="r" b="b"/>
              <a:pathLst>
                <a:path w="2311" h="3923" extrusionOk="0">
                  <a:moveTo>
                    <a:pt x="300" y="1"/>
                  </a:moveTo>
                  <a:cubicBezTo>
                    <a:pt x="281" y="1"/>
                    <a:pt x="262" y="1"/>
                    <a:pt x="243" y="2"/>
                  </a:cubicBezTo>
                  <a:cubicBezTo>
                    <a:pt x="152" y="2"/>
                    <a:pt x="91" y="32"/>
                    <a:pt x="0" y="32"/>
                  </a:cubicBezTo>
                  <a:cubicBezTo>
                    <a:pt x="973" y="123"/>
                    <a:pt x="1763" y="913"/>
                    <a:pt x="1793" y="1916"/>
                  </a:cubicBezTo>
                  <a:cubicBezTo>
                    <a:pt x="1824" y="2920"/>
                    <a:pt x="1094" y="3771"/>
                    <a:pt x="122" y="3923"/>
                  </a:cubicBezTo>
                  <a:lnTo>
                    <a:pt x="365" y="3923"/>
                  </a:lnTo>
                  <a:cubicBezTo>
                    <a:pt x="1459" y="3892"/>
                    <a:pt x="2310" y="2980"/>
                    <a:pt x="2280" y="1916"/>
                  </a:cubicBezTo>
                  <a:cubicBezTo>
                    <a:pt x="2250" y="841"/>
                    <a:pt x="1369" y="1"/>
                    <a:pt x="30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108"/>
            <p:cNvSpPr/>
            <p:nvPr/>
          </p:nvSpPr>
          <p:spPr>
            <a:xfrm rot="1799956">
              <a:off x="6168660" y="2322194"/>
              <a:ext cx="123062" cy="135945"/>
            </a:xfrm>
            <a:custGeom>
              <a:avLst/>
              <a:gdLst/>
              <a:ahLst/>
              <a:cxnLst/>
              <a:rect l="l" t="t" r="r" b="b"/>
              <a:pathLst>
                <a:path w="3496" h="3862" extrusionOk="0">
                  <a:moveTo>
                    <a:pt x="1723" y="0"/>
                  </a:moveTo>
                  <a:cubicBezTo>
                    <a:pt x="1706" y="0"/>
                    <a:pt x="1689" y="0"/>
                    <a:pt x="1672" y="1"/>
                  </a:cubicBezTo>
                  <a:cubicBezTo>
                    <a:pt x="730" y="31"/>
                    <a:pt x="0" y="913"/>
                    <a:pt x="31" y="1977"/>
                  </a:cubicBezTo>
                  <a:cubicBezTo>
                    <a:pt x="61" y="3022"/>
                    <a:pt x="824" y="3862"/>
                    <a:pt x="1745" y="3862"/>
                  </a:cubicBezTo>
                  <a:cubicBezTo>
                    <a:pt x="1761" y="3862"/>
                    <a:pt x="1777" y="3862"/>
                    <a:pt x="1794" y="3861"/>
                  </a:cubicBezTo>
                  <a:cubicBezTo>
                    <a:pt x="2736" y="3831"/>
                    <a:pt x="3496" y="2949"/>
                    <a:pt x="3465" y="1885"/>
                  </a:cubicBezTo>
                  <a:cubicBezTo>
                    <a:pt x="3436" y="840"/>
                    <a:pt x="2672" y="0"/>
                    <a:pt x="172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108"/>
            <p:cNvSpPr/>
            <p:nvPr/>
          </p:nvSpPr>
          <p:spPr>
            <a:xfrm rot="1799956">
              <a:off x="6333998" y="2166084"/>
              <a:ext cx="81349" cy="138093"/>
            </a:xfrm>
            <a:custGeom>
              <a:avLst/>
              <a:gdLst/>
              <a:ahLst/>
              <a:cxnLst/>
              <a:rect l="l" t="t" r="r" b="b"/>
              <a:pathLst>
                <a:path w="2311" h="3923" extrusionOk="0">
                  <a:moveTo>
                    <a:pt x="301" y="0"/>
                  </a:moveTo>
                  <a:cubicBezTo>
                    <a:pt x="282" y="0"/>
                    <a:pt x="263" y="1"/>
                    <a:pt x="244" y="1"/>
                  </a:cubicBezTo>
                  <a:cubicBezTo>
                    <a:pt x="183" y="1"/>
                    <a:pt x="92" y="1"/>
                    <a:pt x="1" y="32"/>
                  </a:cubicBezTo>
                  <a:cubicBezTo>
                    <a:pt x="973" y="123"/>
                    <a:pt x="1764" y="913"/>
                    <a:pt x="1794" y="1916"/>
                  </a:cubicBezTo>
                  <a:cubicBezTo>
                    <a:pt x="1824" y="2919"/>
                    <a:pt x="1095" y="3740"/>
                    <a:pt x="122" y="3892"/>
                  </a:cubicBezTo>
                  <a:cubicBezTo>
                    <a:pt x="213" y="3922"/>
                    <a:pt x="274" y="3922"/>
                    <a:pt x="365" y="3922"/>
                  </a:cubicBezTo>
                  <a:cubicBezTo>
                    <a:pt x="1460" y="3892"/>
                    <a:pt x="2311" y="2980"/>
                    <a:pt x="2280" y="1916"/>
                  </a:cubicBezTo>
                  <a:cubicBezTo>
                    <a:pt x="2250" y="841"/>
                    <a:pt x="1369"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108"/>
            <p:cNvSpPr/>
            <p:nvPr/>
          </p:nvSpPr>
          <p:spPr>
            <a:xfrm rot="1799956">
              <a:off x="6280230" y="2148150"/>
              <a:ext cx="123097" cy="135981"/>
            </a:xfrm>
            <a:custGeom>
              <a:avLst/>
              <a:gdLst/>
              <a:ahLst/>
              <a:cxnLst/>
              <a:rect l="l" t="t" r="r" b="b"/>
              <a:pathLst>
                <a:path w="3497" h="3863" extrusionOk="0">
                  <a:moveTo>
                    <a:pt x="1754" y="1"/>
                  </a:moveTo>
                  <a:cubicBezTo>
                    <a:pt x="1737" y="1"/>
                    <a:pt x="1720" y="1"/>
                    <a:pt x="1703" y="2"/>
                  </a:cubicBezTo>
                  <a:cubicBezTo>
                    <a:pt x="730" y="2"/>
                    <a:pt x="1" y="913"/>
                    <a:pt x="31" y="1977"/>
                  </a:cubicBezTo>
                  <a:cubicBezTo>
                    <a:pt x="61" y="3023"/>
                    <a:pt x="825" y="3863"/>
                    <a:pt x="1745" y="3863"/>
                  </a:cubicBezTo>
                  <a:cubicBezTo>
                    <a:pt x="1762" y="3863"/>
                    <a:pt x="1778" y="3862"/>
                    <a:pt x="1794" y="3862"/>
                  </a:cubicBezTo>
                  <a:cubicBezTo>
                    <a:pt x="2767" y="3831"/>
                    <a:pt x="3496" y="2950"/>
                    <a:pt x="3466" y="1886"/>
                  </a:cubicBezTo>
                  <a:cubicBezTo>
                    <a:pt x="3436" y="812"/>
                    <a:pt x="2673" y="1"/>
                    <a:pt x="17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108"/>
            <p:cNvSpPr/>
            <p:nvPr/>
          </p:nvSpPr>
          <p:spPr>
            <a:xfrm rot="1799956">
              <a:off x="7043305" y="2079862"/>
              <a:ext cx="93106" cy="137705"/>
            </a:xfrm>
            <a:custGeom>
              <a:avLst/>
              <a:gdLst/>
              <a:ahLst/>
              <a:cxnLst/>
              <a:rect l="l" t="t" r="r" b="b"/>
              <a:pathLst>
                <a:path w="2645" h="3912" extrusionOk="0">
                  <a:moveTo>
                    <a:pt x="578" y="0"/>
                  </a:moveTo>
                  <a:cubicBezTo>
                    <a:pt x="1520" y="244"/>
                    <a:pt x="2128" y="1186"/>
                    <a:pt x="2007" y="2158"/>
                  </a:cubicBezTo>
                  <a:cubicBezTo>
                    <a:pt x="1858" y="3140"/>
                    <a:pt x="1010" y="3831"/>
                    <a:pt x="62" y="3831"/>
                  </a:cubicBezTo>
                  <a:cubicBezTo>
                    <a:pt x="41" y="3831"/>
                    <a:pt x="21" y="3831"/>
                    <a:pt x="0" y="3830"/>
                  </a:cubicBezTo>
                  <a:lnTo>
                    <a:pt x="0" y="3830"/>
                  </a:lnTo>
                  <a:cubicBezTo>
                    <a:pt x="92" y="3861"/>
                    <a:pt x="152" y="3891"/>
                    <a:pt x="244" y="3891"/>
                  </a:cubicBezTo>
                  <a:cubicBezTo>
                    <a:pt x="341" y="3904"/>
                    <a:pt x="437" y="3911"/>
                    <a:pt x="531" y="3911"/>
                  </a:cubicBezTo>
                  <a:cubicBezTo>
                    <a:pt x="1504" y="3911"/>
                    <a:pt x="2327" y="3219"/>
                    <a:pt x="2493" y="2250"/>
                  </a:cubicBezTo>
                  <a:cubicBezTo>
                    <a:pt x="2645" y="1155"/>
                    <a:pt x="1885" y="152"/>
                    <a:pt x="82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108"/>
            <p:cNvSpPr/>
            <p:nvPr/>
          </p:nvSpPr>
          <p:spPr>
            <a:xfrm rot="1799956">
              <a:off x="6993310" y="2060930"/>
              <a:ext cx="130595" cy="136192"/>
            </a:xfrm>
            <a:custGeom>
              <a:avLst/>
              <a:gdLst/>
              <a:ahLst/>
              <a:cxnLst/>
              <a:rect l="l" t="t" r="r" b="b"/>
              <a:pathLst>
                <a:path w="3710" h="3869" extrusionOk="0">
                  <a:moveTo>
                    <a:pt x="1918" y="0"/>
                  </a:moveTo>
                  <a:cubicBezTo>
                    <a:pt x="1066" y="0"/>
                    <a:pt x="292" y="719"/>
                    <a:pt x="153" y="1691"/>
                  </a:cubicBezTo>
                  <a:cubicBezTo>
                    <a:pt x="1" y="2755"/>
                    <a:pt x="639" y="3728"/>
                    <a:pt x="1581" y="3849"/>
                  </a:cubicBezTo>
                  <a:cubicBezTo>
                    <a:pt x="1662" y="3862"/>
                    <a:pt x="1743" y="3869"/>
                    <a:pt x="1822" y="3869"/>
                  </a:cubicBezTo>
                  <a:cubicBezTo>
                    <a:pt x="2670" y="3869"/>
                    <a:pt x="3418" y="3150"/>
                    <a:pt x="3557" y="2177"/>
                  </a:cubicBezTo>
                  <a:cubicBezTo>
                    <a:pt x="3709" y="1114"/>
                    <a:pt x="3101" y="141"/>
                    <a:pt x="2159" y="19"/>
                  </a:cubicBezTo>
                  <a:cubicBezTo>
                    <a:pt x="2078" y="6"/>
                    <a:pt x="1998" y="0"/>
                    <a:pt x="191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108"/>
            <p:cNvSpPr/>
            <p:nvPr/>
          </p:nvSpPr>
          <p:spPr>
            <a:xfrm rot="1799956">
              <a:off x="6578787" y="2060069"/>
              <a:ext cx="93106" cy="138761"/>
            </a:xfrm>
            <a:custGeom>
              <a:avLst/>
              <a:gdLst/>
              <a:ahLst/>
              <a:cxnLst/>
              <a:rect l="l" t="t" r="r" b="b"/>
              <a:pathLst>
                <a:path w="2645" h="3942" extrusionOk="0">
                  <a:moveTo>
                    <a:pt x="578" y="1"/>
                  </a:moveTo>
                  <a:cubicBezTo>
                    <a:pt x="1520" y="274"/>
                    <a:pt x="2128" y="1186"/>
                    <a:pt x="2006" y="2189"/>
                  </a:cubicBezTo>
                  <a:cubicBezTo>
                    <a:pt x="1854" y="3162"/>
                    <a:pt x="973" y="3861"/>
                    <a:pt x="0" y="3861"/>
                  </a:cubicBezTo>
                  <a:cubicBezTo>
                    <a:pt x="91" y="3861"/>
                    <a:pt x="152" y="3892"/>
                    <a:pt x="243" y="3922"/>
                  </a:cubicBezTo>
                  <a:cubicBezTo>
                    <a:pt x="337" y="3935"/>
                    <a:pt x="430" y="3941"/>
                    <a:pt x="522" y="3941"/>
                  </a:cubicBezTo>
                  <a:cubicBezTo>
                    <a:pt x="1499" y="3941"/>
                    <a:pt x="2326" y="3223"/>
                    <a:pt x="2493" y="2250"/>
                  </a:cubicBezTo>
                  <a:cubicBezTo>
                    <a:pt x="2645" y="1186"/>
                    <a:pt x="1885" y="183"/>
                    <a:pt x="821" y="31"/>
                  </a:cubicBezTo>
                  <a:cubicBezTo>
                    <a:pt x="730" y="1"/>
                    <a:pt x="669" y="1"/>
                    <a:pt x="578"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108"/>
            <p:cNvSpPr/>
            <p:nvPr/>
          </p:nvSpPr>
          <p:spPr>
            <a:xfrm rot="1799956">
              <a:off x="6528794" y="2041340"/>
              <a:ext cx="130560" cy="136825"/>
            </a:xfrm>
            <a:custGeom>
              <a:avLst/>
              <a:gdLst/>
              <a:ahLst/>
              <a:cxnLst/>
              <a:rect l="l" t="t" r="r" b="b"/>
              <a:pathLst>
                <a:path w="3709" h="3887" extrusionOk="0">
                  <a:moveTo>
                    <a:pt x="1953" y="1"/>
                  </a:moveTo>
                  <a:cubicBezTo>
                    <a:pt x="1087" y="1"/>
                    <a:pt x="293" y="700"/>
                    <a:pt x="153" y="1686"/>
                  </a:cubicBezTo>
                  <a:cubicBezTo>
                    <a:pt x="1" y="2749"/>
                    <a:pt x="639" y="3722"/>
                    <a:pt x="1581" y="3874"/>
                  </a:cubicBezTo>
                  <a:cubicBezTo>
                    <a:pt x="1648" y="3883"/>
                    <a:pt x="1714" y="3887"/>
                    <a:pt x="1780" y="3887"/>
                  </a:cubicBezTo>
                  <a:cubicBezTo>
                    <a:pt x="2644" y="3887"/>
                    <a:pt x="3416" y="3163"/>
                    <a:pt x="3557" y="2202"/>
                  </a:cubicBezTo>
                  <a:cubicBezTo>
                    <a:pt x="3709" y="1139"/>
                    <a:pt x="3101" y="166"/>
                    <a:pt x="2159" y="14"/>
                  </a:cubicBezTo>
                  <a:cubicBezTo>
                    <a:pt x="2090" y="5"/>
                    <a:pt x="2021" y="1"/>
                    <a:pt x="195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108"/>
            <p:cNvSpPr/>
            <p:nvPr/>
          </p:nvSpPr>
          <p:spPr>
            <a:xfrm rot="1799956">
              <a:off x="6345570" y="16487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108"/>
            <p:cNvSpPr/>
            <p:nvPr/>
          </p:nvSpPr>
          <p:spPr>
            <a:xfrm rot="1799956">
              <a:off x="6295495" y="16302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108"/>
            <p:cNvSpPr/>
            <p:nvPr/>
          </p:nvSpPr>
          <p:spPr>
            <a:xfrm rot="1799956">
              <a:off x="6698617" y="1852529"/>
              <a:ext cx="93106" cy="138726"/>
            </a:xfrm>
            <a:custGeom>
              <a:avLst/>
              <a:gdLst/>
              <a:ahLst/>
              <a:cxnLst/>
              <a:rect l="l" t="t" r="r" b="b"/>
              <a:pathLst>
                <a:path w="2645" h="3941" extrusionOk="0">
                  <a:moveTo>
                    <a:pt x="578" y="0"/>
                  </a:moveTo>
                  <a:cubicBezTo>
                    <a:pt x="1520" y="274"/>
                    <a:pt x="2128" y="1186"/>
                    <a:pt x="2006" y="2189"/>
                  </a:cubicBezTo>
                  <a:cubicBezTo>
                    <a:pt x="1854" y="3161"/>
                    <a:pt x="973" y="3861"/>
                    <a:pt x="0" y="3861"/>
                  </a:cubicBezTo>
                  <a:cubicBezTo>
                    <a:pt x="91" y="3861"/>
                    <a:pt x="152" y="3891"/>
                    <a:pt x="243"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108"/>
            <p:cNvSpPr/>
            <p:nvPr/>
          </p:nvSpPr>
          <p:spPr>
            <a:xfrm rot="1799956">
              <a:off x="6648542" y="1834071"/>
              <a:ext cx="131651" cy="136825"/>
            </a:xfrm>
            <a:custGeom>
              <a:avLst/>
              <a:gdLst/>
              <a:ahLst/>
              <a:cxnLst/>
              <a:rect l="l" t="t" r="r" b="b"/>
              <a:pathLst>
                <a:path w="3740" h="3887" extrusionOk="0">
                  <a:moveTo>
                    <a:pt x="1953" y="0"/>
                  </a:moveTo>
                  <a:cubicBezTo>
                    <a:pt x="1087" y="0"/>
                    <a:pt x="293" y="699"/>
                    <a:pt x="153" y="1685"/>
                  </a:cubicBezTo>
                  <a:cubicBezTo>
                    <a:pt x="1" y="2749"/>
                    <a:pt x="639" y="3722"/>
                    <a:pt x="1581" y="3874"/>
                  </a:cubicBezTo>
                  <a:cubicBezTo>
                    <a:pt x="1648" y="3882"/>
                    <a:pt x="1714" y="3886"/>
                    <a:pt x="1780" y="3886"/>
                  </a:cubicBezTo>
                  <a:cubicBezTo>
                    <a:pt x="2644" y="3886"/>
                    <a:pt x="3416" y="3162"/>
                    <a:pt x="3557" y="2202"/>
                  </a:cubicBezTo>
                  <a:cubicBezTo>
                    <a:pt x="3739" y="1138"/>
                    <a:pt x="3101" y="165"/>
                    <a:pt x="2159" y="13"/>
                  </a:cubicBezTo>
                  <a:cubicBezTo>
                    <a:pt x="2090" y="4"/>
                    <a:pt x="2021" y="0"/>
                    <a:pt x="195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108"/>
            <p:cNvSpPr/>
            <p:nvPr/>
          </p:nvSpPr>
          <p:spPr>
            <a:xfrm rot="1799956">
              <a:off x="6773797" y="2671255"/>
              <a:ext cx="122006" cy="135945"/>
            </a:xfrm>
            <a:custGeom>
              <a:avLst/>
              <a:gdLst/>
              <a:ahLst/>
              <a:cxnLst/>
              <a:rect l="l" t="t" r="r" b="b"/>
              <a:pathLst>
                <a:path w="3466" h="3862" extrusionOk="0">
                  <a:moveTo>
                    <a:pt x="1733" y="1"/>
                  </a:moveTo>
                  <a:cubicBezTo>
                    <a:pt x="791" y="1"/>
                    <a:pt x="1" y="852"/>
                    <a:pt x="1" y="1946"/>
                  </a:cubicBezTo>
                  <a:cubicBezTo>
                    <a:pt x="1" y="3010"/>
                    <a:pt x="791" y="3861"/>
                    <a:pt x="1733" y="3861"/>
                  </a:cubicBezTo>
                  <a:cubicBezTo>
                    <a:pt x="2675" y="3861"/>
                    <a:pt x="3466" y="3010"/>
                    <a:pt x="3466" y="1946"/>
                  </a:cubicBezTo>
                  <a:cubicBezTo>
                    <a:pt x="3466" y="852"/>
                    <a:pt x="2675"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108"/>
            <p:cNvSpPr/>
            <p:nvPr/>
          </p:nvSpPr>
          <p:spPr>
            <a:xfrm rot="1799956">
              <a:off x="6979385" y="2333920"/>
              <a:ext cx="78146" cy="138057"/>
            </a:xfrm>
            <a:custGeom>
              <a:avLst/>
              <a:gdLst/>
              <a:ahLst/>
              <a:cxnLst/>
              <a:rect l="l" t="t" r="r" b="b"/>
              <a:pathLst>
                <a:path w="2220" h="3922" extrusionOk="0">
                  <a:moveTo>
                    <a:pt x="0" y="1"/>
                  </a:moveTo>
                  <a:cubicBezTo>
                    <a:pt x="973" y="123"/>
                    <a:pt x="1733" y="943"/>
                    <a:pt x="1733" y="1946"/>
                  </a:cubicBezTo>
                  <a:cubicBezTo>
                    <a:pt x="1733" y="2949"/>
                    <a:pt x="973" y="3770"/>
                    <a:pt x="0" y="3892"/>
                  </a:cubicBezTo>
                  <a:cubicBezTo>
                    <a:pt x="92" y="3922"/>
                    <a:pt x="183" y="3922"/>
                    <a:pt x="244" y="3922"/>
                  </a:cubicBezTo>
                  <a:cubicBezTo>
                    <a:pt x="1338" y="3922"/>
                    <a:pt x="2219" y="3040"/>
                    <a:pt x="2219" y="1946"/>
                  </a:cubicBezTo>
                  <a:cubicBezTo>
                    <a:pt x="2219" y="882"/>
                    <a:pt x="133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108"/>
            <p:cNvSpPr/>
            <p:nvPr/>
          </p:nvSpPr>
          <p:spPr>
            <a:xfrm rot="1799956">
              <a:off x="6829301" y="2689664"/>
              <a:ext cx="78146" cy="139114"/>
            </a:xfrm>
            <a:custGeom>
              <a:avLst/>
              <a:gdLst/>
              <a:ahLst/>
              <a:cxnLst/>
              <a:rect l="l" t="t" r="r" b="b"/>
              <a:pathLst>
                <a:path w="2220" h="3952" extrusionOk="0">
                  <a:moveTo>
                    <a:pt x="243" y="1"/>
                  </a:moveTo>
                  <a:cubicBezTo>
                    <a:pt x="152" y="1"/>
                    <a:pt x="91" y="31"/>
                    <a:pt x="0" y="31"/>
                  </a:cubicBezTo>
                  <a:cubicBezTo>
                    <a:pt x="973" y="153"/>
                    <a:pt x="1733" y="973"/>
                    <a:pt x="1733" y="1976"/>
                  </a:cubicBezTo>
                  <a:cubicBezTo>
                    <a:pt x="1733" y="2979"/>
                    <a:pt x="973" y="3800"/>
                    <a:pt x="0" y="3922"/>
                  </a:cubicBezTo>
                  <a:cubicBezTo>
                    <a:pt x="91" y="3922"/>
                    <a:pt x="152" y="3952"/>
                    <a:pt x="243" y="3952"/>
                  </a:cubicBezTo>
                  <a:cubicBezTo>
                    <a:pt x="1338" y="3952"/>
                    <a:pt x="2219" y="3070"/>
                    <a:pt x="2219" y="1976"/>
                  </a:cubicBezTo>
                  <a:cubicBezTo>
                    <a:pt x="2219" y="882"/>
                    <a:pt x="1338" y="1"/>
                    <a:pt x="24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108"/>
            <p:cNvSpPr/>
            <p:nvPr/>
          </p:nvSpPr>
          <p:spPr>
            <a:xfrm rot="1799956">
              <a:off x="6823445" y="16434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108"/>
            <p:cNvSpPr/>
            <p:nvPr/>
          </p:nvSpPr>
          <p:spPr>
            <a:xfrm rot="1799956">
              <a:off x="6773370" y="16249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40" name="Google Shape;2940;p108"/>
          <p:cNvSpPr txBox="1"/>
          <p:nvPr/>
        </p:nvSpPr>
        <p:spPr>
          <a:xfrm>
            <a:off x="241628" y="690571"/>
            <a:ext cx="943200" cy="38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accent4"/>
                </a:solidFill>
                <a:latin typeface="Lilita One"/>
                <a:ea typeface="Lilita One"/>
                <a:cs typeface="Lilita One"/>
                <a:sym typeface="Lilita One"/>
              </a:rPr>
              <a:t>Roll the Dice</a:t>
            </a:r>
            <a:endParaRPr sz="1000">
              <a:solidFill>
                <a:schemeClr val="accent4"/>
              </a:solidFill>
              <a:latin typeface="Lilita One"/>
              <a:ea typeface="Lilita One"/>
              <a:cs typeface="Lilita One"/>
              <a:sym typeface="Lilita One"/>
            </a:endParaRPr>
          </a:p>
        </p:txBody>
      </p:sp>
      <p:sp>
        <p:nvSpPr>
          <p:cNvPr id="2941" name="Google Shape;2941;p108">
            <a:hlinkClick r:id="rId3" action="ppaction://hlinksldjump"/>
          </p:cNvPr>
          <p:cNvSpPr/>
          <p:nvPr/>
        </p:nvSpPr>
        <p:spPr>
          <a:xfrm>
            <a:off x="312438" y="237000"/>
            <a:ext cx="801600" cy="8016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7954E01E-C4DB-4790-BB85-CAE156BD1938}"/>
                  </a:ext>
                </a:extLst>
              </p:cNvPr>
              <p:cNvSpPr txBox="1"/>
              <p:nvPr/>
            </p:nvSpPr>
            <p:spPr>
              <a:xfrm>
                <a:off x="578554" y="411884"/>
                <a:ext cx="8253008" cy="1384995"/>
              </a:xfrm>
              <a:prstGeom prst="rect">
                <a:avLst/>
              </a:prstGeom>
              <a:noFill/>
            </p:spPr>
            <p:txBody>
              <a:bodyPr wrap="square" rtlCol="0">
                <a:spAutoFit/>
              </a:bodyPr>
              <a:lstStyle/>
              <a:p>
                <a:pPr algn="just" rtl="1"/>
                <a:r>
                  <a:rPr lang="fa-IR" dirty="0">
                    <a:cs typeface="Aban" pitchFamily="2" charset="-78"/>
                  </a:rPr>
                  <a:t>اگر در این حالت </a:t>
                </a:r>
                <a14:m>
                  <m:oMath xmlns:m="http://schemas.openxmlformats.org/officeDocument/2006/math">
                    <m:r>
                      <a:rPr lang="en-US" b="0" i="1" smtClean="0">
                        <a:latin typeface="Cambria Math" panose="02040503050406030204" pitchFamily="18" charset="0"/>
                        <a:cs typeface="Aban" pitchFamily="2" charset="-78"/>
                      </a:rPr>
                      <m:t>𝛽</m:t>
                    </m:r>
                  </m:oMath>
                </a14:m>
                <a:r>
                  <a:rPr lang="fa-IR" dirty="0">
                    <a:cs typeface="Aban" pitchFamily="2" charset="-78"/>
                  </a:rPr>
                  <a:t> را یک مرحله افزایش دهیم دیگر استراتژی </a:t>
                </a:r>
                <a14:m>
                  <m:oMath xmlns:m="http://schemas.openxmlformats.org/officeDocument/2006/math">
                    <m:r>
                      <a:rPr lang="en-US" b="0" i="1" smtClean="0">
                        <a:latin typeface="Cambria Math" panose="02040503050406030204" pitchFamily="18" charset="0"/>
                        <a:cs typeface="Aban" pitchFamily="2" charset="-78"/>
                      </a:rPr>
                      <m:t>𝑁</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𝐶</m:t>
                        </m:r>
                      </m:e>
                      <m:sub>
                        <m:r>
                          <a:rPr lang="en-US" b="0" i="1" smtClean="0">
                            <a:latin typeface="Cambria Math" panose="02040503050406030204" pitchFamily="18" charset="0"/>
                            <a:cs typeface="Aban" pitchFamily="2" charset="-78"/>
                          </a:rPr>
                          <m:t>𝑑</m:t>
                        </m:r>
                      </m:sub>
                    </m:sSub>
                  </m:oMath>
                </a14:m>
                <a:r>
                  <a:rPr lang="fa-IR" dirty="0">
                    <a:cs typeface="Aban" pitchFamily="2" charset="-78"/>
                  </a:rPr>
                  <a:t> قویا مسلط شده نیست.</a:t>
                </a:r>
              </a:p>
              <a:p>
                <a:pPr marL="285750" indent="-285750" algn="just" rtl="1">
                  <a:buFont typeface="Arial" panose="020B0604020202020204" pitchFamily="34" charset="0"/>
                  <a:buChar char="•"/>
                </a:pPr>
                <a:r>
                  <a:rPr lang="fa-IR" dirty="0">
                    <a:cs typeface="Aban" pitchFamily="2" charset="-78"/>
                  </a:rPr>
                  <a:t>در این حالت تنها موردی که بتواند استراتژی های بازی را عوض کند انجام شدن مقایسه بین </a:t>
                </a:r>
                <a14:m>
                  <m:oMath xmlns:m="http://schemas.openxmlformats.org/officeDocument/2006/math">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𝐷</m:t>
                        </m:r>
                      </m:e>
                      <m:sub>
                        <m:r>
                          <a:rPr lang="en-US" b="0" i="1" smtClean="0">
                            <a:latin typeface="Cambria Math" panose="02040503050406030204" pitchFamily="18" charset="0"/>
                            <a:cs typeface="Aban" pitchFamily="2" charset="-78"/>
                          </a:rPr>
                          <m:t>32</m:t>
                        </m:r>
                      </m:sub>
                    </m:sSub>
                  </m:oMath>
                </a14:m>
                <a:r>
                  <a:rPr lang="fa-IR" dirty="0">
                    <a:cs typeface="Aban" pitchFamily="2" charset="-78"/>
                  </a:rPr>
                  <a:t> و </a:t>
                </a:r>
                <a14:m>
                  <m:oMath xmlns:m="http://schemas.openxmlformats.org/officeDocument/2006/math">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𝐷</m:t>
                        </m:r>
                      </m:e>
                      <m:sub>
                        <m:r>
                          <a:rPr lang="en-US" b="0" i="1" smtClean="0">
                            <a:latin typeface="Cambria Math" panose="02040503050406030204" pitchFamily="18" charset="0"/>
                            <a:cs typeface="Aban" pitchFamily="2" charset="-78"/>
                          </a:rPr>
                          <m:t>22</m:t>
                        </m:r>
                      </m:sub>
                    </m:sSub>
                  </m:oMath>
                </a14:m>
                <a:r>
                  <a:rPr lang="fa-IR" dirty="0">
                    <a:cs typeface="Aban" pitchFamily="2" charset="-78"/>
                  </a:rPr>
                  <a:t> است پس باید </a:t>
                </a:r>
                <a14:m>
                  <m:oMath xmlns:m="http://schemas.openxmlformats.org/officeDocument/2006/math">
                    <m:r>
                      <a:rPr lang="en-US" b="0" i="1" smtClean="0">
                        <a:latin typeface="Cambria Math" panose="02040503050406030204" pitchFamily="18" charset="0"/>
                        <a:cs typeface="Aban" pitchFamily="2" charset="-78"/>
                      </a:rPr>
                      <m:t>𝛾</m:t>
                    </m:r>
                  </m:oMath>
                </a14:m>
                <a:r>
                  <a:rPr lang="fa-IR" dirty="0">
                    <a:cs typeface="Aban" pitchFamily="2" charset="-78"/>
                  </a:rPr>
                  <a:t> در بیشترین حالت خود باشد و پس در حالت </a:t>
                </a:r>
                <a14:m>
                  <m:oMath xmlns:m="http://schemas.openxmlformats.org/officeDocument/2006/math">
                    <m:r>
                      <a:rPr lang="en-US" b="0" i="1" smtClean="0">
                        <a:latin typeface="Cambria Math" panose="02040503050406030204" pitchFamily="18" charset="0"/>
                        <a:cs typeface="Aban" pitchFamily="2" charset="-78"/>
                      </a:rPr>
                      <m:t>𝛾</m:t>
                    </m:r>
                    <m:r>
                      <a:rPr lang="en-US" b="0" i="1" smtClean="0">
                        <a:latin typeface="Cambria Math" panose="02040503050406030204" pitchFamily="18" charset="0"/>
                        <a:cs typeface="Aban" pitchFamily="2" charset="-78"/>
                      </a:rPr>
                      <m:t>&gt;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𝛾</m:t>
                        </m:r>
                      </m:e>
                      <m:sub>
                        <m:r>
                          <a:rPr lang="en-US" b="0" i="1" smtClean="0">
                            <a:latin typeface="Cambria Math" panose="02040503050406030204" pitchFamily="18" charset="0"/>
                            <a:cs typeface="Aban" pitchFamily="2" charset="-78"/>
                          </a:rPr>
                          <m:t>𝑁𝐶</m:t>
                        </m:r>
                      </m:sub>
                    </m:sSub>
                  </m:oMath>
                </a14:m>
                <a:r>
                  <a:rPr lang="fa-IR" dirty="0">
                    <a:cs typeface="Aban" pitchFamily="2" charset="-78"/>
                  </a:rPr>
                  <a:t> تصویر زیر را داریم. و تعادل نش </a:t>
                </a:r>
                <a14:m>
                  <m:oMath xmlns:m="http://schemas.openxmlformats.org/officeDocument/2006/math">
                    <m:r>
                      <a:rPr lang="en-US" b="0" i="1" smtClean="0">
                        <a:latin typeface="Cambria Math" panose="02040503050406030204" pitchFamily="18" charset="0"/>
                        <a:cs typeface="Aban" pitchFamily="2" charset="-78"/>
                      </a:rPr>
                      <m:t>(</m:t>
                    </m:r>
                    <m:r>
                      <a:rPr lang="en-US" b="0" i="1" smtClean="0">
                        <a:latin typeface="Cambria Math" panose="02040503050406030204" pitchFamily="18" charset="0"/>
                        <a:cs typeface="Aban" pitchFamily="2" charset="-78"/>
                      </a:rPr>
                      <m:t>𝑁</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𝐶</m:t>
                        </m:r>
                      </m:e>
                      <m:sub>
                        <m:r>
                          <a:rPr lang="en-US" b="0" i="1" smtClean="0">
                            <a:latin typeface="Cambria Math" panose="02040503050406030204" pitchFamily="18" charset="0"/>
                            <a:cs typeface="Aban" pitchFamily="2" charset="-78"/>
                          </a:rPr>
                          <m:t>𝑑</m:t>
                        </m:r>
                      </m:sub>
                    </m:sSub>
                    <m:r>
                      <a:rPr lang="en-US" b="0" i="1" smtClean="0">
                        <a:latin typeface="Cambria Math" panose="02040503050406030204" pitchFamily="18" charset="0"/>
                        <a:cs typeface="Aban" pitchFamily="2" charset="-78"/>
                      </a:rPr>
                      <m:t>,</m:t>
                    </m:r>
                    <m:r>
                      <a:rPr lang="en-US" b="0" i="1" smtClean="0">
                        <a:latin typeface="Cambria Math" panose="02040503050406030204" pitchFamily="18" charset="0"/>
                        <a:cs typeface="Aban" pitchFamily="2" charset="-78"/>
                      </a:rPr>
                      <m:t>𝑁𝐶</m:t>
                    </m:r>
                    <m:r>
                      <a:rPr lang="en-US" b="0" i="1" smtClean="0">
                        <a:latin typeface="Cambria Math" panose="02040503050406030204" pitchFamily="18" charset="0"/>
                        <a:cs typeface="Aban" pitchFamily="2" charset="-78"/>
                      </a:rPr>
                      <m:t>)</m:t>
                    </m:r>
                  </m:oMath>
                </a14:m>
                <a:endParaRPr lang="fa-IR" dirty="0">
                  <a:cs typeface="Aban" pitchFamily="2" charset="-78"/>
                </a:endParaRPr>
              </a:p>
              <a:p>
                <a:pPr marL="285750" indent="-285750" algn="just" rtl="1">
                  <a:buFont typeface="Arial" panose="020B0604020202020204" pitchFamily="34" charset="0"/>
                  <a:buChar char="•"/>
                </a:pPr>
                <a:endParaRPr lang="fa-IR" dirty="0">
                  <a:cs typeface="Aban" pitchFamily="2" charset="-78"/>
                </a:endParaRPr>
              </a:p>
              <a:p>
                <a:pPr marL="285750" indent="-285750" algn="just" rtl="1">
                  <a:buFont typeface="Arial" panose="020B0604020202020204" pitchFamily="34" charset="0"/>
                  <a:buChar char="•"/>
                </a:pPr>
                <a:endParaRPr lang="fa-IR" dirty="0">
                  <a:cs typeface="Aban" pitchFamily="2" charset="-78"/>
                </a:endParaRPr>
              </a:p>
              <a:p>
                <a:pPr algn="just" rtl="1"/>
                <a:endParaRPr lang="en-US" dirty="0">
                  <a:cs typeface="Aban" pitchFamily="2" charset="-78"/>
                </a:endParaRPr>
              </a:p>
            </p:txBody>
          </p:sp>
        </mc:Choice>
        <mc:Fallback>
          <p:sp>
            <p:nvSpPr>
              <p:cNvPr id="4" name="TextBox 3">
                <a:extLst>
                  <a:ext uri="{FF2B5EF4-FFF2-40B4-BE49-F238E27FC236}">
                    <a16:creationId xmlns:a16="http://schemas.microsoft.com/office/drawing/2014/main" id="{7954E01E-C4DB-4790-BB85-CAE156BD1938}"/>
                  </a:ext>
                </a:extLst>
              </p:cNvPr>
              <p:cNvSpPr txBox="1">
                <a:spLocks noRot="1" noChangeAspect="1" noMove="1" noResize="1" noEditPoints="1" noAdjustHandles="1" noChangeArrowheads="1" noChangeShapeType="1" noTextEdit="1"/>
              </p:cNvSpPr>
              <p:nvPr/>
            </p:nvSpPr>
            <p:spPr>
              <a:xfrm>
                <a:off x="578554" y="411884"/>
                <a:ext cx="8253008" cy="1384995"/>
              </a:xfrm>
              <a:prstGeom prst="rect">
                <a:avLst/>
              </a:prstGeom>
              <a:blipFill>
                <a:blip r:embed="rId4"/>
                <a:stretch>
                  <a:fillRect l="-812" t="-441" r="-222"/>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47C29439-7F08-469C-8CA6-9B5823C1F022}"/>
              </a:ext>
            </a:extLst>
          </p:cNvPr>
          <p:cNvPicPr>
            <a:picLocks noChangeAspect="1"/>
          </p:cNvPicPr>
          <p:nvPr/>
        </p:nvPicPr>
        <p:blipFill>
          <a:blip r:embed="rId5"/>
          <a:stretch>
            <a:fillRect/>
          </a:stretch>
        </p:blipFill>
        <p:spPr>
          <a:xfrm>
            <a:off x="2725355" y="1249611"/>
            <a:ext cx="3997867" cy="1577810"/>
          </a:xfrm>
          <a:prstGeom prst="rect">
            <a:avLst/>
          </a:prstGeom>
        </p:spPr>
      </p:pic>
    </p:spTree>
    <p:extLst>
      <p:ext uri="{BB962C8B-B14F-4D97-AF65-F5344CB8AC3E}">
        <p14:creationId xmlns:p14="http://schemas.microsoft.com/office/powerpoint/2010/main" val="26073196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04"/>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7954E01E-C4DB-4790-BB85-CAE156BD1938}"/>
                  </a:ext>
                </a:extLst>
              </p:cNvPr>
              <p:cNvSpPr txBox="1"/>
              <p:nvPr/>
            </p:nvSpPr>
            <p:spPr>
              <a:xfrm>
                <a:off x="578554" y="411884"/>
                <a:ext cx="8253008" cy="1600438"/>
              </a:xfrm>
              <a:prstGeom prst="rect">
                <a:avLst/>
              </a:prstGeom>
              <a:noFill/>
            </p:spPr>
            <p:txBody>
              <a:bodyPr wrap="square" rtlCol="0">
                <a:spAutoFit/>
              </a:bodyPr>
              <a:lstStyle/>
              <a:p>
                <a:pPr algn="just" rtl="1"/>
                <a:r>
                  <a:rPr lang="fa-IR" dirty="0">
                    <a:cs typeface="Aban" pitchFamily="2" charset="-78"/>
                  </a:rPr>
                  <a:t>اگر </a:t>
                </a:r>
                <a14:m>
                  <m:oMath xmlns:m="http://schemas.openxmlformats.org/officeDocument/2006/math">
                    <m:r>
                      <a:rPr lang="en-US" b="0" i="1" smtClean="0">
                        <a:latin typeface="Cambria Math" panose="02040503050406030204" pitchFamily="18" charset="0"/>
                        <a:cs typeface="Aban" pitchFamily="2" charset="-78"/>
                      </a:rPr>
                      <m:t>𝛽</m:t>
                    </m:r>
                  </m:oMath>
                </a14:m>
                <a:r>
                  <a:rPr lang="fa-IR" dirty="0">
                    <a:cs typeface="Aban" pitchFamily="2" charset="-78"/>
                  </a:rPr>
                  <a:t> طوری افزایش دهیم که </a:t>
                </a:r>
                <a14:m>
                  <m:oMath xmlns:m="http://schemas.openxmlformats.org/officeDocument/2006/math">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𝛽</m:t>
                        </m:r>
                      </m:e>
                      <m:sub>
                        <m:r>
                          <a:rPr lang="en-US" b="0" i="1" smtClean="0">
                            <a:latin typeface="Cambria Math" panose="02040503050406030204" pitchFamily="18" charset="0"/>
                            <a:cs typeface="Aban" pitchFamily="2" charset="-78"/>
                          </a:rPr>
                          <m:t>𝐶</m:t>
                        </m:r>
                      </m:sub>
                    </m:sSub>
                    <m:r>
                      <a:rPr lang="en-US" b="0" i="1" smtClean="0">
                        <a:latin typeface="Cambria Math" panose="02040503050406030204" pitchFamily="18" charset="0"/>
                        <a:cs typeface="Aban" pitchFamily="2" charset="-78"/>
                      </a:rPr>
                      <m:t>&lt;</m:t>
                    </m:r>
                    <m:r>
                      <a:rPr lang="en-US" b="0" i="1" smtClean="0">
                        <a:latin typeface="Cambria Math" panose="02040503050406030204" pitchFamily="18" charset="0"/>
                        <a:cs typeface="Aban" pitchFamily="2" charset="-78"/>
                      </a:rPr>
                      <m:t>𝛽</m:t>
                    </m:r>
                    <m:r>
                      <a:rPr lang="en-US" b="0" i="1" smtClean="0">
                        <a:latin typeface="Cambria Math" panose="02040503050406030204" pitchFamily="18" charset="0"/>
                        <a:cs typeface="Aban" pitchFamily="2" charset="-78"/>
                      </a:rPr>
                      <m:t>&lt;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𝛽</m:t>
                        </m:r>
                      </m:e>
                      <m:sub>
                        <m:r>
                          <a:rPr lang="en-US" b="0" i="1" smtClean="0">
                            <a:latin typeface="Cambria Math" panose="02040503050406030204" pitchFamily="18" charset="0"/>
                            <a:cs typeface="Aban" pitchFamily="2" charset="-78"/>
                          </a:rPr>
                          <m:t>𝐶𝐶</m:t>
                        </m:r>
                      </m:sub>
                    </m:sSub>
                  </m:oMath>
                </a14:m>
                <a:r>
                  <a:rPr lang="fa-IR" dirty="0">
                    <a:cs typeface="Aban" pitchFamily="2" charset="-78"/>
                  </a:rPr>
                  <a:t> آنگاه خواهیم داشت </a:t>
                </a:r>
                <a14:m>
                  <m:oMath xmlns:m="http://schemas.openxmlformats.org/officeDocument/2006/math">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𝐷</m:t>
                        </m:r>
                      </m:e>
                      <m:sub>
                        <m:r>
                          <a:rPr lang="en-US" b="0" i="1" smtClean="0">
                            <a:latin typeface="Cambria Math" panose="02040503050406030204" pitchFamily="18" charset="0"/>
                            <a:cs typeface="Aban" pitchFamily="2" charset="-78"/>
                          </a:rPr>
                          <m:t>32</m:t>
                        </m:r>
                      </m:sub>
                    </m:sSub>
                    <m:r>
                      <a:rPr lang="en-US" b="0" i="1" smtClean="0">
                        <a:latin typeface="Cambria Math" panose="02040503050406030204" pitchFamily="18" charset="0"/>
                        <a:cs typeface="Aban" pitchFamily="2" charset="-78"/>
                      </a:rPr>
                      <m:t>&gt;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𝐷</m:t>
                        </m:r>
                      </m:e>
                      <m:sub>
                        <m:r>
                          <a:rPr lang="en-US" b="0" i="1" smtClean="0">
                            <a:latin typeface="Cambria Math" panose="02040503050406030204" pitchFamily="18" charset="0"/>
                            <a:cs typeface="Aban" pitchFamily="2" charset="-78"/>
                          </a:rPr>
                          <m:t>22</m:t>
                        </m:r>
                      </m:sub>
                    </m:sSub>
                  </m:oMath>
                </a14:m>
                <a:r>
                  <a:rPr lang="fa-IR" dirty="0">
                    <a:cs typeface="Aban" pitchFamily="2" charset="-78"/>
                  </a:rPr>
                  <a:t> و </a:t>
                </a:r>
                <a14:m>
                  <m:oMath xmlns:m="http://schemas.openxmlformats.org/officeDocument/2006/math">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𝐷</m:t>
                        </m:r>
                      </m:e>
                      <m:sub>
                        <m:r>
                          <a:rPr lang="en-US" b="0" i="1" smtClean="0">
                            <a:latin typeface="Cambria Math" panose="02040503050406030204" pitchFamily="18" charset="0"/>
                            <a:cs typeface="Aban" pitchFamily="2" charset="-78"/>
                          </a:rPr>
                          <m:t>31</m:t>
                        </m:r>
                      </m:sub>
                    </m:sSub>
                    <m:r>
                      <a:rPr lang="en-US" b="0" i="1" smtClean="0">
                        <a:latin typeface="Cambria Math" panose="02040503050406030204" pitchFamily="18" charset="0"/>
                        <a:cs typeface="Aban" pitchFamily="2" charset="-78"/>
                      </a:rPr>
                      <m:t>&gt;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𝐷</m:t>
                        </m:r>
                      </m:e>
                      <m:sub>
                        <m:r>
                          <a:rPr lang="en-US" b="0" i="1" smtClean="0">
                            <a:latin typeface="Cambria Math" panose="02040503050406030204" pitchFamily="18" charset="0"/>
                            <a:cs typeface="Aban" pitchFamily="2" charset="-78"/>
                          </a:rPr>
                          <m:t>21</m:t>
                        </m:r>
                      </m:sub>
                    </m:sSub>
                  </m:oMath>
                </a14:m>
                <a:r>
                  <a:rPr lang="fa-IR" dirty="0">
                    <a:cs typeface="Aban" pitchFamily="2" charset="-78"/>
                  </a:rPr>
                  <a:t> در این حالت تعادل های نش به مقدار </a:t>
                </a:r>
                <a14:m>
                  <m:oMath xmlns:m="http://schemas.openxmlformats.org/officeDocument/2006/math">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𝑉</m:t>
                        </m:r>
                      </m:e>
                      <m:sub>
                        <m:r>
                          <a:rPr lang="en-US" b="0" i="1" smtClean="0">
                            <a:latin typeface="Cambria Math" panose="02040503050406030204" pitchFamily="18" charset="0"/>
                            <a:cs typeface="Aban" pitchFamily="2" charset="-78"/>
                          </a:rPr>
                          <m:t>1</m:t>
                        </m:r>
                      </m:sub>
                    </m:sSub>
                  </m:oMath>
                </a14:m>
                <a:r>
                  <a:rPr lang="fa-IR" dirty="0">
                    <a:cs typeface="Aban" pitchFamily="2" charset="-78"/>
                  </a:rPr>
                  <a:t> بستگی خواهد داشت.</a:t>
                </a:r>
              </a:p>
              <a:p>
                <a:pPr marL="285750" indent="-285750" algn="just" rtl="1">
                  <a:buFont typeface="Arial" panose="020B0604020202020204" pitchFamily="34" charset="0"/>
                  <a:buChar char="•"/>
                </a:pPr>
                <a:r>
                  <a:rPr lang="fa-IR" dirty="0">
                    <a:cs typeface="Aban" pitchFamily="2" charset="-78"/>
                  </a:rPr>
                  <a:t>اگر </a:t>
                </a:r>
                <a14:m>
                  <m:oMath xmlns:m="http://schemas.openxmlformats.org/officeDocument/2006/math">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𝑉</m:t>
                        </m:r>
                      </m:e>
                      <m:sub>
                        <m:r>
                          <a:rPr lang="en-US" b="0" i="1" smtClean="0">
                            <a:latin typeface="Cambria Math" panose="02040503050406030204" pitchFamily="18" charset="0"/>
                            <a:cs typeface="Aban" pitchFamily="2" charset="-78"/>
                          </a:rPr>
                          <m:t>1</m:t>
                        </m:r>
                      </m:sub>
                    </m:sSub>
                    <m:r>
                      <a:rPr lang="en-US" b="0" i="1" smtClean="0">
                        <a:latin typeface="Cambria Math" panose="02040503050406030204" pitchFamily="18" charset="0"/>
                        <a:cs typeface="Aban" pitchFamily="2" charset="-78"/>
                      </a:rPr>
                      <m:t>&gt;</m:t>
                    </m:r>
                    <m:r>
                      <a:rPr lang="en-US" b="0" i="1" smtClean="0">
                        <a:latin typeface="Cambria Math" panose="02040503050406030204" pitchFamily="18" charset="0"/>
                        <a:cs typeface="Aban" pitchFamily="2" charset="-78"/>
                      </a:rPr>
                      <m:t>𝛽</m:t>
                    </m:r>
                  </m:oMath>
                </a14:m>
                <a:r>
                  <a:rPr lang="fa-IR" dirty="0">
                    <a:cs typeface="Aban" pitchFamily="2" charset="-78"/>
                  </a:rPr>
                  <a:t> آنگاه خواهیم داشت که </a:t>
                </a:r>
                <a14:m>
                  <m:oMath xmlns:m="http://schemas.openxmlformats.org/officeDocument/2006/math">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𝐷</m:t>
                        </m:r>
                      </m:e>
                      <m:sub>
                        <m:r>
                          <a:rPr lang="en-US" b="0" i="1" smtClean="0">
                            <a:latin typeface="Cambria Math" panose="02040503050406030204" pitchFamily="18" charset="0"/>
                            <a:cs typeface="Aban" pitchFamily="2" charset="-78"/>
                          </a:rPr>
                          <m:t>11</m:t>
                        </m:r>
                      </m:sub>
                    </m:sSub>
                    <m:r>
                      <a:rPr lang="en-US" b="0" i="1" smtClean="0">
                        <a:latin typeface="Cambria Math" panose="02040503050406030204" pitchFamily="18" charset="0"/>
                        <a:cs typeface="Aban" pitchFamily="2" charset="-78"/>
                      </a:rPr>
                      <m:t>&gt;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𝐷</m:t>
                        </m:r>
                      </m:e>
                      <m:sub>
                        <m:r>
                          <a:rPr lang="en-US" b="0" i="1" smtClean="0">
                            <a:latin typeface="Cambria Math" panose="02040503050406030204" pitchFamily="18" charset="0"/>
                            <a:cs typeface="Aban" pitchFamily="2" charset="-78"/>
                          </a:rPr>
                          <m:t>30</m:t>
                        </m:r>
                      </m:sub>
                    </m:sSub>
                  </m:oMath>
                </a14:m>
                <a:r>
                  <a:rPr lang="fa-IR" dirty="0">
                    <a:cs typeface="Aban" pitchFamily="2" charset="-78"/>
                  </a:rPr>
                  <a:t> بنابراین زوج </a:t>
                </a:r>
                <a14:m>
                  <m:oMath xmlns:m="http://schemas.openxmlformats.org/officeDocument/2006/math">
                    <m:r>
                      <a:rPr lang="en-US" b="0" i="1" smtClean="0">
                        <a:latin typeface="Cambria Math" panose="02040503050406030204" pitchFamily="18" charset="0"/>
                        <a:cs typeface="Aban" pitchFamily="2" charset="-78"/>
                      </a:rPr>
                      <m:t>(</m:t>
                    </m:r>
                    <m:r>
                      <a:rPr lang="en-US" b="0" i="1" smtClean="0">
                        <a:latin typeface="Cambria Math" panose="02040503050406030204" pitchFamily="18" charset="0"/>
                        <a:cs typeface="Aban" pitchFamily="2" charset="-78"/>
                      </a:rPr>
                      <m:t>𝐶</m:t>
                    </m:r>
                    <m:r>
                      <a:rPr lang="en-US" b="0" i="1" smtClean="0">
                        <a:latin typeface="Cambria Math" panose="02040503050406030204" pitchFamily="18" charset="0"/>
                        <a:cs typeface="Aban" pitchFamily="2" charset="-78"/>
                      </a:rPr>
                      <m:t>,</m:t>
                    </m:r>
                    <m:r>
                      <a:rPr lang="en-US" b="0" i="1" smtClean="0">
                        <a:latin typeface="Cambria Math" panose="02040503050406030204" pitchFamily="18" charset="0"/>
                        <a:cs typeface="Aban" pitchFamily="2" charset="-78"/>
                      </a:rPr>
                      <m:t>𝐶</m:t>
                    </m:r>
                    <m:r>
                      <a:rPr lang="en-US" b="0" i="1" smtClean="0">
                        <a:latin typeface="Cambria Math" panose="02040503050406030204" pitchFamily="18" charset="0"/>
                        <a:cs typeface="Aban" pitchFamily="2" charset="-78"/>
                      </a:rPr>
                      <m:t>)</m:t>
                    </m:r>
                  </m:oMath>
                </a14:m>
                <a:r>
                  <a:rPr lang="fa-IR" dirty="0">
                    <a:cs typeface="Aban" pitchFamily="2" charset="-78"/>
                  </a:rPr>
                  <a:t> تعادل نش بازی ماست.</a:t>
                </a:r>
              </a:p>
              <a:p>
                <a:pPr marL="285750" indent="-285750" algn="just" rtl="1">
                  <a:buFont typeface="Arial" panose="020B0604020202020204" pitchFamily="34" charset="0"/>
                  <a:buChar char="•"/>
                </a:pPr>
                <a:r>
                  <a:rPr lang="fa-IR" dirty="0">
                    <a:cs typeface="Aban" pitchFamily="2" charset="-78"/>
                  </a:rPr>
                  <a:t>اگر </a:t>
                </a:r>
                <a14:m>
                  <m:oMath xmlns:m="http://schemas.openxmlformats.org/officeDocument/2006/math">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𝑉</m:t>
                        </m:r>
                      </m:e>
                      <m:sub>
                        <m:r>
                          <a:rPr lang="en-US" b="0" i="1" smtClean="0">
                            <a:latin typeface="Cambria Math" panose="02040503050406030204" pitchFamily="18" charset="0"/>
                            <a:cs typeface="Aban" pitchFamily="2" charset="-78"/>
                          </a:rPr>
                          <m:t>1</m:t>
                        </m:r>
                      </m:sub>
                    </m:sSub>
                    <m:r>
                      <a:rPr lang="en-US" b="0" i="1" smtClean="0">
                        <a:latin typeface="Cambria Math" panose="02040503050406030204" pitchFamily="18" charset="0"/>
                        <a:cs typeface="Aban" pitchFamily="2" charset="-78"/>
                      </a:rPr>
                      <m:t>&lt;</m:t>
                    </m:r>
                    <m:r>
                      <a:rPr lang="en-US" b="0" i="1" smtClean="0">
                        <a:latin typeface="Cambria Math" panose="02040503050406030204" pitchFamily="18" charset="0"/>
                        <a:cs typeface="Aban" pitchFamily="2" charset="-78"/>
                      </a:rPr>
                      <m:t>𝛽</m:t>
                    </m:r>
                  </m:oMath>
                </a14:m>
                <a:r>
                  <a:rPr lang="fa-IR" dirty="0">
                    <a:cs typeface="Aban" pitchFamily="2" charset="-78"/>
                  </a:rPr>
                  <a:t> آنگاه </a:t>
                </a:r>
                <a14:m>
                  <m:oMath xmlns:m="http://schemas.openxmlformats.org/officeDocument/2006/math">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𝐷</m:t>
                        </m:r>
                      </m:e>
                      <m:sub>
                        <m:r>
                          <a:rPr lang="en-US" b="0" i="1" smtClean="0">
                            <a:latin typeface="Cambria Math" panose="02040503050406030204" pitchFamily="18" charset="0"/>
                            <a:cs typeface="Aban" pitchFamily="2" charset="-78"/>
                          </a:rPr>
                          <m:t>11</m:t>
                        </m:r>
                      </m:sub>
                    </m:sSub>
                    <m:r>
                      <a:rPr lang="en-US" b="0" i="1" smtClean="0">
                        <a:latin typeface="Cambria Math" panose="02040503050406030204" pitchFamily="18" charset="0"/>
                        <a:cs typeface="Aban" pitchFamily="2" charset="-78"/>
                      </a:rPr>
                      <m:t>&lt;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𝐷</m:t>
                        </m:r>
                      </m:e>
                      <m:sub>
                        <m:r>
                          <a:rPr lang="en-US" b="0" i="1" smtClean="0">
                            <a:latin typeface="Cambria Math" panose="02040503050406030204" pitchFamily="18" charset="0"/>
                            <a:cs typeface="Aban" pitchFamily="2" charset="-78"/>
                          </a:rPr>
                          <m:t>30</m:t>
                        </m:r>
                      </m:sub>
                    </m:sSub>
                  </m:oMath>
                </a14:m>
                <a:r>
                  <a:rPr lang="fa-IR" dirty="0">
                    <a:cs typeface="Aban" pitchFamily="2" charset="-78"/>
                  </a:rPr>
                  <a:t> و دکتر هیچوقت بیمار را در لیست قرار نمی‌دهد و بازی تمام می‌شود</a:t>
                </a:r>
              </a:p>
              <a:p>
                <a:pPr algn="just" rtl="1"/>
                <a:endParaRPr lang="fa-IR" dirty="0">
                  <a:cs typeface="Aban" pitchFamily="2" charset="-78"/>
                </a:endParaRPr>
              </a:p>
              <a:p>
                <a:pPr algn="just" rtl="1"/>
                <a:r>
                  <a:rPr lang="fa-IR" dirty="0">
                    <a:cs typeface="Aban" pitchFamily="2" charset="-78"/>
                  </a:rPr>
                  <a:t>در حالتی که </a:t>
                </a:r>
                <a14:m>
                  <m:oMath xmlns:m="http://schemas.openxmlformats.org/officeDocument/2006/math">
                    <m:r>
                      <a:rPr lang="en-US" b="0" i="1" smtClean="0">
                        <a:latin typeface="Cambria Math" panose="02040503050406030204" pitchFamily="18" charset="0"/>
                        <a:cs typeface="Aban" pitchFamily="2" charset="-78"/>
                      </a:rPr>
                      <m:t>𝛽</m:t>
                    </m:r>
                  </m:oMath>
                </a14:m>
                <a:r>
                  <a:rPr lang="fa-IR" dirty="0">
                    <a:cs typeface="Aban" pitchFamily="2" charset="-78"/>
                  </a:rPr>
                  <a:t> در بالاترین حالت باشد </a:t>
                </a:r>
                <a14:m>
                  <m:oMath xmlns:m="http://schemas.openxmlformats.org/officeDocument/2006/math">
                    <m:r>
                      <a:rPr lang="en-US" b="0" i="1" smtClean="0">
                        <a:latin typeface="Cambria Math" panose="02040503050406030204" pitchFamily="18" charset="0"/>
                        <a:cs typeface="Aban" pitchFamily="2" charset="-78"/>
                      </a:rPr>
                      <m:t>(</m:t>
                    </m:r>
                    <m:r>
                      <a:rPr lang="en-US" b="0" i="1" smtClean="0">
                        <a:latin typeface="Cambria Math" panose="02040503050406030204" pitchFamily="18" charset="0"/>
                        <a:cs typeface="Aban" pitchFamily="2" charset="-78"/>
                      </a:rPr>
                      <m:t>𝛽</m:t>
                    </m:r>
                    <m:r>
                      <a:rPr lang="en-US" b="0" i="1" smtClean="0">
                        <a:latin typeface="Cambria Math" panose="02040503050406030204" pitchFamily="18" charset="0"/>
                        <a:cs typeface="Aban" pitchFamily="2" charset="-78"/>
                      </a:rPr>
                      <m:t>&gt;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𝛽</m:t>
                        </m:r>
                      </m:e>
                      <m:sub>
                        <m:r>
                          <a:rPr lang="en-US" b="0" i="1" smtClean="0">
                            <a:latin typeface="Cambria Math" panose="02040503050406030204" pitchFamily="18" charset="0"/>
                            <a:cs typeface="Aban" pitchFamily="2" charset="-78"/>
                          </a:rPr>
                          <m:t>𝐶𝐶</m:t>
                        </m:r>
                      </m:sub>
                    </m:sSub>
                    <m:r>
                      <a:rPr lang="en-US" b="0" i="1" smtClean="0">
                        <a:latin typeface="Cambria Math" panose="02040503050406030204" pitchFamily="18" charset="0"/>
                        <a:cs typeface="Aban" pitchFamily="2" charset="-78"/>
                      </a:rPr>
                      <m:t>)</m:t>
                    </m:r>
                  </m:oMath>
                </a14:m>
                <a:r>
                  <a:rPr lang="fa-IR" dirty="0">
                    <a:cs typeface="Aban" pitchFamily="2" charset="-78"/>
                  </a:rPr>
                  <a:t> این دکتر را وادار می‌کند در همان ابتدا </a:t>
                </a:r>
                <a14:m>
                  <m:oMath xmlns:m="http://schemas.openxmlformats.org/officeDocument/2006/math">
                    <m:r>
                      <a:rPr lang="en-US" b="0" i="1" smtClean="0">
                        <a:latin typeface="Cambria Math" panose="02040503050406030204" pitchFamily="18" charset="0"/>
                        <a:cs typeface="Aban" pitchFamily="2" charset="-78"/>
                      </a:rPr>
                      <m:t>𝑁</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𝐶</m:t>
                        </m:r>
                      </m:e>
                      <m:sub>
                        <m:r>
                          <a:rPr lang="en-US" b="0" i="1" smtClean="0">
                            <a:latin typeface="Cambria Math" panose="02040503050406030204" pitchFamily="18" charset="0"/>
                            <a:cs typeface="Aban" pitchFamily="2" charset="-78"/>
                          </a:rPr>
                          <m:t>𝑑</m:t>
                        </m:r>
                      </m:sub>
                    </m:sSub>
                  </m:oMath>
                </a14:m>
                <a:r>
                  <a:rPr lang="fa-IR" dirty="0">
                    <a:cs typeface="Aban" pitchFamily="2" charset="-78"/>
                  </a:rPr>
                  <a:t> را انتخاب کند و بازی تمام می‌شود.</a:t>
                </a:r>
              </a:p>
              <a:p>
                <a:pPr algn="just" rtl="1"/>
                <a:endParaRPr lang="en-US" dirty="0">
                  <a:cs typeface="Aban" pitchFamily="2" charset="-78"/>
                </a:endParaRPr>
              </a:p>
            </p:txBody>
          </p:sp>
        </mc:Choice>
        <mc:Fallback>
          <p:sp>
            <p:nvSpPr>
              <p:cNvPr id="4" name="TextBox 3">
                <a:extLst>
                  <a:ext uri="{FF2B5EF4-FFF2-40B4-BE49-F238E27FC236}">
                    <a16:creationId xmlns:a16="http://schemas.microsoft.com/office/drawing/2014/main" id="{7954E01E-C4DB-4790-BB85-CAE156BD1938}"/>
                  </a:ext>
                </a:extLst>
              </p:cNvPr>
              <p:cNvSpPr txBox="1">
                <a:spLocks noRot="1" noChangeAspect="1" noMove="1" noResize="1" noEditPoints="1" noAdjustHandles="1" noChangeArrowheads="1" noChangeShapeType="1" noTextEdit="1"/>
              </p:cNvSpPr>
              <p:nvPr/>
            </p:nvSpPr>
            <p:spPr>
              <a:xfrm>
                <a:off x="578554" y="411884"/>
                <a:ext cx="8253008" cy="1600438"/>
              </a:xfrm>
              <a:prstGeom prst="rect">
                <a:avLst/>
              </a:prstGeom>
              <a:blipFill>
                <a:blip r:embed="rId3"/>
                <a:stretch>
                  <a:fillRect l="-739" t="-382" r="-222"/>
                </a:stretch>
              </a:blipFill>
            </p:spPr>
            <p:txBody>
              <a:bodyPr/>
              <a:lstStyle/>
              <a:p>
                <a:r>
                  <a:rPr lang="en-US">
                    <a:noFill/>
                  </a:rPr>
                  <a:t> </a:t>
                </a:r>
              </a:p>
            </p:txBody>
          </p:sp>
        </mc:Fallback>
      </mc:AlternateContent>
      <p:pic>
        <p:nvPicPr>
          <p:cNvPr id="42" name="Picture 41">
            <a:extLst>
              <a:ext uri="{FF2B5EF4-FFF2-40B4-BE49-F238E27FC236}">
                <a16:creationId xmlns:a16="http://schemas.microsoft.com/office/drawing/2014/main" id="{2702544F-D57E-4D51-97AE-CC3F2CB4DCAC}"/>
              </a:ext>
            </a:extLst>
          </p:cNvPr>
          <p:cNvPicPr>
            <a:picLocks noChangeAspect="1"/>
          </p:cNvPicPr>
          <p:nvPr/>
        </p:nvPicPr>
        <p:blipFill>
          <a:blip r:embed="rId4"/>
          <a:stretch>
            <a:fillRect/>
          </a:stretch>
        </p:blipFill>
        <p:spPr>
          <a:xfrm>
            <a:off x="1776355" y="2582340"/>
            <a:ext cx="5591289" cy="214927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softEdge rad="63500"/>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649907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04"/>
        <p:cNvGrpSpPr/>
        <p:nvPr/>
      </p:nvGrpSpPr>
      <p:grpSpPr>
        <a:xfrm>
          <a:off x="0" y="0"/>
          <a:ext cx="0" cy="0"/>
          <a:chOff x="0" y="0"/>
          <a:chExt cx="0" cy="0"/>
        </a:xfrm>
      </p:grpSpPr>
      <p:grpSp>
        <p:nvGrpSpPr>
          <p:cNvPr id="2906" name="Google Shape;2906;p108"/>
          <p:cNvGrpSpPr/>
          <p:nvPr/>
        </p:nvGrpSpPr>
        <p:grpSpPr>
          <a:xfrm>
            <a:off x="417435" y="237007"/>
            <a:ext cx="591604" cy="615737"/>
            <a:chOff x="5593285" y="1262634"/>
            <a:chExt cx="1852814" cy="1928398"/>
          </a:xfrm>
        </p:grpSpPr>
        <p:sp>
          <p:nvSpPr>
            <p:cNvPr id="2907" name="Google Shape;2907;p108"/>
            <p:cNvSpPr/>
            <p:nvPr/>
          </p:nvSpPr>
          <p:spPr>
            <a:xfrm rot="1799956">
              <a:off x="6377770" y="2014775"/>
              <a:ext cx="639880" cy="1089253"/>
            </a:xfrm>
            <a:custGeom>
              <a:avLst/>
              <a:gdLst/>
              <a:ahLst/>
              <a:cxnLst/>
              <a:rect l="l" t="t" r="r" b="b"/>
              <a:pathLst>
                <a:path w="18178" h="30944" extrusionOk="0">
                  <a:moveTo>
                    <a:pt x="18177" y="0"/>
                  </a:moveTo>
                  <a:lnTo>
                    <a:pt x="1" y="9818"/>
                  </a:lnTo>
                  <a:lnTo>
                    <a:pt x="1" y="30943"/>
                  </a:lnTo>
                  <a:lnTo>
                    <a:pt x="18177" y="20153"/>
                  </a:lnTo>
                  <a:lnTo>
                    <a:pt x="181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108"/>
            <p:cNvSpPr/>
            <p:nvPr/>
          </p:nvSpPr>
          <p:spPr>
            <a:xfrm rot="1799956">
              <a:off x="6065202" y="1533009"/>
              <a:ext cx="1280781" cy="743652"/>
            </a:xfrm>
            <a:custGeom>
              <a:avLst/>
              <a:gdLst/>
              <a:ahLst/>
              <a:cxnLst/>
              <a:rect l="l" t="t" r="r" b="b"/>
              <a:pathLst>
                <a:path w="36385" h="21126" extrusionOk="0">
                  <a:moveTo>
                    <a:pt x="18694" y="0"/>
                  </a:moveTo>
                  <a:lnTo>
                    <a:pt x="1" y="10821"/>
                  </a:lnTo>
                  <a:lnTo>
                    <a:pt x="18208" y="21125"/>
                  </a:lnTo>
                  <a:lnTo>
                    <a:pt x="36384" y="11307"/>
                  </a:lnTo>
                  <a:lnTo>
                    <a:pt x="18694" y="0"/>
                  </a:lnTo>
                  <a:close/>
                </a:path>
              </a:pathLst>
            </a:custGeom>
            <a:solidFill>
              <a:srgbClr val="84AF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108"/>
            <p:cNvSpPr/>
            <p:nvPr/>
          </p:nvSpPr>
          <p:spPr>
            <a:xfrm rot="1799956">
              <a:off x="5826936" y="1678634"/>
              <a:ext cx="640936" cy="1106361"/>
            </a:xfrm>
            <a:custGeom>
              <a:avLst/>
              <a:gdLst/>
              <a:ahLst/>
              <a:cxnLst/>
              <a:rect l="l" t="t" r="r" b="b"/>
              <a:pathLst>
                <a:path w="18208" h="31430" extrusionOk="0">
                  <a:moveTo>
                    <a:pt x="1" y="0"/>
                  </a:moveTo>
                  <a:lnTo>
                    <a:pt x="1" y="20639"/>
                  </a:lnTo>
                  <a:lnTo>
                    <a:pt x="18208" y="31429"/>
                  </a:lnTo>
                  <a:lnTo>
                    <a:pt x="18208" y="10304"/>
                  </a:lnTo>
                  <a:lnTo>
                    <a:pt x="1" y="0"/>
                  </a:lnTo>
                  <a:close/>
                </a:path>
              </a:pathLst>
            </a:custGeom>
            <a:solidFill>
              <a:srgbClr val="618C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108"/>
            <p:cNvSpPr/>
            <p:nvPr/>
          </p:nvSpPr>
          <p:spPr>
            <a:xfrm rot="1799956">
              <a:off x="6605689" y="2310697"/>
              <a:ext cx="77090" cy="139149"/>
            </a:xfrm>
            <a:custGeom>
              <a:avLst/>
              <a:gdLst/>
              <a:ahLst/>
              <a:cxnLst/>
              <a:rect l="l" t="t" r="r" b="b"/>
              <a:pathLst>
                <a:path w="2190" h="3953" extrusionOk="0">
                  <a:moveTo>
                    <a:pt x="244" y="1"/>
                  </a:moveTo>
                  <a:cubicBezTo>
                    <a:pt x="153" y="1"/>
                    <a:pt x="61" y="31"/>
                    <a:pt x="1" y="31"/>
                  </a:cubicBezTo>
                  <a:cubicBezTo>
                    <a:pt x="943" y="153"/>
                    <a:pt x="1703" y="973"/>
                    <a:pt x="1703" y="1976"/>
                  </a:cubicBezTo>
                  <a:cubicBezTo>
                    <a:pt x="1703" y="2979"/>
                    <a:pt x="943" y="3800"/>
                    <a:pt x="1" y="3922"/>
                  </a:cubicBezTo>
                  <a:cubicBezTo>
                    <a:pt x="61" y="3922"/>
                    <a:pt x="153" y="3952"/>
                    <a:pt x="244" y="3952"/>
                  </a:cubicBezTo>
                  <a:cubicBezTo>
                    <a:pt x="1308" y="3952"/>
                    <a:pt x="2189" y="3071"/>
                    <a:pt x="2189" y="1976"/>
                  </a:cubicBezTo>
                  <a:cubicBezTo>
                    <a:pt x="2189" y="882"/>
                    <a:pt x="130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108"/>
            <p:cNvSpPr/>
            <p:nvPr/>
          </p:nvSpPr>
          <p:spPr>
            <a:xfrm rot="1799956">
              <a:off x="6549921" y="2292252"/>
              <a:ext cx="120950" cy="136966"/>
            </a:xfrm>
            <a:custGeom>
              <a:avLst/>
              <a:gdLst/>
              <a:ahLst/>
              <a:cxnLst/>
              <a:rect l="l" t="t" r="r" b="b"/>
              <a:pathLst>
                <a:path w="3436" h="3891" extrusionOk="0">
                  <a:moveTo>
                    <a:pt x="1703" y="0"/>
                  </a:moveTo>
                  <a:cubicBezTo>
                    <a:pt x="761" y="0"/>
                    <a:pt x="1" y="882"/>
                    <a:pt x="1" y="1945"/>
                  </a:cubicBezTo>
                  <a:cubicBezTo>
                    <a:pt x="1" y="3009"/>
                    <a:pt x="761" y="3891"/>
                    <a:pt x="1703" y="3891"/>
                  </a:cubicBezTo>
                  <a:cubicBezTo>
                    <a:pt x="2676" y="3891"/>
                    <a:pt x="3436" y="3009"/>
                    <a:pt x="3436" y="1945"/>
                  </a:cubicBezTo>
                  <a:cubicBezTo>
                    <a:pt x="3436" y="882"/>
                    <a:pt x="2676" y="0"/>
                    <a:pt x="170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108"/>
            <p:cNvSpPr/>
            <p:nvPr/>
          </p:nvSpPr>
          <p:spPr>
            <a:xfrm rot="1799956">
              <a:off x="6442560" y="2687541"/>
              <a:ext cx="78146" cy="139114"/>
            </a:xfrm>
            <a:custGeom>
              <a:avLst/>
              <a:gdLst/>
              <a:ahLst/>
              <a:cxnLst/>
              <a:rect l="l" t="t" r="r" b="b"/>
              <a:pathLst>
                <a:path w="2220" h="3952" extrusionOk="0">
                  <a:moveTo>
                    <a:pt x="244" y="0"/>
                  </a:moveTo>
                  <a:cubicBezTo>
                    <a:pt x="183" y="0"/>
                    <a:pt x="92" y="31"/>
                    <a:pt x="1" y="31"/>
                  </a:cubicBezTo>
                  <a:cubicBezTo>
                    <a:pt x="974" y="152"/>
                    <a:pt x="1734" y="973"/>
                    <a:pt x="1734" y="1976"/>
                  </a:cubicBezTo>
                  <a:cubicBezTo>
                    <a:pt x="1734" y="2979"/>
                    <a:pt x="974" y="3800"/>
                    <a:pt x="1" y="3921"/>
                  </a:cubicBezTo>
                  <a:cubicBezTo>
                    <a:pt x="92" y="3921"/>
                    <a:pt x="183" y="3952"/>
                    <a:pt x="244" y="3952"/>
                  </a:cubicBezTo>
                  <a:cubicBezTo>
                    <a:pt x="1338" y="3952"/>
                    <a:pt x="2220" y="3070"/>
                    <a:pt x="2220" y="1976"/>
                  </a:cubicBezTo>
                  <a:cubicBezTo>
                    <a:pt x="2220" y="882"/>
                    <a:pt x="1338" y="0"/>
                    <a:pt x="24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108"/>
            <p:cNvSpPr/>
            <p:nvPr/>
          </p:nvSpPr>
          <p:spPr>
            <a:xfrm rot="1799956">
              <a:off x="6387808" y="2669343"/>
              <a:ext cx="120950" cy="137001"/>
            </a:xfrm>
            <a:custGeom>
              <a:avLst/>
              <a:gdLst/>
              <a:ahLst/>
              <a:cxnLst/>
              <a:rect l="l" t="t" r="r" b="b"/>
              <a:pathLst>
                <a:path w="3436" h="3892" extrusionOk="0">
                  <a:moveTo>
                    <a:pt x="1703" y="1"/>
                  </a:moveTo>
                  <a:cubicBezTo>
                    <a:pt x="761" y="1"/>
                    <a:pt x="1" y="882"/>
                    <a:pt x="1" y="1946"/>
                  </a:cubicBezTo>
                  <a:cubicBezTo>
                    <a:pt x="1" y="3010"/>
                    <a:pt x="761" y="3891"/>
                    <a:pt x="1703" y="3891"/>
                  </a:cubicBezTo>
                  <a:cubicBezTo>
                    <a:pt x="2676" y="3891"/>
                    <a:pt x="3436" y="3010"/>
                    <a:pt x="3436" y="1946"/>
                  </a:cubicBezTo>
                  <a:cubicBezTo>
                    <a:pt x="3436" y="882"/>
                    <a:pt x="2676" y="1"/>
                    <a:pt x="170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108"/>
            <p:cNvSpPr/>
            <p:nvPr/>
          </p:nvSpPr>
          <p:spPr>
            <a:xfrm rot="1799956">
              <a:off x="6923881" y="2314455"/>
              <a:ext cx="122006" cy="137001"/>
            </a:xfrm>
            <a:custGeom>
              <a:avLst/>
              <a:gdLst/>
              <a:ahLst/>
              <a:cxnLst/>
              <a:rect l="l" t="t" r="r" b="b"/>
              <a:pathLst>
                <a:path w="3466" h="3892" extrusionOk="0">
                  <a:moveTo>
                    <a:pt x="1733" y="1"/>
                  </a:moveTo>
                  <a:cubicBezTo>
                    <a:pt x="791" y="1"/>
                    <a:pt x="1" y="882"/>
                    <a:pt x="1" y="1946"/>
                  </a:cubicBezTo>
                  <a:cubicBezTo>
                    <a:pt x="1" y="3040"/>
                    <a:pt x="791" y="3892"/>
                    <a:pt x="1733" y="3892"/>
                  </a:cubicBezTo>
                  <a:cubicBezTo>
                    <a:pt x="2676" y="3892"/>
                    <a:pt x="3466" y="3040"/>
                    <a:pt x="3466" y="1946"/>
                  </a:cubicBezTo>
                  <a:cubicBezTo>
                    <a:pt x="3466" y="882"/>
                    <a:pt x="2676"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108"/>
            <p:cNvSpPr/>
            <p:nvPr/>
          </p:nvSpPr>
          <p:spPr>
            <a:xfrm rot="1799956">
              <a:off x="5913516" y="2179727"/>
              <a:ext cx="83496" cy="138550"/>
            </a:xfrm>
            <a:custGeom>
              <a:avLst/>
              <a:gdLst/>
              <a:ahLst/>
              <a:cxnLst/>
              <a:rect l="l" t="t" r="r" b="b"/>
              <a:pathLst>
                <a:path w="2372" h="3936" extrusionOk="0">
                  <a:moveTo>
                    <a:pt x="301" y="0"/>
                  </a:moveTo>
                  <a:cubicBezTo>
                    <a:pt x="282" y="0"/>
                    <a:pt x="263" y="1"/>
                    <a:pt x="244" y="1"/>
                  </a:cubicBezTo>
                  <a:cubicBezTo>
                    <a:pt x="152" y="31"/>
                    <a:pt x="61" y="31"/>
                    <a:pt x="0" y="62"/>
                  </a:cubicBezTo>
                  <a:cubicBezTo>
                    <a:pt x="973" y="123"/>
                    <a:pt x="1763" y="883"/>
                    <a:pt x="1824" y="1886"/>
                  </a:cubicBezTo>
                  <a:cubicBezTo>
                    <a:pt x="1855" y="2889"/>
                    <a:pt x="1155" y="3740"/>
                    <a:pt x="213" y="3922"/>
                  </a:cubicBezTo>
                  <a:cubicBezTo>
                    <a:pt x="254" y="3922"/>
                    <a:pt x="308" y="3936"/>
                    <a:pt x="366" y="3936"/>
                  </a:cubicBezTo>
                  <a:cubicBezTo>
                    <a:pt x="396" y="3936"/>
                    <a:pt x="426" y="3932"/>
                    <a:pt x="456" y="3922"/>
                  </a:cubicBezTo>
                  <a:cubicBezTo>
                    <a:pt x="1520" y="3892"/>
                    <a:pt x="2371" y="2949"/>
                    <a:pt x="2310" y="1855"/>
                  </a:cubicBezTo>
                  <a:cubicBezTo>
                    <a:pt x="2251" y="810"/>
                    <a:pt x="1341"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108"/>
            <p:cNvSpPr/>
            <p:nvPr/>
          </p:nvSpPr>
          <p:spPr>
            <a:xfrm rot="1799956">
              <a:off x="5858415" y="2162128"/>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7" y="3867"/>
                  </a:cubicBezTo>
                  <a:cubicBezTo>
                    <a:pt x="1819" y="3867"/>
                    <a:pt x="1852" y="3866"/>
                    <a:pt x="1885" y="3864"/>
                  </a:cubicBezTo>
                  <a:cubicBezTo>
                    <a:pt x="2827" y="3834"/>
                    <a:pt x="3557"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108"/>
            <p:cNvSpPr/>
            <p:nvPr/>
          </p:nvSpPr>
          <p:spPr>
            <a:xfrm rot="1799956">
              <a:off x="6026175" y="2006187"/>
              <a:ext cx="83496" cy="138163"/>
            </a:xfrm>
            <a:custGeom>
              <a:avLst/>
              <a:gdLst/>
              <a:ahLst/>
              <a:cxnLst/>
              <a:rect l="l" t="t" r="r" b="b"/>
              <a:pathLst>
                <a:path w="2372" h="3925" extrusionOk="0">
                  <a:moveTo>
                    <a:pt x="357" y="1"/>
                  </a:moveTo>
                  <a:cubicBezTo>
                    <a:pt x="320" y="1"/>
                    <a:pt x="282" y="2"/>
                    <a:pt x="244" y="4"/>
                  </a:cubicBezTo>
                  <a:cubicBezTo>
                    <a:pt x="152" y="4"/>
                    <a:pt x="92" y="34"/>
                    <a:pt x="0" y="34"/>
                  </a:cubicBezTo>
                  <a:cubicBezTo>
                    <a:pt x="973" y="95"/>
                    <a:pt x="1763" y="885"/>
                    <a:pt x="1824" y="1888"/>
                  </a:cubicBezTo>
                  <a:cubicBezTo>
                    <a:pt x="1885" y="2861"/>
                    <a:pt x="1186" y="3742"/>
                    <a:pt x="213" y="3894"/>
                  </a:cubicBezTo>
                  <a:cubicBezTo>
                    <a:pt x="304" y="3925"/>
                    <a:pt x="365" y="3925"/>
                    <a:pt x="456" y="3925"/>
                  </a:cubicBezTo>
                  <a:cubicBezTo>
                    <a:pt x="1551" y="3864"/>
                    <a:pt x="2371" y="2922"/>
                    <a:pt x="2310" y="1858"/>
                  </a:cubicBezTo>
                  <a:cubicBezTo>
                    <a:pt x="2252" y="802"/>
                    <a:pt x="1400" y="1"/>
                    <a:pt x="357"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108"/>
            <p:cNvSpPr/>
            <p:nvPr/>
          </p:nvSpPr>
          <p:spPr>
            <a:xfrm rot="1799956">
              <a:off x="5972129" y="1988203"/>
              <a:ext cx="125209" cy="137107"/>
            </a:xfrm>
            <a:custGeom>
              <a:avLst/>
              <a:gdLst/>
              <a:ahLst/>
              <a:cxnLst/>
              <a:rect l="l" t="t" r="r" b="b"/>
              <a:pathLst>
                <a:path w="3557" h="3895" extrusionOk="0">
                  <a:moveTo>
                    <a:pt x="1767" y="0"/>
                  </a:moveTo>
                  <a:cubicBezTo>
                    <a:pt x="1736" y="0"/>
                    <a:pt x="1704" y="1"/>
                    <a:pt x="1672" y="3"/>
                  </a:cubicBezTo>
                  <a:cubicBezTo>
                    <a:pt x="700" y="64"/>
                    <a:pt x="1" y="976"/>
                    <a:pt x="61" y="2040"/>
                  </a:cubicBezTo>
                  <a:cubicBezTo>
                    <a:pt x="121" y="3084"/>
                    <a:pt x="884" y="3895"/>
                    <a:pt x="1833" y="3895"/>
                  </a:cubicBezTo>
                  <a:cubicBezTo>
                    <a:pt x="1850" y="3895"/>
                    <a:pt x="1868" y="3894"/>
                    <a:pt x="1885" y="3894"/>
                  </a:cubicBezTo>
                  <a:cubicBezTo>
                    <a:pt x="2827" y="3833"/>
                    <a:pt x="3557" y="2921"/>
                    <a:pt x="3496" y="1857"/>
                  </a:cubicBezTo>
                  <a:cubicBezTo>
                    <a:pt x="3437" y="829"/>
                    <a:pt x="2669" y="0"/>
                    <a:pt x="1767"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108"/>
            <p:cNvSpPr/>
            <p:nvPr/>
          </p:nvSpPr>
          <p:spPr>
            <a:xfrm rot="1799956">
              <a:off x="6133528" y="1828513"/>
              <a:ext cx="83496" cy="138656"/>
            </a:xfrm>
            <a:custGeom>
              <a:avLst/>
              <a:gdLst/>
              <a:ahLst/>
              <a:cxnLst/>
              <a:rect l="l" t="t" r="r" b="b"/>
              <a:pathLst>
                <a:path w="2372" h="3939" extrusionOk="0">
                  <a:moveTo>
                    <a:pt x="354" y="1"/>
                  </a:moveTo>
                  <a:cubicBezTo>
                    <a:pt x="318" y="1"/>
                    <a:pt x="281" y="2"/>
                    <a:pt x="244" y="4"/>
                  </a:cubicBezTo>
                  <a:cubicBezTo>
                    <a:pt x="153" y="4"/>
                    <a:pt x="92" y="34"/>
                    <a:pt x="1" y="65"/>
                  </a:cubicBezTo>
                  <a:cubicBezTo>
                    <a:pt x="974" y="126"/>
                    <a:pt x="1764" y="885"/>
                    <a:pt x="1825" y="1889"/>
                  </a:cubicBezTo>
                  <a:cubicBezTo>
                    <a:pt x="1885" y="2892"/>
                    <a:pt x="1186" y="3743"/>
                    <a:pt x="214" y="3925"/>
                  </a:cubicBezTo>
                  <a:cubicBezTo>
                    <a:pt x="275" y="3925"/>
                    <a:pt x="335" y="3939"/>
                    <a:pt x="387" y="3939"/>
                  </a:cubicBezTo>
                  <a:cubicBezTo>
                    <a:pt x="413" y="3939"/>
                    <a:pt x="437" y="3935"/>
                    <a:pt x="457" y="3925"/>
                  </a:cubicBezTo>
                  <a:cubicBezTo>
                    <a:pt x="1551" y="3864"/>
                    <a:pt x="2372" y="2952"/>
                    <a:pt x="2311" y="1858"/>
                  </a:cubicBezTo>
                  <a:cubicBezTo>
                    <a:pt x="2252" y="830"/>
                    <a:pt x="1399" y="1"/>
                    <a:pt x="3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108"/>
            <p:cNvSpPr/>
            <p:nvPr/>
          </p:nvSpPr>
          <p:spPr>
            <a:xfrm rot="1799956">
              <a:off x="6079344" y="1811559"/>
              <a:ext cx="125209" cy="136157"/>
            </a:xfrm>
            <a:custGeom>
              <a:avLst/>
              <a:gdLst/>
              <a:ahLst/>
              <a:cxnLst/>
              <a:rect l="l" t="t" r="r" b="b"/>
              <a:pathLst>
                <a:path w="3557" h="3868" extrusionOk="0">
                  <a:moveTo>
                    <a:pt x="1770" y="1"/>
                  </a:moveTo>
                  <a:cubicBezTo>
                    <a:pt x="1738" y="1"/>
                    <a:pt x="1705" y="2"/>
                    <a:pt x="1672" y="4"/>
                  </a:cubicBezTo>
                  <a:cubicBezTo>
                    <a:pt x="730" y="34"/>
                    <a:pt x="0" y="946"/>
                    <a:pt x="61" y="2040"/>
                  </a:cubicBezTo>
                  <a:cubicBezTo>
                    <a:pt x="120" y="3067"/>
                    <a:pt x="886" y="3867"/>
                    <a:pt x="1786" y="3867"/>
                  </a:cubicBezTo>
                  <a:cubicBezTo>
                    <a:pt x="1819" y="3867"/>
                    <a:pt x="1852" y="3866"/>
                    <a:pt x="1885" y="3864"/>
                  </a:cubicBezTo>
                  <a:cubicBezTo>
                    <a:pt x="2827" y="3834"/>
                    <a:pt x="3556" y="2922"/>
                    <a:pt x="3496" y="1828"/>
                  </a:cubicBezTo>
                  <a:cubicBezTo>
                    <a:pt x="3437" y="801"/>
                    <a:pt x="2671" y="1"/>
                    <a:pt x="177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108"/>
            <p:cNvSpPr/>
            <p:nvPr/>
          </p:nvSpPr>
          <p:spPr>
            <a:xfrm rot="1799956">
              <a:off x="6105082" y="2510591"/>
              <a:ext cx="80258" cy="139149"/>
            </a:xfrm>
            <a:custGeom>
              <a:avLst/>
              <a:gdLst/>
              <a:ahLst/>
              <a:cxnLst/>
              <a:rect l="l" t="t" r="r" b="b"/>
              <a:pathLst>
                <a:path w="2280" h="3953" extrusionOk="0">
                  <a:moveTo>
                    <a:pt x="300" y="0"/>
                  </a:moveTo>
                  <a:cubicBezTo>
                    <a:pt x="281" y="0"/>
                    <a:pt x="262" y="0"/>
                    <a:pt x="243" y="1"/>
                  </a:cubicBezTo>
                  <a:cubicBezTo>
                    <a:pt x="152" y="1"/>
                    <a:pt x="91" y="31"/>
                    <a:pt x="0" y="31"/>
                  </a:cubicBezTo>
                  <a:cubicBezTo>
                    <a:pt x="973" y="122"/>
                    <a:pt x="1733" y="943"/>
                    <a:pt x="1763" y="1916"/>
                  </a:cubicBezTo>
                  <a:cubicBezTo>
                    <a:pt x="1793" y="2919"/>
                    <a:pt x="1064" y="3770"/>
                    <a:pt x="91" y="3922"/>
                  </a:cubicBezTo>
                  <a:cubicBezTo>
                    <a:pt x="182" y="3922"/>
                    <a:pt x="274" y="3952"/>
                    <a:pt x="365" y="3952"/>
                  </a:cubicBezTo>
                  <a:cubicBezTo>
                    <a:pt x="1429" y="3922"/>
                    <a:pt x="2280" y="3010"/>
                    <a:pt x="2249" y="1916"/>
                  </a:cubicBezTo>
                  <a:cubicBezTo>
                    <a:pt x="2220" y="841"/>
                    <a:pt x="1368" y="0"/>
                    <a:pt x="300"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108"/>
            <p:cNvSpPr/>
            <p:nvPr/>
          </p:nvSpPr>
          <p:spPr>
            <a:xfrm rot="1799956">
              <a:off x="6050226" y="2492648"/>
              <a:ext cx="124153" cy="137037"/>
            </a:xfrm>
            <a:custGeom>
              <a:avLst/>
              <a:gdLst/>
              <a:ahLst/>
              <a:cxnLst/>
              <a:rect l="l" t="t" r="r" b="b"/>
              <a:pathLst>
                <a:path w="3527" h="3893" extrusionOk="0">
                  <a:moveTo>
                    <a:pt x="1752" y="0"/>
                  </a:moveTo>
                  <a:cubicBezTo>
                    <a:pt x="1736" y="0"/>
                    <a:pt x="1719" y="1"/>
                    <a:pt x="1703" y="1"/>
                  </a:cubicBezTo>
                  <a:cubicBezTo>
                    <a:pt x="761" y="32"/>
                    <a:pt x="1" y="913"/>
                    <a:pt x="31" y="2007"/>
                  </a:cubicBezTo>
                  <a:cubicBezTo>
                    <a:pt x="61" y="3053"/>
                    <a:pt x="854" y="3893"/>
                    <a:pt x="1776" y="3893"/>
                  </a:cubicBezTo>
                  <a:cubicBezTo>
                    <a:pt x="1792" y="3893"/>
                    <a:pt x="1808" y="3892"/>
                    <a:pt x="1825" y="3892"/>
                  </a:cubicBezTo>
                  <a:cubicBezTo>
                    <a:pt x="2767" y="3862"/>
                    <a:pt x="3527" y="2980"/>
                    <a:pt x="3496" y="1886"/>
                  </a:cubicBezTo>
                  <a:cubicBezTo>
                    <a:pt x="3467" y="840"/>
                    <a:pt x="2674" y="0"/>
                    <a:pt x="1752"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108"/>
            <p:cNvSpPr/>
            <p:nvPr/>
          </p:nvSpPr>
          <p:spPr>
            <a:xfrm rot="1799956">
              <a:off x="6222434" y="2340105"/>
              <a:ext cx="81349" cy="138093"/>
            </a:xfrm>
            <a:custGeom>
              <a:avLst/>
              <a:gdLst/>
              <a:ahLst/>
              <a:cxnLst/>
              <a:rect l="l" t="t" r="r" b="b"/>
              <a:pathLst>
                <a:path w="2311" h="3923" extrusionOk="0">
                  <a:moveTo>
                    <a:pt x="300" y="1"/>
                  </a:moveTo>
                  <a:cubicBezTo>
                    <a:pt x="281" y="1"/>
                    <a:pt x="262" y="1"/>
                    <a:pt x="243" y="2"/>
                  </a:cubicBezTo>
                  <a:cubicBezTo>
                    <a:pt x="152" y="2"/>
                    <a:pt x="91" y="32"/>
                    <a:pt x="0" y="32"/>
                  </a:cubicBezTo>
                  <a:cubicBezTo>
                    <a:pt x="973" y="123"/>
                    <a:pt x="1763" y="913"/>
                    <a:pt x="1793" y="1916"/>
                  </a:cubicBezTo>
                  <a:cubicBezTo>
                    <a:pt x="1824" y="2920"/>
                    <a:pt x="1094" y="3771"/>
                    <a:pt x="122" y="3923"/>
                  </a:cubicBezTo>
                  <a:lnTo>
                    <a:pt x="365" y="3923"/>
                  </a:lnTo>
                  <a:cubicBezTo>
                    <a:pt x="1459" y="3892"/>
                    <a:pt x="2310" y="2980"/>
                    <a:pt x="2280" y="1916"/>
                  </a:cubicBezTo>
                  <a:cubicBezTo>
                    <a:pt x="2250" y="841"/>
                    <a:pt x="1369" y="1"/>
                    <a:pt x="300"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108"/>
            <p:cNvSpPr/>
            <p:nvPr/>
          </p:nvSpPr>
          <p:spPr>
            <a:xfrm rot="1799956">
              <a:off x="6168660" y="2322194"/>
              <a:ext cx="123062" cy="135945"/>
            </a:xfrm>
            <a:custGeom>
              <a:avLst/>
              <a:gdLst/>
              <a:ahLst/>
              <a:cxnLst/>
              <a:rect l="l" t="t" r="r" b="b"/>
              <a:pathLst>
                <a:path w="3496" h="3862" extrusionOk="0">
                  <a:moveTo>
                    <a:pt x="1723" y="0"/>
                  </a:moveTo>
                  <a:cubicBezTo>
                    <a:pt x="1706" y="0"/>
                    <a:pt x="1689" y="0"/>
                    <a:pt x="1672" y="1"/>
                  </a:cubicBezTo>
                  <a:cubicBezTo>
                    <a:pt x="730" y="31"/>
                    <a:pt x="0" y="913"/>
                    <a:pt x="31" y="1977"/>
                  </a:cubicBezTo>
                  <a:cubicBezTo>
                    <a:pt x="61" y="3022"/>
                    <a:pt x="824" y="3862"/>
                    <a:pt x="1745" y="3862"/>
                  </a:cubicBezTo>
                  <a:cubicBezTo>
                    <a:pt x="1761" y="3862"/>
                    <a:pt x="1777" y="3862"/>
                    <a:pt x="1794" y="3861"/>
                  </a:cubicBezTo>
                  <a:cubicBezTo>
                    <a:pt x="2736" y="3831"/>
                    <a:pt x="3496" y="2949"/>
                    <a:pt x="3465" y="1885"/>
                  </a:cubicBezTo>
                  <a:cubicBezTo>
                    <a:pt x="3436" y="840"/>
                    <a:pt x="2672" y="0"/>
                    <a:pt x="172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108"/>
            <p:cNvSpPr/>
            <p:nvPr/>
          </p:nvSpPr>
          <p:spPr>
            <a:xfrm rot="1799956">
              <a:off x="6333998" y="2166084"/>
              <a:ext cx="81349" cy="138093"/>
            </a:xfrm>
            <a:custGeom>
              <a:avLst/>
              <a:gdLst/>
              <a:ahLst/>
              <a:cxnLst/>
              <a:rect l="l" t="t" r="r" b="b"/>
              <a:pathLst>
                <a:path w="2311" h="3923" extrusionOk="0">
                  <a:moveTo>
                    <a:pt x="301" y="0"/>
                  </a:moveTo>
                  <a:cubicBezTo>
                    <a:pt x="282" y="0"/>
                    <a:pt x="263" y="1"/>
                    <a:pt x="244" y="1"/>
                  </a:cubicBezTo>
                  <a:cubicBezTo>
                    <a:pt x="183" y="1"/>
                    <a:pt x="92" y="1"/>
                    <a:pt x="1" y="32"/>
                  </a:cubicBezTo>
                  <a:cubicBezTo>
                    <a:pt x="973" y="123"/>
                    <a:pt x="1764" y="913"/>
                    <a:pt x="1794" y="1916"/>
                  </a:cubicBezTo>
                  <a:cubicBezTo>
                    <a:pt x="1824" y="2919"/>
                    <a:pt x="1095" y="3740"/>
                    <a:pt x="122" y="3892"/>
                  </a:cubicBezTo>
                  <a:cubicBezTo>
                    <a:pt x="213" y="3922"/>
                    <a:pt x="274" y="3922"/>
                    <a:pt x="365" y="3922"/>
                  </a:cubicBezTo>
                  <a:cubicBezTo>
                    <a:pt x="1460" y="3892"/>
                    <a:pt x="2311" y="2980"/>
                    <a:pt x="2280" y="1916"/>
                  </a:cubicBezTo>
                  <a:cubicBezTo>
                    <a:pt x="2250" y="841"/>
                    <a:pt x="1369" y="0"/>
                    <a:pt x="30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108"/>
            <p:cNvSpPr/>
            <p:nvPr/>
          </p:nvSpPr>
          <p:spPr>
            <a:xfrm rot="1799956">
              <a:off x="6280230" y="2148150"/>
              <a:ext cx="123097" cy="135981"/>
            </a:xfrm>
            <a:custGeom>
              <a:avLst/>
              <a:gdLst/>
              <a:ahLst/>
              <a:cxnLst/>
              <a:rect l="l" t="t" r="r" b="b"/>
              <a:pathLst>
                <a:path w="3497" h="3863" extrusionOk="0">
                  <a:moveTo>
                    <a:pt x="1754" y="1"/>
                  </a:moveTo>
                  <a:cubicBezTo>
                    <a:pt x="1737" y="1"/>
                    <a:pt x="1720" y="1"/>
                    <a:pt x="1703" y="2"/>
                  </a:cubicBezTo>
                  <a:cubicBezTo>
                    <a:pt x="730" y="2"/>
                    <a:pt x="1" y="913"/>
                    <a:pt x="31" y="1977"/>
                  </a:cubicBezTo>
                  <a:cubicBezTo>
                    <a:pt x="61" y="3023"/>
                    <a:pt x="825" y="3863"/>
                    <a:pt x="1745" y="3863"/>
                  </a:cubicBezTo>
                  <a:cubicBezTo>
                    <a:pt x="1762" y="3863"/>
                    <a:pt x="1778" y="3862"/>
                    <a:pt x="1794" y="3862"/>
                  </a:cubicBezTo>
                  <a:cubicBezTo>
                    <a:pt x="2767" y="3831"/>
                    <a:pt x="3496" y="2950"/>
                    <a:pt x="3466" y="1886"/>
                  </a:cubicBezTo>
                  <a:cubicBezTo>
                    <a:pt x="3436" y="812"/>
                    <a:pt x="2673" y="1"/>
                    <a:pt x="175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108"/>
            <p:cNvSpPr/>
            <p:nvPr/>
          </p:nvSpPr>
          <p:spPr>
            <a:xfrm rot="1799956">
              <a:off x="7043305" y="2079862"/>
              <a:ext cx="93106" cy="137705"/>
            </a:xfrm>
            <a:custGeom>
              <a:avLst/>
              <a:gdLst/>
              <a:ahLst/>
              <a:cxnLst/>
              <a:rect l="l" t="t" r="r" b="b"/>
              <a:pathLst>
                <a:path w="2645" h="3912" extrusionOk="0">
                  <a:moveTo>
                    <a:pt x="578" y="0"/>
                  </a:moveTo>
                  <a:cubicBezTo>
                    <a:pt x="1520" y="244"/>
                    <a:pt x="2128" y="1186"/>
                    <a:pt x="2007" y="2158"/>
                  </a:cubicBezTo>
                  <a:cubicBezTo>
                    <a:pt x="1858" y="3140"/>
                    <a:pt x="1010" y="3831"/>
                    <a:pt x="62" y="3831"/>
                  </a:cubicBezTo>
                  <a:cubicBezTo>
                    <a:pt x="41" y="3831"/>
                    <a:pt x="21" y="3831"/>
                    <a:pt x="0" y="3830"/>
                  </a:cubicBezTo>
                  <a:lnTo>
                    <a:pt x="0" y="3830"/>
                  </a:lnTo>
                  <a:cubicBezTo>
                    <a:pt x="92" y="3861"/>
                    <a:pt x="152" y="3891"/>
                    <a:pt x="244" y="3891"/>
                  </a:cubicBezTo>
                  <a:cubicBezTo>
                    <a:pt x="341" y="3904"/>
                    <a:pt x="437" y="3911"/>
                    <a:pt x="531" y="3911"/>
                  </a:cubicBezTo>
                  <a:cubicBezTo>
                    <a:pt x="1504" y="3911"/>
                    <a:pt x="2327" y="3219"/>
                    <a:pt x="2493" y="2250"/>
                  </a:cubicBezTo>
                  <a:cubicBezTo>
                    <a:pt x="2645" y="1155"/>
                    <a:pt x="1885" y="152"/>
                    <a:pt x="821"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108"/>
            <p:cNvSpPr/>
            <p:nvPr/>
          </p:nvSpPr>
          <p:spPr>
            <a:xfrm rot="1799956">
              <a:off x="6993310" y="2060930"/>
              <a:ext cx="130595" cy="136192"/>
            </a:xfrm>
            <a:custGeom>
              <a:avLst/>
              <a:gdLst/>
              <a:ahLst/>
              <a:cxnLst/>
              <a:rect l="l" t="t" r="r" b="b"/>
              <a:pathLst>
                <a:path w="3710" h="3869" extrusionOk="0">
                  <a:moveTo>
                    <a:pt x="1918" y="0"/>
                  </a:moveTo>
                  <a:cubicBezTo>
                    <a:pt x="1066" y="0"/>
                    <a:pt x="292" y="719"/>
                    <a:pt x="153" y="1691"/>
                  </a:cubicBezTo>
                  <a:cubicBezTo>
                    <a:pt x="1" y="2755"/>
                    <a:pt x="639" y="3728"/>
                    <a:pt x="1581" y="3849"/>
                  </a:cubicBezTo>
                  <a:cubicBezTo>
                    <a:pt x="1662" y="3862"/>
                    <a:pt x="1743" y="3869"/>
                    <a:pt x="1822" y="3869"/>
                  </a:cubicBezTo>
                  <a:cubicBezTo>
                    <a:pt x="2670" y="3869"/>
                    <a:pt x="3418" y="3150"/>
                    <a:pt x="3557" y="2177"/>
                  </a:cubicBezTo>
                  <a:cubicBezTo>
                    <a:pt x="3709" y="1114"/>
                    <a:pt x="3101" y="141"/>
                    <a:pt x="2159" y="19"/>
                  </a:cubicBezTo>
                  <a:cubicBezTo>
                    <a:pt x="2078" y="6"/>
                    <a:pt x="1998" y="0"/>
                    <a:pt x="191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108"/>
            <p:cNvSpPr/>
            <p:nvPr/>
          </p:nvSpPr>
          <p:spPr>
            <a:xfrm rot="1799956">
              <a:off x="6578787" y="2060069"/>
              <a:ext cx="93106" cy="138761"/>
            </a:xfrm>
            <a:custGeom>
              <a:avLst/>
              <a:gdLst/>
              <a:ahLst/>
              <a:cxnLst/>
              <a:rect l="l" t="t" r="r" b="b"/>
              <a:pathLst>
                <a:path w="2645" h="3942" extrusionOk="0">
                  <a:moveTo>
                    <a:pt x="578" y="1"/>
                  </a:moveTo>
                  <a:cubicBezTo>
                    <a:pt x="1520" y="274"/>
                    <a:pt x="2128" y="1186"/>
                    <a:pt x="2006" y="2189"/>
                  </a:cubicBezTo>
                  <a:cubicBezTo>
                    <a:pt x="1854" y="3162"/>
                    <a:pt x="973" y="3861"/>
                    <a:pt x="0" y="3861"/>
                  </a:cubicBezTo>
                  <a:cubicBezTo>
                    <a:pt x="91" y="3861"/>
                    <a:pt x="152" y="3892"/>
                    <a:pt x="243" y="3922"/>
                  </a:cubicBezTo>
                  <a:cubicBezTo>
                    <a:pt x="337" y="3935"/>
                    <a:pt x="430" y="3941"/>
                    <a:pt x="522" y="3941"/>
                  </a:cubicBezTo>
                  <a:cubicBezTo>
                    <a:pt x="1499" y="3941"/>
                    <a:pt x="2326" y="3223"/>
                    <a:pt x="2493" y="2250"/>
                  </a:cubicBezTo>
                  <a:cubicBezTo>
                    <a:pt x="2645" y="1186"/>
                    <a:pt x="1885" y="183"/>
                    <a:pt x="821" y="31"/>
                  </a:cubicBezTo>
                  <a:cubicBezTo>
                    <a:pt x="730" y="1"/>
                    <a:pt x="669" y="1"/>
                    <a:pt x="578"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108"/>
            <p:cNvSpPr/>
            <p:nvPr/>
          </p:nvSpPr>
          <p:spPr>
            <a:xfrm rot="1799956">
              <a:off x="6528794" y="2041340"/>
              <a:ext cx="130560" cy="136825"/>
            </a:xfrm>
            <a:custGeom>
              <a:avLst/>
              <a:gdLst/>
              <a:ahLst/>
              <a:cxnLst/>
              <a:rect l="l" t="t" r="r" b="b"/>
              <a:pathLst>
                <a:path w="3709" h="3887" extrusionOk="0">
                  <a:moveTo>
                    <a:pt x="1953" y="1"/>
                  </a:moveTo>
                  <a:cubicBezTo>
                    <a:pt x="1087" y="1"/>
                    <a:pt x="293" y="700"/>
                    <a:pt x="153" y="1686"/>
                  </a:cubicBezTo>
                  <a:cubicBezTo>
                    <a:pt x="1" y="2749"/>
                    <a:pt x="639" y="3722"/>
                    <a:pt x="1581" y="3874"/>
                  </a:cubicBezTo>
                  <a:cubicBezTo>
                    <a:pt x="1648" y="3883"/>
                    <a:pt x="1714" y="3887"/>
                    <a:pt x="1780" y="3887"/>
                  </a:cubicBezTo>
                  <a:cubicBezTo>
                    <a:pt x="2644" y="3887"/>
                    <a:pt x="3416" y="3163"/>
                    <a:pt x="3557" y="2202"/>
                  </a:cubicBezTo>
                  <a:cubicBezTo>
                    <a:pt x="3709" y="1139"/>
                    <a:pt x="3101" y="166"/>
                    <a:pt x="2159" y="14"/>
                  </a:cubicBezTo>
                  <a:cubicBezTo>
                    <a:pt x="2090" y="5"/>
                    <a:pt x="2021" y="1"/>
                    <a:pt x="195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108"/>
            <p:cNvSpPr/>
            <p:nvPr/>
          </p:nvSpPr>
          <p:spPr>
            <a:xfrm rot="1799956">
              <a:off x="6345570" y="16487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108"/>
            <p:cNvSpPr/>
            <p:nvPr/>
          </p:nvSpPr>
          <p:spPr>
            <a:xfrm rot="1799956">
              <a:off x="6295495" y="16302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108"/>
            <p:cNvSpPr/>
            <p:nvPr/>
          </p:nvSpPr>
          <p:spPr>
            <a:xfrm rot="1799956">
              <a:off x="6698617" y="1852529"/>
              <a:ext cx="93106" cy="138726"/>
            </a:xfrm>
            <a:custGeom>
              <a:avLst/>
              <a:gdLst/>
              <a:ahLst/>
              <a:cxnLst/>
              <a:rect l="l" t="t" r="r" b="b"/>
              <a:pathLst>
                <a:path w="2645" h="3941" extrusionOk="0">
                  <a:moveTo>
                    <a:pt x="578" y="0"/>
                  </a:moveTo>
                  <a:cubicBezTo>
                    <a:pt x="1520" y="274"/>
                    <a:pt x="2128" y="1186"/>
                    <a:pt x="2006" y="2189"/>
                  </a:cubicBezTo>
                  <a:cubicBezTo>
                    <a:pt x="1854" y="3161"/>
                    <a:pt x="973" y="3861"/>
                    <a:pt x="0" y="3861"/>
                  </a:cubicBezTo>
                  <a:cubicBezTo>
                    <a:pt x="91" y="3861"/>
                    <a:pt x="152" y="3891"/>
                    <a:pt x="243"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108"/>
            <p:cNvSpPr/>
            <p:nvPr/>
          </p:nvSpPr>
          <p:spPr>
            <a:xfrm rot="1799956">
              <a:off x="6648542" y="1834071"/>
              <a:ext cx="131651" cy="136825"/>
            </a:xfrm>
            <a:custGeom>
              <a:avLst/>
              <a:gdLst/>
              <a:ahLst/>
              <a:cxnLst/>
              <a:rect l="l" t="t" r="r" b="b"/>
              <a:pathLst>
                <a:path w="3740" h="3887" extrusionOk="0">
                  <a:moveTo>
                    <a:pt x="1953" y="0"/>
                  </a:moveTo>
                  <a:cubicBezTo>
                    <a:pt x="1087" y="0"/>
                    <a:pt x="293" y="699"/>
                    <a:pt x="153" y="1685"/>
                  </a:cubicBezTo>
                  <a:cubicBezTo>
                    <a:pt x="1" y="2749"/>
                    <a:pt x="639" y="3722"/>
                    <a:pt x="1581" y="3874"/>
                  </a:cubicBezTo>
                  <a:cubicBezTo>
                    <a:pt x="1648" y="3882"/>
                    <a:pt x="1714" y="3886"/>
                    <a:pt x="1780" y="3886"/>
                  </a:cubicBezTo>
                  <a:cubicBezTo>
                    <a:pt x="2644" y="3886"/>
                    <a:pt x="3416" y="3162"/>
                    <a:pt x="3557" y="2202"/>
                  </a:cubicBezTo>
                  <a:cubicBezTo>
                    <a:pt x="3739" y="1138"/>
                    <a:pt x="3101" y="165"/>
                    <a:pt x="2159" y="13"/>
                  </a:cubicBezTo>
                  <a:cubicBezTo>
                    <a:pt x="2090" y="4"/>
                    <a:pt x="2021" y="0"/>
                    <a:pt x="1953"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108"/>
            <p:cNvSpPr/>
            <p:nvPr/>
          </p:nvSpPr>
          <p:spPr>
            <a:xfrm rot="1799956">
              <a:off x="6773797" y="2671255"/>
              <a:ext cx="122006" cy="135945"/>
            </a:xfrm>
            <a:custGeom>
              <a:avLst/>
              <a:gdLst/>
              <a:ahLst/>
              <a:cxnLst/>
              <a:rect l="l" t="t" r="r" b="b"/>
              <a:pathLst>
                <a:path w="3466" h="3862" extrusionOk="0">
                  <a:moveTo>
                    <a:pt x="1733" y="1"/>
                  </a:moveTo>
                  <a:cubicBezTo>
                    <a:pt x="791" y="1"/>
                    <a:pt x="1" y="852"/>
                    <a:pt x="1" y="1946"/>
                  </a:cubicBezTo>
                  <a:cubicBezTo>
                    <a:pt x="1" y="3010"/>
                    <a:pt x="791" y="3861"/>
                    <a:pt x="1733" y="3861"/>
                  </a:cubicBezTo>
                  <a:cubicBezTo>
                    <a:pt x="2675" y="3861"/>
                    <a:pt x="3466" y="3010"/>
                    <a:pt x="3466" y="1946"/>
                  </a:cubicBezTo>
                  <a:cubicBezTo>
                    <a:pt x="3466" y="852"/>
                    <a:pt x="2675" y="1"/>
                    <a:pt x="173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108"/>
            <p:cNvSpPr/>
            <p:nvPr/>
          </p:nvSpPr>
          <p:spPr>
            <a:xfrm rot="1799956">
              <a:off x="6979385" y="2333920"/>
              <a:ext cx="78146" cy="138057"/>
            </a:xfrm>
            <a:custGeom>
              <a:avLst/>
              <a:gdLst/>
              <a:ahLst/>
              <a:cxnLst/>
              <a:rect l="l" t="t" r="r" b="b"/>
              <a:pathLst>
                <a:path w="2220" h="3922" extrusionOk="0">
                  <a:moveTo>
                    <a:pt x="0" y="1"/>
                  </a:moveTo>
                  <a:cubicBezTo>
                    <a:pt x="973" y="123"/>
                    <a:pt x="1733" y="943"/>
                    <a:pt x="1733" y="1946"/>
                  </a:cubicBezTo>
                  <a:cubicBezTo>
                    <a:pt x="1733" y="2949"/>
                    <a:pt x="973" y="3770"/>
                    <a:pt x="0" y="3892"/>
                  </a:cubicBezTo>
                  <a:cubicBezTo>
                    <a:pt x="92" y="3922"/>
                    <a:pt x="183" y="3922"/>
                    <a:pt x="244" y="3922"/>
                  </a:cubicBezTo>
                  <a:cubicBezTo>
                    <a:pt x="1338" y="3922"/>
                    <a:pt x="2219" y="3040"/>
                    <a:pt x="2219" y="1946"/>
                  </a:cubicBezTo>
                  <a:cubicBezTo>
                    <a:pt x="2219" y="882"/>
                    <a:pt x="1338" y="1"/>
                    <a:pt x="244"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108"/>
            <p:cNvSpPr/>
            <p:nvPr/>
          </p:nvSpPr>
          <p:spPr>
            <a:xfrm rot="1799956">
              <a:off x="6829301" y="2689664"/>
              <a:ext cx="78146" cy="139114"/>
            </a:xfrm>
            <a:custGeom>
              <a:avLst/>
              <a:gdLst/>
              <a:ahLst/>
              <a:cxnLst/>
              <a:rect l="l" t="t" r="r" b="b"/>
              <a:pathLst>
                <a:path w="2220" h="3952" extrusionOk="0">
                  <a:moveTo>
                    <a:pt x="243" y="1"/>
                  </a:moveTo>
                  <a:cubicBezTo>
                    <a:pt x="152" y="1"/>
                    <a:pt x="91" y="31"/>
                    <a:pt x="0" y="31"/>
                  </a:cubicBezTo>
                  <a:cubicBezTo>
                    <a:pt x="973" y="153"/>
                    <a:pt x="1733" y="973"/>
                    <a:pt x="1733" y="1976"/>
                  </a:cubicBezTo>
                  <a:cubicBezTo>
                    <a:pt x="1733" y="2979"/>
                    <a:pt x="973" y="3800"/>
                    <a:pt x="0" y="3922"/>
                  </a:cubicBezTo>
                  <a:cubicBezTo>
                    <a:pt x="91" y="3922"/>
                    <a:pt x="152" y="3952"/>
                    <a:pt x="243" y="3952"/>
                  </a:cubicBezTo>
                  <a:cubicBezTo>
                    <a:pt x="1338" y="3952"/>
                    <a:pt x="2219" y="3070"/>
                    <a:pt x="2219" y="1976"/>
                  </a:cubicBezTo>
                  <a:cubicBezTo>
                    <a:pt x="2219" y="882"/>
                    <a:pt x="1338" y="1"/>
                    <a:pt x="243" y="1"/>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108"/>
            <p:cNvSpPr/>
            <p:nvPr/>
          </p:nvSpPr>
          <p:spPr>
            <a:xfrm rot="1799956">
              <a:off x="6823445" y="1643404"/>
              <a:ext cx="93106" cy="138726"/>
            </a:xfrm>
            <a:custGeom>
              <a:avLst/>
              <a:gdLst/>
              <a:ahLst/>
              <a:cxnLst/>
              <a:rect l="l" t="t" r="r" b="b"/>
              <a:pathLst>
                <a:path w="2645" h="3941" extrusionOk="0">
                  <a:moveTo>
                    <a:pt x="578" y="0"/>
                  </a:moveTo>
                  <a:cubicBezTo>
                    <a:pt x="1520" y="274"/>
                    <a:pt x="2128" y="1186"/>
                    <a:pt x="2007" y="2189"/>
                  </a:cubicBezTo>
                  <a:cubicBezTo>
                    <a:pt x="1855" y="3161"/>
                    <a:pt x="1003" y="3861"/>
                    <a:pt x="0" y="3861"/>
                  </a:cubicBezTo>
                  <a:cubicBezTo>
                    <a:pt x="92" y="3861"/>
                    <a:pt x="183" y="3891"/>
                    <a:pt x="244" y="3921"/>
                  </a:cubicBezTo>
                  <a:cubicBezTo>
                    <a:pt x="337" y="3934"/>
                    <a:pt x="430" y="3941"/>
                    <a:pt x="522" y="3941"/>
                  </a:cubicBezTo>
                  <a:cubicBezTo>
                    <a:pt x="1499" y="3941"/>
                    <a:pt x="2326" y="3222"/>
                    <a:pt x="2493" y="2250"/>
                  </a:cubicBezTo>
                  <a:cubicBezTo>
                    <a:pt x="2645" y="1186"/>
                    <a:pt x="1885" y="183"/>
                    <a:pt x="821" y="31"/>
                  </a:cubicBezTo>
                  <a:cubicBezTo>
                    <a:pt x="730" y="0"/>
                    <a:pt x="669" y="0"/>
                    <a:pt x="578"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108"/>
            <p:cNvSpPr/>
            <p:nvPr/>
          </p:nvSpPr>
          <p:spPr>
            <a:xfrm rot="1799956">
              <a:off x="6773370" y="1624945"/>
              <a:ext cx="131651" cy="136825"/>
            </a:xfrm>
            <a:custGeom>
              <a:avLst/>
              <a:gdLst/>
              <a:ahLst/>
              <a:cxnLst/>
              <a:rect l="l" t="t" r="r" b="b"/>
              <a:pathLst>
                <a:path w="3740" h="3887" extrusionOk="0">
                  <a:moveTo>
                    <a:pt x="1954" y="0"/>
                  </a:moveTo>
                  <a:cubicBezTo>
                    <a:pt x="1092" y="0"/>
                    <a:pt x="324" y="699"/>
                    <a:pt x="183" y="1685"/>
                  </a:cubicBezTo>
                  <a:cubicBezTo>
                    <a:pt x="1" y="2749"/>
                    <a:pt x="639" y="3722"/>
                    <a:pt x="1581" y="3874"/>
                  </a:cubicBezTo>
                  <a:cubicBezTo>
                    <a:pt x="1648" y="3882"/>
                    <a:pt x="1714" y="3886"/>
                    <a:pt x="1780" y="3886"/>
                  </a:cubicBezTo>
                  <a:cubicBezTo>
                    <a:pt x="2649" y="3886"/>
                    <a:pt x="3446" y="3162"/>
                    <a:pt x="3588" y="2202"/>
                  </a:cubicBezTo>
                  <a:cubicBezTo>
                    <a:pt x="3739" y="1138"/>
                    <a:pt x="3101" y="165"/>
                    <a:pt x="2159" y="13"/>
                  </a:cubicBezTo>
                  <a:cubicBezTo>
                    <a:pt x="2090" y="4"/>
                    <a:pt x="2022" y="0"/>
                    <a:pt x="1954" y="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40" name="Google Shape;2940;p108"/>
          <p:cNvSpPr txBox="1"/>
          <p:nvPr/>
        </p:nvSpPr>
        <p:spPr>
          <a:xfrm>
            <a:off x="241628" y="690571"/>
            <a:ext cx="943200" cy="38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accent4"/>
                </a:solidFill>
                <a:latin typeface="Lilita One"/>
                <a:ea typeface="Lilita One"/>
                <a:cs typeface="Lilita One"/>
                <a:sym typeface="Lilita One"/>
              </a:rPr>
              <a:t>Roll the Dice</a:t>
            </a:r>
            <a:endParaRPr sz="1000">
              <a:solidFill>
                <a:schemeClr val="accent4"/>
              </a:solidFill>
              <a:latin typeface="Lilita One"/>
              <a:ea typeface="Lilita One"/>
              <a:cs typeface="Lilita One"/>
              <a:sym typeface="Lilita One"/>
            </a:endParaRPr>
          </a:p>
        </p:txBody>
      </p:sp>
      <p:sp>
        <p:nvSpPr>
          <p:cNvPr id="2941" name="Google Shape;2941;p108">
            <a:hlinkClick r:id="rId3" action="ppaction://hlinksldjump"/>
          </p:cNvPr>
          <p:cNvSpPr/>
          <p:nvPr/>
        </p:nvSpPr>
        <p:spPr>
          <a:xfrm>
            <a:off x="312438" y="237000"/>
            <a:ext cx="801600" cy="8016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7954E01E-C4DB-4790-BB85-CAE156BD1938}"/>
              </a:ext>
            </a:extLst>
          </p:cNvPr>
          <p:cNvSpPr txBox="1"/>
          <p:nvPr/>
        </p:nvSpPr>
        <p:spPr>
          <a:xfrm>
            <a:off x="578554" y="411884"/>
            <a:ext cx="8253008" cy="738664"/>
          </a:xfrm>
          <a:prstGeom prst="rect">
            <a:avLst/>
          </a:prstGeom>
          <a:noFill/>
        </p:spPr>
        <p:txBody>
          <a:bodyPr wrap="square" rtlCol="0">
            <a:spAutoFit/>
          </a:bodyPr>
          <a:lstStyle/>
          <a:p>
            <a:pPr algn="just" rtl="1"/>
            <a:r>
              <a:rPr lang="fa-IR" dirty="0">
                <a:cs typeface="Aban" pitchFamily="2" charset="-78"/>
              </a:rPr>
              <a:t>حال بازی را برای حالتی که بازیکن اول بیمار است بررسی میکنیم حالات تصمیم گیری در این حالت به شکل زیر است.</a:t>
            </a:r>
          </a:p>
          <a:p>
            <a:pPr algn="just" rtl="1"/>
            <a:r>
              <a:rPr lang="fa-IR" dirty="0">
                <a:cs typeface="Aban" pitchFamily="2" charset="-78"/>
              </a:rPr>
              <a:t> </a:t>
            </a:r>
          </a:p>
          <a:p>
            <a:pPr algn="just" rtl="1"/>
            <a:endParaRPr lang="en-US" dirty="0">
              <a:cs typeface="Aban" pitchFamily="2" charset="-78"/>
            </a:endParaRPr>
          </a:p>
        </p:txBody>
      </p:sp>
      <p:pic>
        <p:nvPicPr>
          <p:cNvPr id="5" name="Picture 4">
            <a:extLst>
              <a:ext uri="{FF2B5EF4-FFF2-40B4-BE49-F238E27FC236}">
                <a16:creationId xmlns:a16="http://schemas.microsoft.com/office/drawing/2014/main" id="{A91B992D-A10D-42E5-8007-A30C1AD5521F}"/>
              </a:ext>
            </a:extLst>
          </p:cNvPr>
          <p:cNvPicPr>
            <a:picLocks noChangeAspect="1"/>
          </p:cNvPicPr>
          <p:nvPr/>
        </p:nvPicPr>
        <p:blipFill>
          <a:blip r:embed="rId4"/>
          <a:stretch>
            <a:fillRect/>
          </a:stretch>
        </p:blipFill>
        <p:spPr>
          <a:xfrm>
            <a:off x="1493887" y="1330273"/>
            <a:ext cx="6422342" cy="2482954"/>
          </a:xfrm>
          <a:prstGeom prst="rect">
            <a:avLst/>
          </a:prstGeom>
        </p:spPr>
      </p:pic>
    </p:spTree>
    <p:extLst>
      <p:ext uri="{BB962C8B-B14F-4D97-AF65-F5344CB8AC3E}">
        <p14:creationId xmlns:p14="http://schemas.microsoft.com/office/powerpoint/2010/main" val="42687457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04"/>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7954E01E-C4DB-4790-BB85-CAE156BD1938}"/>
                  </a:ext>
                </a:extLst>
              </p:cNvPr>
              <p:cNvSpPr txBox="1"/>
              <p:nvPr/>
            </p:nvSpPr>
            <p:spPr>
              <a:xfrm>
                <a:off x="578554" y="411884"/>
                <a:ext cx="8253008" cy="3539430"/>
              </a:xfrm>
              <a:prstGeom prst="rect">
                <a:avLst/>
              </a:prstGeom>
              <a:noFill/>
            </p:spPr>
            <p:txBody>
              <a:bodyPr wrap="square" rtlCol="0">
                <a:spAutoFit/>
              </a:bodyPr>
              <a:lstStyle/>
              <a:p>
                <a:pPr algn="just" rtl="1"/>
                <a:r>
                  <a:rPr lang="fa-IR" dirty="0">
                    <a:cs typeface="Aban" pitchFamily="2" charset="-78"/>
                  </a:rPr>
                  <a:t>اینبار چون اولویت با بیمار است برای راحتی حالت بندی اول حالات </a:t>
                </a:r>
                <a14:m>
                  <m:oMath xmlns:m="http://schemas.openxmlformats.org/officeDocument/2006/math">
                    <m:r>
                      <a:rPr lang="en-US" b="0" i="1" smtClean="0">
                        <a:latin typeface="Cambria Math" panose="02040503050406030204" pitchFamily="18" charset="0"/>
                        <a:cs typeface="Aban" pitchFamily="2" charset="-78"/>
                      </a:rPr>
                      <m:t>𝛾</m:t>
                    </m:r>
                  </m:oMath>
                </a14:m>
                <a:r>
                  <a:rPr lang="fa-IR" dirty="0">
                    <a:cs typeface="Aban" pitchFamily="2" charset="-78"/>
                  </a:rPr>
                  <a:t> را بررسی میکنیم</a:t>
                </a:r>
              </a:p>
              <a:p>
                <a:pPr marL="285750" indent="-285750" algn="just" rtl="1">
                  <a:buFont typeface="Arial" panose="020B0604020202020204" pitchFamily="34" charset="0"/>
                  <a:buChar char="•"/>
                </a:pPr>
                <a:r>
                  <a:rPr lang="fa-IR" dirty="0">
                    <a:cs typeface="Aban" pitchFamily="2" charset="-78"/>
                  </a:rPr>
                  <a:t>اگر </a:t>
                </a:r>
                <a14:m>
                  <m:oMath xmlns:m="http://schemas.openxmlformats.org/officeDocument/2006/math">
                    <m:r>
                      <a:rPr lang="en-US" b="0" i="1" smtClean="0">
                        <a:latin typeface="Cambria Math" panose="02040503050406030204" pitchFamily="18" charset="0"/>
                        <a:cs typeface="Aban" pitchFamily="2" charset="-78"/>
                      </a:rPr>
                      <m:t>𝛾</m:t>
                    </m:r>
                    <m:r>
                      <a:rPr lang="en-US" b="0" i="1" smtClean="0">
                        <a:latin typeface="Cambria Math" panose="02040503050406030204" pitchFamily="18" charset="0"/>
                        <a:cs typeface="Aban" pitchFamily="2" charset="-78"/>
                      </a:rPr>
                      <m:t>&lt;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𝛾</m:t>
                        </m:r>
                      </m:e>
                      <m:sub>
                        <m:r>
                          <a:rPr lang="en-US" b="0" i="1" smtClean="0">
                            <a:latin typeface="Cambria Math" panose="02040503050406030204" pitchFamily="18" charset="0"/>
                            <a:cs typeface="Aban" pitchFamily="2" charset="-78"/>
                          </a:rPr>
                          <m:t>𝐶</m:t>
                        </m:r>
                      </m:sub>
                    </m:sSub>
                  </m:oMath>
                </a14:m>
                <a:r>
                  <a:rPr lang="fa-IR" dirty="0">
                    <a:cs typeface="Aban" pitchFamily="2" charset="-78"/>
                  </a:rPr>
                  <a:t> باشد که مشابه حالات عادی زوج </a:t>
                </a:r>
                <a14:m>
                  <m:oMath xmlns:m="http://schemas.openxmlformats.org/officeDocument/2006/math">
                    <m:d>
                      <m:dPr>
                        <m:ctrlPr>
                          <a:rPr lang="en-US" b="0" i="1" smtClean="0">
                            <a:latin typeface="Cambria Math" panose="02040503050406030204" pitchFamily="18" charset="0"/>
                            <a:cs typeface="Aban" pitchFamily="2" charset="-78"/>
                          </a:rPr>
                        </m:ctrlPr>
                      </m:dPr>
                      <m:e>
                        <m:r>
                          <a:rPr lang="en-US" b="0" i="1" smtClean="0">
                            <a:latin typeface="Cambria Math" panose="02040503050406030204" pitchFamily="18" charset="0"/>
                            <a:cs typeface="Aban" pitchFamily="2" charset="-78"/>
                          </a:rPr>
                          <m:t>𝐶</m:t>
                        </m:r>
                        <m:r>
                          <a:rPr lang="en-US" b="0" i="1" smtClean="0">
                            <a:latin typeface="Cambria Math" panose="02040503050406030204" pitchFamily="18" charset="0"/>
                            <a:cs typeface="Aban" pitchFamily="2" charset="-78"/>
                          </a:rPr>
                          <m:t>,</m:t>
                        </m:r>
                        <m:r>
                          <a:rPr lang="en-US" b="0" i="1" smtClean="0">
                            <a:latin typeface="Cambria Math" panose="02040503050406030204" pitchFamily="18" charset="0"/>
                            <a:cs typeface="Aban" pitchFamily="2" charset="-78"/>
                          </a:rPr>
                          <m:t>𝐶</m:t>
                        </m:r>
                      </m:e>
                    </m:d>
                  </m:oMath>
                </a14:m>
                <a:r>
                  <a:rPr lang="fa-IR" dirty="0">
                    <a:cs typeface="Aban" pitchFamily="2" charset="-78"/>
                  </a:rPr>
                  <a:t> تعادل نش بازی است.</a:t>
                </a:r>
              </a:p>
              <a:p>
                <a:pPr marL="285750" indent="-285750" algn="just" rtl="1">
                  <a:buFont typeface="Arial" panose="020B0604020202020204" pitchFamily="34" charset="0"/>
                  <a:buChar char="•"/>
                </a:pPr>
                <a:r>
                  <a:rPr lang="fa-IR" dirty="0">
                    <a:cs typeface="Aban" pitchFamily="2" charset="-78"/>
                  </a:rPr>
                  <a:t>اگر </a:t>
                </a:r>
                <a14:m>
                  <m:oMath xmlns:m="http://schemas.openxmlformats.org/officeDocument/2006/math">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𝛾</m:t>
                        </m:r>
                      </m:e>
                      <m:sub>
                        <m:r>
                          <a:rPr lang="en-US" b="0" i="1" smtClean="0">
                            <a:latin typeface="Cambria Math" panose="02040503050406030204" pitchFamily="18" charset="0"/>
                            <a:cs typeface="Aban" pitchFamily="2" charset="-78"/>
                          </a:rPr>
                          <m:t>𝐶</m:t>
                        </m:r>
                      </m:sub>
                    </m:sSub>
                    <m:r>
                      <a:rPr lang="en-US" b="0" i="1" smtClean="0">
                        <a:latin typeface="Cambria Math" panose="02040503050406030204" pitchFamily="18" charset="0"/>
                        <a:cs typeface="Aban" pitchFamily="2" charset="-78"/>
                      </a:rPr>
                      <m:t>&lt;</m:t>
                    </m:r>
                    <m:r>
                      <a:rPr lang="en-US" b="0" i="1" smtClean="0">
                        <a:latin typeface="Cambria Math" panose="02040503050406030204" pitchFamily="18" charset="0"/>
                        <a:cs typeface="Aban" pitchFamily="2" charset="-78"/>
                      </a:rPr>
                      <m:t>𝛾</m:t>
                    </m:r>
                    <m:r>
                      <a:rPr lang="en-US" b="0" i="1" smtClean="0">
                        <a:latin typeface="Cambria Math" panose="02040503050406030204" pitchFamily="18" charset="0"/>
                        <a:cs typeface="Aban" pitchFamily="2" charset="-78"/>
                      </a:rPr>
                      <m:t>&lt;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𝛾</m:t>
                        </m:r>
                      </m:e>
                      <m:sub>
                        <m:r>
                          <a:rPr lang="en-US" b="0" i="1" smtClean="0">
                            <a:latin typeface="Cambria Math" panose="02040503050406030204" pitchFamily="18" charset="0"/>
                            <a:cs typeface="Aban" pitchFamily="2" charset="-78"/>
                          </a:rPr>
                          <m:t>𝑁𝐶</m:t>
                        </m:r>
                      </m:sub>
                    </m:sSub>
                  </m:oMath>
                </a14:m>
                <a:r>
                  <a:rPr lang="fa-IR" dirty="0">
                    <a:cs typeface="Aban" pitchFamily="2" charset="-78"/>
                  </a:rPr>
                  <a:t> بیمار در صورت همکاری دکتر اورا فریب می‌دهد اما در صورت عدم همکاری دکتر با او همکاری می‌کند.اما دکتر در فقط در صورت همکاری بیمار با او همکاری می‌کند. بنابراین بازهم زوج </a:t>
                </a:r>
                <a14:m>
                  <m:oMath xmlns:m="http://schemas.openxmlformats.org/officeDocument/2006/math">
                    <m:r>
                      <a:rPr lang="en-US" b="0" i="1" smtClean="0">
                        <a:latin typeface="Cambria Math" panose="02040503050406030204" pitchFamily="18" charset="0"/>
                        <a:cs typeface="Aban" pitchFamily="2" charset="-78"/>
                      </a:rPr>
                      <m:t>(</m:t>
                    </m:r>
                    <m:r>
                      <a:rPr lang="en-US" b="0" i="1" smtClean="0">
                        <a:latin typeface="Cambria Math" panose="02040503050406030204" pitchFamily="18" charset="0"/>
                        <a:cs typeface="Aban" pitchFamily="2" charset="-78"/>
                      </a:rPr>
                      <m:t>𝐶</m:t>
                    </m:r>
                    <m:r>
                      <a:rPr lang="en-US" b="0" i="1" smtClean="0">
                        <a:latin typeface="Cambria Math" panose="02040503050406030204" pitchFamily="18" charset="0"/>
                        <a:cs typeface="Aban" pitchFamily="2" charset="-78"/>
                      </a:rPr>
                      <m:t>,</m:t>
                    </m:r>
                    <m:r>
                      <a:rPr lang="en-US" b="0" i="1" smtClean="0">
                        <a:latin typeface="Cambria Math" panose="02040503050406030204" pitchFamily="18" charset="0"/>
                        <a:cs typeface="Aban" pitchFamily="2" charset="-78"/>
                      </a:rPr>
                      <m:t>𝐶</m:t>
                    </m:r>
                    <m:r>
                      <a:rPr lang="en-US" b="0" i="1" smtClean="0">
                        <a:latin typeface="Cambria Math" panose="02040503050406030204" pitchFamily="18" charset="0"/>
                        <a:cs typeface="Aban" pitchFamily="2" charset="-78"/>
                      </a:rPr>
                      <m:t>)</m:t>
                    </m:r>
                  </m:oMath>
                </a14:m>
                <a:r>
                  <a:rPr lang="fa-IR" dirty="0">
                    <a:cs typeface="Aban" pitchFamily="2" charset="-78"/>
                  </a:rPr>
                  <a:t> تعادل نش زیربازی است.</a:t>
                </a:r>
              </a:p>
              <a:p>
                <a:pPr marL="285750" indent="-285750" algn="just" rtl="1">
                  <a:buFont typeface="Arial" panose="020B0604020202020204" pitchFamily="34" charset="0"/>
                  <a:buChar char="•"/>
                </a:pPr>
                <a:endParaRPr lang="fa-IR" dirty="0">
                  <a:cs typeface="Aban" pitchFamily="2" charset="-78"/>
                </a:endParaRPr>
              </a:p>
              <a:p>
                <a:pPr marL="285750" indent="-285750" algn="just" rtl="1">
                  <a:buFont typeface="Arial" panose="020B0604020202020204" pitchFamily="34" charset="0"/>
                  <a:buChar char="•"/>
                </a:pPr>
                <a:endParaRPr lang="fa-IR" dirty="0">
                  <a:cs typeface="Aban" pitchFamily="2" charset="-78"/>
                </a:endParaRPr>
              </a:p>
              <a:p>
                <a:pPr marL="285750" indent="-285750" algn="just" rtl="1">
                  <a:buFont typeface="Arial" panose="020B0604020202020204" pitchFamily="34" charset="0"/>
                  <a:buChar char="•"/>
                </a:pPr>
                <a:endParaRPr lang="fa-IR" dirty="0">
                  <a:cs typeface="Aban" pitchFamily="2" charset="-78"/>
                </a:endParaRPr>
              </a:p>
              <a:p>
                <a:pPr marL="285750" indent="-285750" algn="just" rtl="1">
                  <a:buFont typeface="Arial" panose="020B0604020202020204" pitchFamily="34" charset="0"/>
                  <a:buChar char="•"/>
                </a:pPr>
                <a:endParaRPr lang="fa-IR" dirty="0">
                  <a:cs typeface="Aban" pitchFamily="2" charset="-78"/>
                </a:endParaRPr>
              </a:p>
              <a:p>
                <a:pPr marL="285750" indent="-285750" algn="just" rtl="1">
                  <a:buFont typeface="Arial" panose="020B0604020202020204" pitchFamily="34" charset="0"/>
                  <a:buChar char="•"/>
                </a:pPr>
                <a:endParaRPr lang="fa-IR" dirty="0">
                  <a:cs typeface="Aban" pitchFamily="2" charset="-78"/>
                </a:endParaRPr>
              </a:p>
              <a:p>
                <a:pPr marL="285750" indent="-285750" algn="just" rtl="1">
                  <a:buFont typeface="Arial" panose="020B0604020202020204" pitchFamily="34" charset="0"/>
                  <a:buChar char="•"/>
                </a:pPr>
                <a:endParaRPr lang="fa-IR" dirty="0">
                  <a:cs typeface="Aban" pitchFamily="2" charset="-78"/>
                </a:endParaRPr>
              </a:p>
              <a:p>
                <a:pPr marL="285750" indent="-285750" algn="just" rtl="1">
                  <a:buFont typeface="Arial" panose="020B0604020202020204" pitchFamily="34" charset="0"/>
                  <a:buChar char="•"/>
                </a:pPr>
                <a:endParaRPr lang="fa-IR" dirty="0">
                  <a:cs typeface="Aban" pitchFamily="2" charset="-78"/>
                </a:endParaRPr>
              </a:p>
              <a:p>
                <a:pPr marL="285750" indent="-285750" algn="just" rtl="1">
                  <a:buFont typeface="Arial" panose="020B0604020202020204" pitchFamily="34" charset="0"/>
                  <a:buChar char="•"/>
                </a:pPr>
                <a:endParaRPr lang="fa-IR" dirty="0">
                  <a:cs typeface="Aban" pitchFamily="2" charset="-78"/>
                </a:endParaRPr>
              </a:p>
              <a:p>
                <a:pPr marL="285750" indent="-285750" algn="just" rtl="1">
                  <a:buFont typeface="Arial" panose="020B0604020202020204" pitchFamily="34" charset="0"/>
                  <a:buChar char="•"/>
                </a:pPr>
                <a:endParaRPr lang="fa-IR" dirty="0">
                  <a:cs typeface="Aban" pitchFamily="2" charset="-78"/>
                </a:endParaRPr>
              </a:p>
              <a:p>
                <a:pPr marL="285750" indent="-285750" algn="just" rtl="1">
                  <a:buFont typeface="Arial" panose="020B0604020202020204" pitchFamily="34" charset="0"/>
                  <a:buChar char="•"/>
                </a:pPr>
                <a:endParaRPr lang="fa-IR" dirty="0">
                  <a:cs typeface="Aban" pitchFamily="2" charset="-78"/>
                </a:endParaRPr>
              </a:p>
              <a:p>
                <a:pPr marL="285750" indent="-285750" algn="just" rtl="1">
                  <a:buFont typeface="Arial" panose="020B0604020202020204" pitchFamily="34" charset="0"/>
                  <a:buChar char="•"/>
                </a:pPr>
                <a:endParaRPr lang="fa-IR" dirty="0">
                  <a:cs typeface="Aban" pitchFamily="2" charset="-78"/>
                </a:endParaRPr>
              </a:p>
              <a:p>
                <a:pPr marL="285750" indent="-285750" algn="just" rtl="1">
                  <a:buFont typeface="Arial" panose="020B0604020202020204" pitchFamily="34" charset="0"/>
                  <a:buChar char="•"/>
                </a:pPr>
                <a:r>
                  <a:rPr lang="fa-IR" dirty="0">
                    <a:cs typeface="Aban" pitchFamily="2" charset="-78"/>
                  </a:rPr>
                  <a:t>میتوان این استدلال را برای هر </a:t>
                </a:r>
                <a14:m>
                  <m:oMath xmlns:m="http://schemas.openxmlformats.org/officeDocument/2006/math">
                    <m:r>
                      <a:rPr lang="en-US" b="0" i="1" smtClean="0">
                        <a:latin typeface="Cambria Math" panose="02040503050406030204" pitchFamily="18" charset="0"/>
                        <a:cs typeface="Aban" pitchFamily="2" charset="-78"/>
                      </a:rPr>
                      <m:t>𝛾</m:t>
                    </m:r>
                  </m:oMath>
                </a14:m>
                <a:r>
                  <a:rPr lang="fa-IR" dirty="0">
                    <a:cs typeface="Aban" pitchFamily="2" charset="-78"/>
                  </a:rPr>
                  <a:t> یی تعمیم داد و به این نتیجه رسید که زوج </a:t>
                </a:r>
                <a14:m>
                  <m:oMath xmlns:m="http://schemas.openxmlformats.org/officeDocument/2006/math">
                    <m:r>
                      <a:rPr lang="en-US" b="0" i="1" smtClean="0">
                        <a:latin typeface="Cambria Math" panose="02040503050406030204" pitchFamily="18" charset="0"/>
                        <a:cs typeface="Aban" pitchFamily="2" charset="-78"/>
                      </a:rPr>
                      <m:t>(</m:t>
                    </m:r>
                    <m:r>
                      <a:rPr lang="en-US" b="0" i="1" smtClean="0">
                        <a:latin typeface="Cambria Math" panose="02040503050406030204" pitchFamily="18" charset="0"/>
                        <a:cs typeface="Aban" pitchFamily="2" charset="-78"/>
                      </a:rPr>
                      <m:t>𝐶</m:t>
                    </m:r>
                    <m:r>
                      <a:rPr lang="en-US" b="0" i="1" smtClean="0">
                        <a:latin typeface="Cambria Math" panose="02040503050406030204" pitchFamily="18" charset="0"/>
                        <a:cs typeface="Aban" pitchFamily="2" charset="-78"/>
                      </a:rPr>
                      <m:t>,</m:t>
                    </m:r>
                    <m:r>
                      <a:rPr lang="en-US" b="0" i="1" smtClean="0">
                        <a:latin typeface="Cambria Math" panose="02040503050406030204" pitchFamily="18" charset="0"/>
                        <a:cs typeface="Aban" pitchFamily="2" charset="-78"/>
                      </a:rPr>
                      <m:t>𝐶</m:t>
                    </m:r>
                    <m:r>
                      <a:rPr lang="en-US" b="0" i="1" smtClean="0">
                        <a:latin typeface="Cambria Math" panose="02040503050406030204" pitchFamily="18" charset="0"/>
                        <a:cs typeface="Aban" pitchFamily="2" charset="-78"/>
                      </a:rPr>
                      <m:t>)</m:t>
                    </m:r>
                  </m:oMath>
                </a14:m>
                <a:r>
                  <a:rPr lang="fa-IR" dirty="0">
                    <a:cs typeface="Aban" pitchFamily="2" charset="-78"/>
                  </a:rPr>
                  <a:t> بدون توجه به </a:t>
                </a:r>
                <a14:m>
                  <m:oMath xmlns:m="http://schemas.openxmlformats.org/officeDocument/2006/math">
                    <m:r>
                      <a:rPr lang="en-US" b="0" i="1" smtClean="0">
                        <a:latin typeface="Cambria Math" panose="02040503050406030204" pitchFamily="18" charset="0"/>
                        <a:cs typeface="Aban" pitchFamily="2" charset="-78"/>
                      </a:rPr>
                      <m:t>𝛾</m:t>
                    </m:r>
                  </m:oMath>
                </a14:m>
                <a:r>
                  <a:rPr lang="fa-IR" dirty="0">
                    <a:cs typeface="Aban" pitchFamily="2" charset="-78"/>
                  </a:rPr>
                  <a:t> تعادل نش زیربازی است</a:t>
                </a:r>
              </a:p>
            </p:txBody>
          </p:sp>
        </mc:Choice>
        <mc:Fallback>
          <p:sp>
            <p:nvSpPr>
              <p:cNvPr id="4" name="TextBox 3">
                <a:extLst>
                  <a:ext uri="{FF2B5EF4-FFF2-40B4-BE49-F238E27FC236}">
                    <a16:creationId xmlns:a16="http://schemas.microsoft.com/office/drawing/2014/main" id="{7954E01E-C4DB-4790-BB85-CAE156BD1938}"/>
                  </a:ext>
                </a:extLst>
              </p:cNvPr>
              <p:cNvSpPr txBox="1">
                <a:spLocks noRot="1" noChangeAspect="1" noMove="1" noResize="1" noEditPoints="1" noAdjustHandles="1" noChangeArrowheads="1" noChangeShapeType="1" noTextEdit="1"/>
              </p:cNvSpPr>
              <p:nvPr/>
            </p:nvSpPr>
            <p:spPr>
              <a:xfrm>
                <a:off x="578554" y="411884"/>
                <a:ext cx="8253008" cy="3539430"/>
              </a:xfrm>
              <a:prstGeom prst="rect">
                <a:avLst/>
              </a:prstGeom>
              <a:blipFill>
                <a:blip r:embed="rId3"/>
                <a:stretch>
                  <a:fillRect l="-812" t="-172" r="-222" b="-1034"/>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B32D85A5-C60C-4311-92D5-9511CFBABDA5}"/>
              </a:ext>
            </a:extLst>
          </p:cNvPr>
          <p:cNvPicPr>
            <a:picLocks noChangeAspect="1"/>
          </p:cNvPicPr>
          <p:nvPr/>
        </p:nvPicPr>
        <p:blipFill>
          <a:blip r:embed="rId4"/>
          <a:stretch>
            <a:fillRect/>
          </a:stretch>
        </p:blipFill>
        <p:spPr>
          <a:xfrm>
            <a:off x="1854052" y="1492688"/>
            <a:ext cx="5076137" cy="1919954"/>
          </a:xfrm>
          <a:prstGeom prst="rect">
            <a:avLst/>
          </a:prstGeom>
        </p:spPr>
      </p:pic>
    </p:spTree>
    <p:extLst>
      <p:ext uri="{BB962C8B-B14F-4D97-AF65-F5344CB8AC3E}">
        <p14:creationId xmlns:p14="http://schemas.microsoft.com/office/powerpoint/2010/main" val="30434070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04"/>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7954E01E-C4DB-4790-BB85-CAE156BD1938}"/>
                  </a:ext>
                </a:extLst>
              </p:cNvPr>
              <p:cNvSpPr txBox="1"/>
              <p:nvPr/>
            </p:nvSpPr>
            <p:spPr>
              <a:xfrm>
                <a:off x="578554" y="411884"/>
                <a:ext cx="8253008" cy="1384995"/>
              </a:xfrm>
              <a:prstGeom prst="rect">
                <a:avLst/>
              </a:prstGeom>
              <a:noFill/>
            </p:spPr>
            <p:txBody>
              <a:bodyPr wrap="square" rtlCol="0">
                <a:spAutoFit/>
              </a:bodyPr>
              <a:lstStyle/>
              <a:p>
                <a:pPr algn="just" rtl="1"/>
                <a:r>
                  <a:rPr lang="fa-IR" dirty="0">
                    <a:cs typeface="Aban" pitchFamily="2" charset="-78"/>
                  </a:rPr>
                  <a:t>در حالاتی که بازیکن اول بیمار است و </a:t>
                </a:r>
                <a14:m>
                  <m:oMath xmlns:m="http://schemas.openxmlformats.org/officeDocument/2006/math">
                    <m:r>
                      <a:rPr lang="en-US" b="0" i="1" smtClean="0">
                        <a:latin typeface="Cambria Math" panose="02040503050406030204" pitchFamily="18" charset="0"/>
                        <a:cs typeface="Aban" pitchFamily="2" charset="-78"/>
                      </a:rPr>
                      <m:t>𝛽</m:t>
                    </m:r>
                  </m:oMath>
                </a14:m>
                <a:r>
                  <a:rPr lang="fa-IR" dirty="0">
                    <a:cs typeface="Aban" pitchFamily="2" charset="-78"/>
                  </a:rPr>
                  <a:t> از مقدار اولیه بزرگتر است به ذکر نتایج اکتفا می‌کنیم.</a:t>
                </a:r>
              </a:p>
              <a:p>
                <a:pPr marL="285750" indent="-285750" algn="just" rtl="1">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𝛽</m:t>
                        </m:r>
                      </m:e>
                      <m:sub>
                        <m:r>
                          <a:rPr lang="en-US" b="0" i="1" smtClean="0">
                            <a:latin typeface="Cambria Math" panose="02040503050406030204" pitchFamily="18" charset="0"/>
                            <a:cs typeface="Aban" pitchFamily="2" charset="-78"/>
                          </a:rPr>
                          <m:t>𝐶𝐶</m:t>
                        </m:r>
                      </m:sub>
                    </m:sSub>
                    <m:r>
                      <a:rPr lang="en-US" b="0" i="1" smtClean="0">
                        <a:latin typeface="Cambria Math" panose="02040503050406030204" pitchFamily="18" charset="0"/>
                        <a:cs typeface="Aban" pitchFamily="2" charset="-78"/>
                      </a:rPr>
                      <m:t>&lt;</m:t>
                    </m:r>
                    <m:r>
                      <a:rPr lang="en-US" b="0" i="1" smtClean="0">
                        <a:latin typeface="Cambria Math" panose="02040503050406030204" pitchFamily="18" charset="0"/>
                        <a:cs typeface="Aban" pitchFamily="2" charset="-78"/>
                      </a:rPr>
                      <m:t>𝛽</m:t>
                    </m:r>
                    <m:r>
                      <a:rPr lang="en-US" b="0" i="1" smtClean="0">
                        <a:latin typeface="Cambria Math" panose="02040503050406030204" pitchFamily="18" charset="0"/>
                        <a:cs typeface="Aban" pitchFamily="2" charset="-78"/>
                      </a:rPr>
                      <m:t>∧</m:t>
                    </m:r>
                    <m:r>
                      <a:rPr lang="en-US" b="0" i="1" smtClean="0">
                        <a:latin typeface="Cambria Math" panose="02040503050406030204" pitchFamily="18" charset="0"/>
                        <a:cs typeface="Aban" pitchFamily="2" charset="-78"/>
                      </a:rPr>
                      <m:t>𝛾</m:t>
                    </m:r>
                    <m:r>
                      <a:rPr lang="en-US" b="0" i="1" smtClean="0">
                        <a:latin typeface="Cambria Math" panose="02040503050406030204" pitchFamily="18" charset="0"/>
                        <a:cs typeface="Aban" pitchFamily="2" charset="-78"/>
                      </a:rPr>
                      <m:t>&lt;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𝛾</m:t>
                        </m:r>
                      </m:e>
                      <m:sub>
                        <m:r>
                          <a:rPr lang="en-US" b="0" i="1" smtClean="0">
                            <a:latin typeface="Cambria Math" panose="02040503050406030204" pitchFamily="18" charset="0"/>
                            <a:cs typeface="Aban" pitchFamily="2" charset="-78"/>
                          </a:rPr>
                          <m:t>𝐶</m:t>
                        </m:r>
                      </m:sub>
                    </m:sSub>
                    <m:r>
                      <a:rPr lang="en-US" b="0" i="1" smtClean="0">
                        <a:latin typeface="Cambria Math" panose="02040503050406030204" pitchFamily="18" charset="0"/>
                        <a:cs typeface="Aban" pitchFamily="2" charset="-78"/>
                      </a:rPr>
                      <m:t>⇒(</m:t>
                    </m:r>
                    <m:r>
                      <a:rPr lang="en-US" b="0" i="1" smtClean="0">
                        <a:latin typeface="Cambria Math" panose="02040503050406030204" pitchFamily="18" charset="0"/>
                        <a:cs typeface="Aban" pitchFamily="2" charset="-78"/>
                      </a:rPr>
                      <m:t>𝐶</m:t>
                    </m:r>
                    <m:r>
                      <a:rPr lang="en-US" b="0" i="1" smtClean="0">
                        <a:latin typeface="Cambria Math" panose="02040503050406030204" pitchFamily="18" charset="0"/>
                        <a:cs typeface="Aban" pitchFamily="2" charset="-78"/>
                      </a:rPr>
                      <m:t>,</m:t>
                    </m:r>
                    <m:r>
                      <a:rPr lang="en-US" b="0" i="1" smtClean="0">
                        <a:latin typeface="Cambria Math" panose="02040503050406030204" pitchFamily="18" charset="0"/>
                        <a:cs typeface="Aban" pitchFamily="2" charset="-78"/>
                      </a:rPr>
                      <m:t>𝑁</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𝐶</m:t>
                        </m:r>
                      </m:e>
                      <m:sub>
                        <m:r>
                          <a:rPr lang="en-US" b="0" i="1" smtClean="0">
                            <a:latin typeface="Cambria Math" panose="02040503050406030204" pitchFamily="18" charset="0"/>
                            <a:cs typeface="Aban" pitchFamily="2" charset="-78"/>
                          </a:rPr>
                          <m:t>𝑑</m:t>
                        </m:r>
                      </m:sub>
                    </m:sSub>
                    <m:r>
                      <a:rPr lang="en-US" b="0" i="1" smtClean="0">
                        <a:latin typeface="Cambria Math" panose="02040503050406030204" pitchFamily="18" charset="0"/>
                        <a:cs typeface="Aban" pitchFamily="2" charset="-78"/>
                      </a:rPr>
                      <m:t>)</m:t>
                    </m:r>
                  </m:oMath>
                </a14:m>
                <a:endParaRPr lang="en-US" dirty="0">
                  <a:cs typeface="Aban" pitchFamily="2" charset="-78"/>
                </a:endParaRPr>
              </a:p>
              <a:p>
                <a:pPr marL="285750" indent="-285750" algn="just" rtl="1">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𝛽</m:t>
                        </m:r>
                      </m:e>
                      <m:sub>
                        <m:r>
                          <a:rPr lang="en-US" b="0" i="1" smtClean="0">
                            <a:latin typeface="Cambria Math" panose="02040503050406030204" pitchFamily="18" charset="0"/>
                            <a:cs typeface="Aban" pitchFamily="2" charset="-78"/>
                          </a:rPr>
                          <m:t>𝐶𝐶</m:t>
                        </m:r>
                      </m:sub>
                    </m:sSub>
                    <m:r>
                      <a:rPr lang="en-US" b="0" i="1" smtClean="0">
                        <a:latin typeface="Cambria Math" panose="02040503050406030204" pitchFamily="18" charset="0"/>
                        <a:cs typeface="Aban" pitchFamily="2" charset="-78"/>
                      </a:rPr>
                      <m:t>&lt;</m:t>
                    </m:r>
                    <m:r>
                      <a:rPr lang="en-US" b="0" i="1" smtClean="0">
                        <a:latin typeface="Cambria Math" panose="02040503050406030204" pitchFamily="18" charset="0"/>
                        <a:cs typeface="Aban" pitchFamily="2" charset="-78"/>
                      </a:rPr>
                      <m:t>𝛽</m:t>
                    </m:r>
                    <m:r>
                      <a:rPr lang="en-US" b="0" i="1" smtClean="0">
                        <a:latin typeface="Cambria Math" panose="02040503050406030204" pitchFamily="18" charset="0"/>
                        <a:cs typeface="Aban" pitchFamily="2" charset="-78"/>
                      </a:rPr>
                      <m: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𝛾</m:t>
                        </m:r>
                      </m:e>
                      <m:sub>
                        <m:r>
                          <a:rPr lang="en-US" b="0" i="1" smtClean="0">
                            <a:latin typeface="Cambria Math" panose="02040503050406030204" pitchFamily="18" charset="0"/>
                            <a:cs typeface="Aban" pitchFamily="2" charset="-78"/>
                          </a:rPr>
                          <m:t>𝐶</m:t>
                        </m:r>
                      </m:sub>
                    </m:sSub>
                    <m:r>
                      <a:rPr lang="en-US" b="0" i="1" smtClean="0">
                        <a:latin typeface="Cambria Math" panose="02040503050406030204" pitchFamily="18" charset="0"/>
                        <a:cs typeface="Aban" pitchFamily="2" charset="-78"/>
                      </a:rPr>
                      <m:t>&lt;</m:t>
                    </m:r>
                    <m:r>
                      <a:rPr lang="en-US" b="0" i="1" smtClean="0">
                        <a:latin typeface="Cambria Math" panose="02040503050406030204" pitchFamily="18" charset="0"/>
                        <a:cs typeface="Aban" pitchFamily="2" charset="-78"/>
                      </a:rPr>
                      <m:t>𝛾</m:t>
                    </m:r>
                    <m:r>
                      <a:rPr lang="en-US" b="0" i="1" smtClean="0">
                        <a:latin typeface="Cambria Math" panose="02040503050406030204" pitchFamily="18" charset="0"/>
                        <a:cs typeface="Aban" pitchFamily="2" charset="-78"/>
                      </a:rPr>
                      <m:t>&lt;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𝛾</m:t>
                        </m:r>
                      </m:e>
                      <m:sub>
                        <m:r>
                          <a:rPr lang="en-US" b="0" i="1" smtClean="0">
                            <a:latin typeface="Cambria Math" panose="02040503050406030204" pitchFamily="18" charset="0"/>
                            <a:cs typeface="Aban" pitchFamily="2" charset="-78"/>
                          </a:rPr>
                          <m:t>𝑁𝐶</m:t>
                        </m:r>
                      </m:sub>
                    </m:sSub>
                    <m:r>
                      <a:rPr lang="en-US" b="0" i="1" smtClean="0">
                        <a:latin typeface="Cambria Math" panose="02040503050406030204" pitchFamily="18" charset="0"/>
                        <a:cs typeface="Aban" pitchFamily="2" charset="-78"/>
                      </a:rPr>
                      <m:t>⇒</m:t>
                    </m:r>
                    <m:d>
                      <m:dPr>
                        <m:ctrlPr>
                          <a:rPr lang="en-US" b="0" i="1" smtClean="0">
                            <a:latin typeface="Cambria Math" panose="02040503050406030204" pitchFamily="18" charset="0"/>
                            <a:cs typeface="Aban" pitchFamily="2" charset="-78"/>
                          </a:rPr>
                        </m:ctrlPr>
                      </m:dPr>
                      <m:e>
                        <m:r>
                          <a:rPr lang="en-US" b="0" i="1" smtClean="0">
                            <a:latin typeface="Cambria Math" panose="02040503050406030204" pitchFamily="18" charset="0"/>
                            <a:cs typeface="Aban" pitchFamily="2" charset="-78"/>
                          </a:rPr>
                          <m:t>𝐶</m:t>
                        </m:r>
                        <m:r>
                          <a:rPr lang="en-US" b="0" i="1" smtClean="0">
                            <a:latin typeface="Cambria Math" panose="02040503050406030204" pitchFamily="18" charset="0"/>
                            <a:cs typeface="Aban" pitchFamily="2" charset="-78"/>
                          </a:rPr>
                          <m:t>,</m:t>
                        </m:r>
                        <m:r>
                          <a:rPr lang="en-US" b="0" i="1" smtClean="0">
                            <a:latin typeface="Cambria Math" panose="02040503050406030204" pitchFamily="18" charset="0"/>
                            <a:cs typeface="Aban" pitchFamily="2" charset="-78"/>
                          </a:rPr>
                          <m:t>𝑁</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𝐶</m:t>
                            </m:r>
                          </m:e>
                          <m:sub>
                            <m:r>
                              <a:rPr lang="en-US" b="0" i="1" smtClean="0">
                                <a:latin typeface="Cambria Math" panose="02040503050406030204" pitchFamily="18" charset="0"/>
                                <a:cs typeface="Aban" pitchFamily="2" charset="-78"/>
                              </a:rPr>
                              <m:t>𝑑</m:t>
                            </m:r>
                          </m:sub>
                        </m:sSub>
                      </m:e>
                    </m:d>
                  </m:oMath>
                </a14:m>
                <a:endParaRPr lang="en-US" b="0" dirty="0">
                  <a:cs typeface="Aban" pitchFamily="2" charset="-78"/>
                </a:endParaRPr>
              </a:p>
              <a:p>
                <a:pPr marL="285750" indent="-285750" algn="just" rtl="1">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𝛽</m:t>
                        </m:r>
                      </m:e>
                      <m:sub>
                        <m:r>
                          <a:rPr lang="en-US" b="0" i="1" smtClean="0">
                            <a:latin typeface="Cambria Math" panose="02040503050406030204" pitchFamily="18" charset="0"/>
                            <a:cs typeface="Aban" pitchFamily="2" charset="-78"/>
                          </a:rPr>
                          <m:t>𝐶𝐶</m:t>
                        </m:r>
                      </m:sub>
                    </m:sSub>
                    <m:r>
                      <a:rPr lang="en-US" b="0" i="1" smtClean="0">
                        <a:latin typeface="Cambria Math" panose="02040503050406030204" pitchFamily="18" charset="0"/>
                        <a:cs typeface="Aban" pitchFamily="2" charset="-78"/>
                      </a:rPr>
                      <m:t>&lt;</m:t>
                    </m:r>
                    <m:r>
                      <a:rPr lang="en-US" b="0" i="1" smtClean="0">
                        <a:latin typeface="Cambria Math" panose="02040503050406030204" pitchFamily="18" charset="0"/>
                        <a:cs typeface="Aban" pitchFamily="2" charset="-78"/>
                      </a:rPr>
                      <m:t>𝛽</m:t>
                    </m:r>
                    <m:r>
                      <a:rPr lang="en-US" b="0" i="1" smtClean="0">
                        <a:latin typeface="Cambria Math" panose="02040503050406030204" pitchFamily="18" charset="0"/>
                        <a:cs typeface="Aban" pitchFamily="2" charset="-78"/>
                      </a:rPr>
                      <m:t>∧</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𝛾</m:t>
                        </m:r>
                      </m:e>
                      <m:sub>
                        <m:r>
                          <a:rPr lang="en-US" b="0" i="1" smtClean="0">
                            <a:latin typeface="Cambria Math" panose="02040503050406030204" pitchFamily="18" charset="0"/>
                            <a:cs typeface="Aban" pitchFamily="2" charset="-78"/>
                          </a:rPr>
                          <m:t>𝑁𝐶</m:t>
                        </m:r>
                      </m:sub>
                    </m:sSub>
                    <m:r>
                      <a:rPr lang="en-US" b="0" i="1" smtClean="0">
                        <a:latin typeface="Cambria Math" panose="02040503050406030204" pitchFamily="18" charset="0"/>
                        <a:cs typeface="Aban" pitchFamily="2" charset="-78"/>
                      </a:rPr>
                      <m:t>&lt;</m:t>
                    </m:r>
                    <m:r>
                      <a:rPr lang="en-US" b="0" i="1" smtClean="0">
                        <a:latin typeface="Cambria Math" panose="02040503050406030204" pitchFamily="18" charset="0"/>
                        <a:cs typeface="Aban" pitchFamily="2" charset="-78"/>
                      </a:rPr>
                      <m:t>𝛾</m:t>
                    </m:r>
                    <m:r>
                      <a:rPr lang="en-US" b="0" i="1" smtClean="0">
                        <a:latin typeface="Cambria Math" panose="02040503050406030204" pitchFamily="18" charset="0"/>
                        <a:cs typeface="Aban" pitchFamily="2" charset="-78"/>
                      </a:rPr>
                      <m:t>⇒(</m:t>
                    </m:r>
                    <m:r>
                      <a:rPr lang="en-US" b="0" i="1" smtClean="0">
                        <a:latin typeface="Cambria Math" panose="02040503050406030204" pitchFamily="18" charset="0"/>
                        <a:cs typeface="Aban" pitchFamily="2" charset="-78"/>
                      </a:rPr>
                      <m:t>𝑁𝐶</m:t>
                    </m:r>
                    <m:r>
                      <a:rPr lang="en-US" b="0" i="1" smtClean="0">
                        <a:latin typeface="Cambria Math" panose="02040503050406030204" pitchFamily="18" charset="0"/>
                        <a:cs typeface="Aban" pitchFamily="2" charset="-78"/>
                      </a:rPr>
                      <m:t>,</m:t>
                    </m:r>
                    <m:r>
                      <a:rPr lang="en-US" b="0" i="1" smtClean="0">
                        <a:latin typeface="Cambria Math" panose="02040503050406030204" pitchFamily="18" charset="0"/>
                        <a:cs typeface="Aban" pitchFamily="2" charset="-78"/>
                      </a:rPr>
                      <m:t>𝑁</m:t>
                    </m:r>
                    <m:sSub>
                      <m:sSubPr>
                        <m:ctrlPr>
                          <a:rPr lang="en-US" b="0" i="1" smtClean="0">
                            <a:latin typeface="Cambria Math" panose="02040503050406030204" pitchFamily="18" charset="0"/>
                            <a:cs typeface="Aban" pitchFamily="2" charset="-78"/>
                          </a:rPr>
                        </m:ctrlPr>
                      </m:sSubPr>
                      <m:e>
                        <m:r>
                          <a:rPr lang="en-US" b="0" i="1" smtClean="0">
                            <a:latin typeface="Cambria Math" panose="02040503050406030204" pitchFamily="18" charset="0"/>
                            <a:cs typeface="Aban" pitchFamily="2" charset="-78"/>
                          </a:rPr>
                          <m:t>𝐶</m:t>
                        </m:r>
                      </m:e>
                      <m:sub>
                        <m:r>
                          <a:rPr lang="en-US" b="0" i="1" smtClean="0">
                            <a:latin typeface="Cambria Math" panose="02040503050406030204" pitchFamily="18" charset="0"/>
                            <a:cs typeface="Aban" pitchFamily="2" charset="-78"/>
                          </a:rPr>
                          <m:t>𝑑</m:t>
                        </m:r>
                      </m:sub>
                    </m:sSub>
                    <m:r>
                      <a:rPr lang="en-US" b="0" i="1" smtClean="0">
                        <a:latin typeface="Cambria Math" panose="02040503050406030204" pitchFamily="18" charset="0"/>
                        <a:cs typeface="Aban" pitchFamily="2" charset="-78"/>
                      </a:rPr>
                      <m:t>)</m:t>
                    </m:r>
                  </m:oMath>
                </a14:m>
                <a:endParaRPr lang="en-US" dirty="0">
                  <a:cs typeface="Aban" pitchFamily="2" charset="-78"/>
                </a:endParaRPr>
              </a:p>
              <a:p>
                <a:pPr marL="285750" indent="-285750" algn="just" rtl="1">
                  <a:buFont typeface="Arial" panose="020B0604020202020204" pitchFamily="34" charset="0"/>
                  <a:buChar char="•"/>
                </a:pPr>
                <a:endParaRPr lang="en-US" dirty="0">
                  <a:cs typeface="Aban" pitchFamily="2" charset="-78"/>
                </a:endParaRPr>
              </a:p>
              <a:p>
                <a:pPr algn="just" rtl="1"/>
                <a:endParaRPr lang="fa-IR" dirty="0">
                  <a:cs typeface="Aban" pitchFamily="2" charset="-78"/>
                </a:endParaRPr>
              </a:p>
            </p:txBody>
          </p:sp>
        </mc:Choice>
        <mc:Fallback>
          <p:sp>
            <p:nvSpPr>
              <p:cNvPr id="4" name="TextBox 3">
                <a:extLst>
                  <a:ext uri="{FF2B5EF4-FFF2-40B4-BE49-F238E27FC236}">
                    <a16:creationId xmlns:a16="http://schemas.microsoft.com/office/drawing/2014/main" id="{7954E01E-C4DB-4790-BB85-CAE156BD1938}"/>
                  </a:ext>
                </a:extLst>
              </p:cNvPr>
              <p:cNvSpPr txBox="1">
                <a:spLocks noRot="1" noChangeAspect="1" noMove="1" noResize="1" noEditPoints="1" noAdjustHandles="1" noChangeArrowheads="1" noChangeShapeType="1" noTextEdit="1"/>
              </p:cNvSpPr>
              <p:nvPr/>
            </p:nvSpPr>
            <p:spPr>
              <a:xfrm>
                <a:off x="578554" y="411884"/>
                <a:ext cx="8253008" cy="1384995"/>
              </a:xfrm>
              <a:prstGeom prst="rect">
                <a:avLst/>
              </a:prstGeom>
              <a:blipFill>
                <a:blip r:embed="rId3"/>
                <a:stretch>
                  <a:fillRect t="-441" r="-222"/>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40220FB3-4E26-4937-BA47-0ABC37B63201}"/>
              </a:ext>
            </a:extLst>
          </p:cNvPr>
          <p:cNvPicPr>
            <a:picLocks noChangeAspect="1"/>
          </p:cNvPicPr>
          <p:nvPr/>
        </p:nvPicPr>
        <p:blipFill>
          <a:blip r:embed="rId4"/>
          <a:stretch>
            <a:fillRect/>
          </a:stretch>
        </p:blipFill>
        <p:spPr>
          <a:xfrm>
            <a:off x="1209820" y="1796879"/>
            <a:ext cx="6990476" cy="2552381"/>
          </a:xfrm>
          <a:prstGeom prst="rect">
            <a:avLst/>
          </a:prstGeom>
        </p:spPr>
      </p:pic>
    </p:spTree>
    <p:extLst>
      <p:ext uri="{BB962C8B-B14F-4D97-AF65-F5344CB8AC3E}">
        <p14:creationId xmlns:p14="http://schemas.microsoft.com/office/powerpoint/2010/main" val="32701888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74"/>
        <p:cNvGrpSpPr/>
        <p:nvPr/>
      </p:nvGrpSpPr>
      <p:grpSpPr>
        <a:xfrm>
          <a:off x="0" y="0"/>
          <a:ext cx="0" cy="0"/>
          <a:chOff x="0" y="0"/>
          <a:chExt cx="0" cy="0"/>
        </a:xfrm>
      </p:grpSpPr>
      <p:sp>
        <p:nvSpPr>
          <p:cNvPr id="2976" name="Google Shape;2976;p110"/>
          <p:cNvSpPr/>
          <p:nvPr/>
        </p:nvSpPr>
        <p:spPr>
          <a:xfrm rot="-728472">
            <a:off x="2647897" y="1457339"/>
            <a:ext cx="4343351" cy="4248204"/>
          </a:xfrm>
          <a:prstGeom prst="roundRect">
            <a:avLst>
              <a:gd name="adj" fmla="val 6906"/>
            </a:avLst>
          </a:prstGeom>
          <a:solidFill>
            <a:schemeClr val="accent1"/>
          </a:solidFill>
          <a:ln>
            <a:noFill/>
          </a:ln>
        </p:spPr>
        <p:txBody>
          <a:bodyPr spcFirstLastPara="1" wrap="square" lIns="91425" tIns="91425" rIns="91425" bIns="91425" anchor="ctr" anchorCtr="0">
            <a:noAutofit/>
          </a:bodyPr>
          <a:lstStyle/>
          <a:p>
            <a:pPr marL="0" lvl="0" indent="0" algn="r" rtl="1">
              <a:spcBef>
                <a:spcPts val="0"/>
              </a:spcBef>
              <a:spcAft>
                <a:spcPts val="0"/>
              </a:spcAft>
              <a:buNone/>
            </a:pPr>
            <a:r>
              <a:rPr lang="fa-IR" sz="8800" dirty="0">
                <a:cs typeface="A Naskh Tahrir" panose="00000700000000000000" pitchFamily="2" charset="-78"/>
              </a:rPr>
              <a:t>نتیجه گیری</a:t>
            </a:r>
            <a:endParaRPr sz="8800" dirty="0">
              <a:cs typeface="A Naskh Tahrir" panose="00000700000000000000" pitchFamily="2" charset="-78"/>
            </a:endParaRPr>
          </a:p>
        </p:txBody>
      </p:sp>
      <p:grpSp>
        <p:nvGrpSpPr>
          <p:cNvPr id="2977" name="Google Shape;2977;p110"/>
          <p:cNvGrpSpPr/>
          <p:nvPr/>
        </p:nvGrpSpPr>
        <p:grpSpPr>
          <a:xfrm rot="1094627">
            <a:off x="-224404" y="2041524"/>
            <a:ext cx="3155654" cy="2694805"/>
            <a:chOff x="3990232" y="1524280"/>
            <a:chExt cx="294644" cy="251613"/>
          </a:xfrm>
        </p:grpSpPr>
        <p:sp>
          <p:nvSpPr>
            <p:cNvPr id="2978" name="Google Shape;2978;p110"/>
            <p:cNvSpPr/>
            <p:nvPr/>
          </p:nvSpPr>
          <p:spPr>
            <a:xfrm>
              <a:off x="3990232" y="1524280"/>
              <a:ext cx="294644" cy="251613"/>
            </a:xfrm>
            <a:custGeom>
              <a:avLst/>
              <a:gdLst/>
              <a:ahLst/>
              <a:cxnLst/>
              <a:rect l="l" t="t" r="r" b="b"/>
              <a:pathLst>
                <a:path w="19679" h="16805" extrusionOk="0">
                  <a:moveTo>
                    <a:pt x="4933" y="0"/>
                  </a:moveTo>
                  <a:cubicBezTo>
                    <a:pt x="3281" y="0"/>
                    <a:pt x="1628" y="347"/>
                    <a:pt x="84" y="1036"/>
                  </a:cubicBezTo>
                  <a:cubicBezTo>
                    <a:pt x="42" y="1057"/>
                    <a:pt x="0" y="1099"/>
                    <a:pt x="0" y="1141"/>
                  </a:cubicBezTo>
                  <a:lnTo>
                    <a:pt x="0" y="16615"/>
                  </a:lnTo>
                  <a:cubicBezTo>
                    <a:pt x="0" y="16688"/>
                    <a:pt x="79" y="16745"/>
                    <a:pt x="142" y="16745"/>
                  </a:cubicBezTo>
                  <a:cubicBezTo>
                    <a:pt x="151" y="16745"/>
                    <a:pt x="160" y="16744"/>
                    <a:pt x="168" y="16741"/>
                  </a:cubicBezTo>
                  <a:cubicBezTo>
                    <a:pt x="1684" y="16071"/>
                    <a:pt x="3301" y="15739"/>
                    <a:pt x="4918" y="15739"/>
                  </a:cubicBezTo>
                  <a:cubicBezTo>
                    <a:pt x="6597" y="15739"/>
                    <a:pt x="8276" y="16097"/>
                    <a:pt x="9840" y="16804"/>
                  </a:cubicBezTo>
                  <a:cubicBezTo>
                    <a:pt x="11404" y="16097"/>
                    <a:pt x="13082" y="15739"/>
                    <a:pt x="14762" y="15739"/>
                  </a:cubicBezTo>
                  <a:cubicBezTo>
                    <a:pt x="16378" y="15739"/>
                    <a:pt x="17995" y="16071"/>
                    <a:pt x="19511" y="16741"/>
                  </a:cubicBezTo>
                  <a:cubicBezTo>
                    <a:pt x="19519" y="16744"/>
                    <a:pt x="19528" y="16745"/>
                    <a:pt x="19537" y="16745"/>
                  </a:cubicBezTo>
                  <a:cubicBezTo>
                    <a:pt x="19600" y="16745"/>
                    <a:pt x="19679" y="16688"/>
                    <a:pt x="19679" y="16615"/>
                  </a:cubicBezTo>
                  <a:lnTo>
                    <a:pt x="19679" y="1141"/>
                  </a:lnTo>
                  <a:cubicBezTo>
                    <a:pt x="19679" y="1099"/>
                    <a:pt x="19637" y="1057"/>
                    <a:pt x="19595" y="1036"/>
                  </a:cubicBezTo>
                  <a:cubicBezTo>
                    <a:pt x="18051" y="347"/>
                    <a:pt x="16398" y="0"/>
                    <a:pt x="14747" y="0"/>
                  </a:cubicBezTo>
                  <a:cubicBezTo>
                    <a:pt x="13071" y="0"/>
                    <a:pt x="11396" y="358"/>
                    <a:pt x="9840" y="1078"/>
                  </a:cubicBezTo>
                  <a:cubicBezTo>
                    <a:pt x="8283" y="358"/>
                    <a:pt x="6609" y="0"/>
                    <a:pt x="49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110"/>
            <p:cNvSpPr/>
            <p:nvPr/>
          </p:nvSpPr>
          <p:spPr>
            <a:xfrm>
              <a:off x="4003138" y="1524430"/>
              <a:ext cx="281738" cy="230367"/>
            </a:xfrm>
            <a:custGeom>
              <a:avLst/>
              <a:gdLst/>
              <a:ahLst/>
              <a:cxnLst/>
              <a:rect l="l" t="t" r="r" b="b"/>
              <a:pathLst>
                <a:path w="18817" h="15386" extrusionOk="0">
                  <a:moveTo>
                    <a:pt x="13885" y="1"/>
                  </a:moveTo>
                  <a:cubicBezTo>
                    <a:pt x="12209" y="1"/>
                    <a:pt x="10534" y="358"/>
                    <a:pt x="8978" y="1068"/>
                  </a:cubicBezTo>
                  <a:cubicBezTo>
                    <a:pt x="7423" y="360"/>
                    <a:pt x="5747" y="5"/>
                    <a:pt x="4069" y="5"/>
                  </a:cubicBezTo>
                  <a:cubicBezTo>
                    <a:pt x="2706" y="5"/>
                    <a:pt x="1343" y="239"/>
                    <a:pt x="42" y="711"/>
                  </a:cubicBezTo>
                  <a:lnTo>
                    <a:pt x="0" y="711"/>
                  </a:lnTo>
                  <a:lnTo>
                    <a:pt x="0" y="15196"/>
                  </a:lnTo>
                  <a:cubicBezTo>
                    <a:pt x="0" y="15262"/>
                    <a:pt x="51" y="15315"/>
                    <a:pt x="114" y="15315"/>
                  </a:cubicBezTo>
                  <a:cubicBezTo>
                    <a:pt x="132" y="15315"/>
                    <a:pt x="150" y="15311"/>
                    <a:pt x="168" y="15301"/>
                  </a:cubicBezTo>
                  <a:cubicBezTo>
                    <a:pt x="1858" y="14556"/>
                    <a:pt x="3381" y="14304"/>
                    <a:pt x="4666" y="14304"/>
                  </a:cubicBezTo>
                  <a:cubicBezTo>
                    <a:pt x="7332" y="14304"/>
                    <a:pt x="8978" y="15386"/>
                    <a:pt x="8978" y="15386"/>
                  </a:cubicBezTo>
                  <a:cubicBezTo>
                    <a:pt x="10765" y="14671"/>
                    <a:pt x="12657" y="14313"/>
                    <a:pt x="14570" y="14313"/>
                  </a:cubicBezTo>
                  <a:cubicBezTo>
                    <a:pt x="14626" y="14313"/>
                    <a:pt x="14682" y="14312"/>
                    <a:pt x="14738" y="14312"/>
                  </a:cubicBezTo>
                  <a:cubicBezTo>
                    <a:pt x="16131" y="14312"/>
                    <a:pt x="17503" y="14563"/>
                    <a:pt x="18817" y="15028"/>
                  </a:cubicBezTo>
                  <a:lnTo>
                    <a:pt x="18817" y="1131"/>
                  </a:lnTo>
                  <a:cubicBezTo>
                    <a:pt x="18817" y="1089"/>
                    <a:pt x="18775" y="1047"/>
                    <a:pt x="18733" y="1047"/>
                  </a:cubicBezTo>
                  <a:cubicBezTo>
                    <a:pt x="17189" y="348"/>
                    <a:pt x="15536" y="1"/>
                    <a:pt x="138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110"/>
            <p:cNvSpPr/>
            <p:nvPr/>
          </p:nvSpPr>
          <p:spPr>
            <a:xfrm>
              <a:off x="4137547" y="1524280"/>
              <a:ext cx="147329" cy="230517"/>
            </a:xfrm>
            <a:custGeom>
              <a:avLst/>
              <a:gdLst/>
              <a:ahLst/>
              <a:cxnLst/>
              <a:rect l="l" t="t" r="r" b="b"/>
              <a:pathLst>
                <a:path w="9840" h="15396" extrusionOk="0">
                  <a:moveTo>
                    <a:pt x="4908" y="0"/>
                  </a:moveTo>
                  <a:cubicBezTo>
                    <a:pt x="3232" y="0"/>
                    <a:pt x="1557" y="358"/>
                    <a:pt x="1" y="1078"/>
                  </a:cubicBezTo>
                  <a:lnTo>
                    <a:pt x="1" y="15396"/>
                  </a:lnTo>
                  <a:cubicBezTo>
                    <a:pt x="1788" y="14681"/>
                    <a:pt x="3680" y="14323"/>
                    <a:pt x="5593" y="14323"/>
                  </a:cubicBezTo>
                  <a:cubicBezTo>
                    <a:pt x="5649" y="14323"/>
                    <a:pt x="5705" y="14322"/>
                    <a:pt x="5761" y="14322"/>
                  </a:cubicBezTo>
                  <a:cubicBezTo>
                    <a:pt x="7154" y="14322"/>
                    <a:pt x="8526" y="14573"/>
                    <a:pt x="9840" y="15038"/>
                  </a:cubicBezTo>
                  <a:lnTo>
                    <a:pt x="9840" y="1141"/>
                  </a:lnTo>
                  <a:cubicBezTo>
                    <a:pt x="9840" y="1099"/>
                    <a:pt x="9798" y="1057"/>
                    <a:pt x="9756" y="1036"/>
                  </a:cubicBezTo>
                  <a:cubicBezTo>
                    <a:pt x="8212" y="347"/>
                    <a:pt x="6559" y="0"/>
                    <a:pt x="4908"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 name="Google Shape;2813;p106">
            <a:extLst>
              <a:ext uri="{FF2B5EF4-FFF2-40B4-BE49-F238E27FC236}">
                <a16:creationId xmlns:a16="http://schemas.microsoft.com/office/drawing/2014/main" id="{82F5718D-4F20-4343-92B2-9DA355302FD0}"/>
              </a:ext>
            </a:extLst>
          </p:cNvPr>
          <p:cNvSpPr txBox="1">
            <a:spLocks/>
          </p:cNvSpPr>
          <p:nvPr/>
        </p:nvSpPr>
        <p:spPr>
          <a:xfrm rot="20930857">
            <a:off x="2547300" y="354650"/>
            <a:ext cx="2024700" cy="13869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8800" dirty="0">
                <a:latin typeface="Adventure" panose="04020700000000000000" pitchFamily="82" charset="0"/>
              </a:rPr>
              <a:t>07</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930"/>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D748C0AC-A9CE-4676-9B24-26DA80C1BA30}"/>
                  </a:ext>
                </a:extLst>
              </p:cNvPr>
              <p:cNvSpPr txBox="1"/>
              <p:nvPr/>
            </p:nvSpPr>
            <p:spPr>
              <a:xfrm>
                <a:off x="505326" y="228600"/>
                <a:ext cx="8085221" cy="4031873"/>
              </a:xfrm>
              <a:prstGeom prst="rect">
                <a:avLst/>
              </a:prstGeom>
              <a:noFill/>
            </p:spPr>
            <p:txBody>
              <a:bodyPr wrap="square" rtlCol="0">
                <a:spAutoFit/>
              </a:bodyPr>
              <a:lstStyle/>
              <a:p>
                <a:pPr marL="285750" indent="-285750" algn="just" rtl="1">
                  <a:buFont typeface="Arial" panose="020B0604020202020204" pitchFamily="34" charset="0"/>
                  <a:buChar char="•"/>
                </a:pPr>
                <a:r>
                  <a:rPr lang="fa-IR" sz="1600" dirty="0">
                    <a:solidFill>
                      <a:schemeClr val="accent1"/>
                    </a:solidFill>
                    <a:cs typeface="Aban" pitchFamily="2" charset="-78"/>
                  </a:rPr>
                  <a:t>در تعادل نش مطلق دیدیم که در صورت پایین بودن مقادیر </a:t>
                </a:r>
                <a14:m>
                  <m:oMath xmlns:m="http://schemas.openxmlformats.org/officeDocument/2006/math">
                    <m:r>
                      <a:rPr lang="en-US" sz="1600" b="0" i="1" smtClean="0">
                        <a:solidFill>
                          <a:schemeClr val="accent1"/>
                        </a:solidFill>
                        <a:latin typeface="Cambria Math" panose="02040503050406030204" pitchFamily="18" charset="0"/>
                        <a:cs typeface="Aban" pitchFamily="2" charset="-78"/>
                      </a:rPr>
                      <m:t>𝛽</m:t>
                    </m:r>
                  </m:oMath>
                </a14:m>
                <a:r>
                  <a:rPr lang="fa-IR" sz="1600" dirty="0">
                    <a:solidFill>
                      <a:schemeClr val="accent1"/>
                    </a:solidFill>
                    <a:cs typeface="Aban" pitchFamily="2" charset="-78"/>
                  </a:rPr>
                  <a:t> و </a:t>
                </a:r>
                <a14:m>
                  <m:oMath xmlns:m="http://schemas.openxmlformats.org/officeDocument/2006/math">
                    <m:r>
                      <a:rPr lang="en-US" sz="1600" b="0" i="1" smtClean="0">
                        <a:solidFill>
                          <a:schemeClr val="accent1"/>
                        </a:solidFill>
                        <a:latin typeface="Cambria Math" panose="02040503050406030204" pitchFamily="18" charset="0"/>
                        <a:cs typeface="Aban" pitchFamily="2" charset="-78"/>
                      </a:rPr>
                      <m:t>𝛾</m:t>
                    </m:r>
                  </m:oMath>
                </a14:m>
                <a:r>
                  <a:rPr lang="fa-IR" sz="1600" b="0" dirty="0">
                    <a:solidFill>
                      <a:schemeClr val="accent1"/>
                    </a:solidFill>
                    <a:cs typeface="Aban" pitchFamily="2" charset="-78"/>
                  </a:rPr>
                  <a:t> بهترین گزینه مشترک همکاری طرفین است.</a:t>
                </a:r>
              </a:p>
              <a:p>
                <a:pPr marL="285750" indent="-285750" algn="just" rtl="1">
                  <a:buFont typeface="Arial" panose="020B0604020202020204" pitchFamily="34" charset="0"/>
                  <a:buChar char="•"/>
                </a:pPr>
                <a:r>
                  <a:rPr lang="fa-IR" sz="1600" dirty="0">
                    <a:solidFill>
                      <a:schemeClr val="accent1"/>
                    </a:solidFill>
                    <a:cs typeface="Aban" pitchFamily="2" charset="-78"/>
                  </a:rPr>
                  <a:t>در تحلیل حساسیت دیدیم که پایین بودن مقدار </a:t>
                </a:r>
                <a14:m>
                  <m:oMath xmlns:m="http://schemas.openxmlformats.org/officeDocument/2006/math">
                    <m:r>
                      <a:rPr lang="en-US" sz="1600" b="0" i="1" smtClean="0">
                        <a:solidFill>
                          <a:schemeClr val="accent1"/>
                        </a:solidFill>
                        <a:latin typeface="Cambria Math" panose="02040503050406030204" pitchFamily="18" charset="0"/>
                        <a:cs typeface="Aban" pitchFamily="2" charset="-78"/>
                      </a:rPr>
                      <m:t>𝛽</m:t>
                    </m:r>
                  </m:oMath>
                </a14:m>
                <a:r>
                  <a:rPr lang="fa-IR" sz="1600" b="0" dirty="0">
                    <a:solidFill>
                      <a:schemeClr val="accent1"/>
                    </a:solidFill>
                    <a:cs typeface="Aban" pitchFamily="2" charset="-78"/>
                  </a:rPr>
                  <a:t> در حالات مختلف نتیجه مطلوبی ندارد و باعث سواستفاده بیمار از دکتر می‌شود، زیاد بودن این متغیر هم تاثیر منفی دارد و باعث می‌شود دکتر به کسانی که لایق هم هستند کبد ندهد، همچنین دیدیم مقدار </a:t>
                </a:r>
                <a14:m>
                  <m:oMath xmlns:m="http://schemas.openxmlformats.org/officeDocument/2006/math">
                    <m:r>
                      <a:rPr lang="en-US" sz="1600" b="0" i="1" smtClean="0">
                        <a:solidFill>
                          <a:schemeClr val="accent1"/>
                        </a:solidFill>
                        <a:latin typeface="Cambria Math" panose="02040503050406030204" pitchFamily="18" charset="0"/>
                        <a:cs typeface="Aban" pitchFamily="2" charset="-78"/>
                      </a:rPr>
                      <m:t>𝛾</m:t>
                    </m:r>
                  </m:oMath>
                </a14:m>
                <a:r>
                  <a:rPr lang="fa-IR" sz="1600" b="0" dirty="0">
                    <a:solidFill>
                      <a:schemeClr val="accent1"/>
                    </a:solidFill>
                    <a:cs typeface="Aban" pitchFamily="2" charset="-78"/>
                  </a:rPr>
                  <a:t> هرچه کمتر باشد بهتر است. پس بهترین گزینه منطقی برای تعادل مطلق مقدار متعادل </a:t>
                </a:r>
                <a14:m>
                  <m:oMath xmlns:m="http://schemas.openxmlformats.org/officeDocument/2006/math">
                    <m:r>
                      <a:rPr lang="en-US" sz="1600" b="0" i="1" smtClean="0">
                        <a:solidFill>
                          <a:schemeClr val="accent1"/>
                        </a:solidFill>
                        <a:latin typeface="Cambria Math" panose="02040503050406030204" pitchFamily="18" charset="0"/>
                        <a:cs typeface="Aban" pitchFamily="2" charset="-78"/>
                      </a:rPr>
                      <m:t>𝛽</m:t>
                    </m:r>
                  </m:oMath>
                </a14:m>
                <a:r>
                  <a:rPr lang="fa-IR" sz="1600" b="0" dirty="0">
                    <a:solidFill>
                      <a:schemeClr val="accent1"/>
                    </a:solidFill>
                    <a:cs typeface="Aban" pitchFamily="2" charset="-78"/>
                  </a:rPr>
                  <a:t> و کمینه بودن </a:t>
                </a:r>
                <a14:m>
                  <m:oMath xmlns:m="http://schemas.openxmlformats.org/officeDocument/2006/math">
                    <m:r>
                      <a:rPr lang="en-US" sz="1600" b="0" i="1" smtClean="0">
                        <a:solidFill>
                          <a:schemeClr val="accent1"/>
                        </a:solidFill>
                        <a:latin typeface="Cambria Math" panose="02040503050406030204" pitchFamily="18" charset="0"/>
                        <a:cs typeface="Aban" pitchFamily="2" charset="-78"/>
                      </a:rPr>
                      <m:t>𝛾</m:t>
                    </m:r>
                  </m:oMath>
                </a14:m>
                <a:r>
                  <a:rPr lang="fa-IR" sz="1600" b="0" dirty="0">
                    <a:solidFill>
                      <a:schemeClr val="accent1"/>
                    </a:solidFill>
                    <a:cs typeface="Aban" pitchFamily="2" charset="-78"/>
                  </a:rPr>
                  <a:t> است</a:t>
                </a:r>
              </a:p>
              <a:p>
                <a:pPr marL="285750" indent="-285750" algn="just" rtl="1">
                  <a:buFont typeface="Arial" panose="020B0604020202020204" pitchFamily="34" charset="0"/>
                  <a:buChar char="•"/>
                </a:pPr>
                <a:endParaRPr lang="fa-IR" sz="1600" b="0" dirty="0">
                  <a:solidFill>
                    <a:schemeClr val="accent1"/>
                  </a:solidFill>
                  <a:cs typeface="Aban" pitchFamily="2" charset="-78"/>
                </a:endParaRPr>
              </a:p>
              <a:p>
                <a:pPr marL="285750" indent="-285750" algn="just" rtl="1">
                  <a:buFont typeface="Arial" panose="020B0604020202020204" pitchFamily="34" charset="0"/>
                  <a:buChar char="•"/>
                </a:pPr>
                <a:r>
                  <a:rPr lang="fa-IR" sz="1600" dirty="0">
                    <a:solidFill>
                      <a:schemeClr val="accent1"/>
                    </a:solidFill>
                    <a:cs typeface="Aban" pitchFamily="2" charset="-78"/>
                  </a:rPr>
                  <a:t>در بررسی تعادل نش مخلوط دیدیم که برای که برای اکثر حالات متغیرات توازن احتمالی خوبی داریم، برای مقادیر پایین </a:t>
                </a:r>
                <a14:m>
                  <m:oMath xmlns:m="http://schemas.openxmlformats.org/officeDocument/2006/math">
                    <m:r>
                      <a:rPr lang="en-US" sz="1600" b="0" i="1" smtClean="0">
                        <a:solidFill>
                          <a:schemeClr val="accent1"/>
                        </a:solidFill>
                        <a:latin typeface="Cambria Math" panose="02040503050406030204" pitchFamily="18" charset="0"/>
                        <a:cs typeface="Aban" pitchFamily="2" charset="-78"/>
                      </a:rPr>
                      <m:t>𝛾</m:t>
                    </m:r>
                  </m:oMath>
                </a14:m>
                <a:r>
                  <a:rPr lang="fa-IR" sz="1600" b="0" dirty="0">
                    <a:solidFill>
                      <a:schemeClr val="accent1"/>
                    </a:solidFill>
                    <a:cs typeface="Aban" pitchFamily="2" charset="-78"/>
                  </a:rPr>
                  <a:t> دکتر بیشتر همکاری می‌کند و برای مقادیر بالای </a:t>
                </a:r>
                <a14:m>
                  <m:oMath xmlns:m="http://schemas.openxmlformats.org/officeDocument/2006/math">
                    <m:r>
                      <a:rPr lang="en-US" sz="1600" b="0" i="1" smtClean="0">
                        <a:solidFill>
                          <a:schemeClr val="accent1"/>
                        </a:solidFill>
                        <a:latin typeface="Cambria Math" panose="02040503050406030204" pitchFamily="18" charset="0"/>
                        <a:cs typeface="Aban" pitchFamily="2" charset="-78"/>
                      </a:rPr>
                      <m:t>𝛾</m:t>
                    </m:r>
                  </m:oMath>
                </a14:m>
                <a:r>
                  <a:rPr lang="fa-IR" sz="1600" b="0" dirty="0">
                    <a:solidFill>
                      <a:schemeClr val="accent1"/>
                    </a:solidFill>
                    <a:cs typeface="Aban" pitchFamily="2" charset="-78"/>
                  </a:rPr>
                  <a:t> بیمار بیشتر همکاری می‌کند.</a:t>
                </a:r>
              </a:p>
              <a:p>
                <a:pPr marL="285750" indent="-285750" algn="just" rtl="1">
                  <a:buFont typeface="Arial" panose="020B0604020202020204" pitchFamily="34" charset="0"/>
                  <a:buChar char="•"/>
                </a:pPr>
                <a:r>
                  <a:rPr lang="fa-IR" sz="1600" dirty="0">
                    <a:solidFill>
                      <a:schemeClr val="accent1"/>
                    </a:solidFill>
                    <a:cs typeface="Aban" pitchFamily="2" charset="-78"/>
                  </a:rPr>
                  <a:t>بررسی مقایسه ای احتمالی نشان داد که </a:t>
                </a:r>
                <a14:m>
                  <m:oMath xmlns:m="http://schemas.openxmlformats.org/officeDocument/2006/math">
                    <m:r>
                      <a:rPr lang="en-US" sz="1600" b="0" i="1" smtClean="0">
                        <a:solidFill>
                          <a:schemeClr val="accent1"/>
                        </a:solidFill>
                        <a:latin typeface="Cambria Math" panose="02040503050406030204" pitchFamily="18" charset="0"/>
                        <a:cs typeface="Aban" pitchFamily="2" charset="-78"/>
                      </a:rPr>
                      <m:t>𝑞</m:t>
                    </m:r>
                  </m:oMath>
                </a14:m>
                <a:r>
                  <a:rPr lang="fa-IR" sz="1600" b="0" dirty="0">
                    <a:solidFill>
                      <a:schemeClr val="accent1"/>
                    </a:solidFill>
                    <a:cs typeface="Aban" pitchFamily="2" charset="-78"/>
                  </a:rPr>
                  <a:t> یعنی احتمال همکاری دکتر به طور مستقیم با </a:t>
                </a:r>
                <a14:m>
                  <m:oMath xmlns:m="http://schemas.openxmlformats.org/officeDocument/2006/math">
                    <m:r>
                      <a:rPr lang="en-US" sz="1600" b="0" i="1" smtClean="0">
                        <a:solidFill>
                          <a:schemeClr val="accent1"/>
                        </a:solidFill>
                        <a:latin typeface="Cambria Math" panose="02040503050406030204" pitchFamily="18" charset="0"/>
                        <a:cs typeface="Aban" pitchFamily="2" charset="-78"/>
                      </a:rPr>
                      <m:t>𝛾</m:t>
                    </m:r>
                  </m:oMath>
                </a14:m>
                <a:r>
                  <a:rPr lang="fa-IR" sz="1600" b="0" dirty="0">
                    <a:solidFill>
                      <a:schemeClr val="accent1"/>
                    </a:solidFill>
                    <a:cs typeface="Aban" pitchFamily="2" charset="-78"/>
                  </a:rPr>
                  <a:t> و </a:t>
                </a:r>
                <a14:m>
                  <m:oMath xmlns:m="http://schemas.openxmlformats.org/officeDocument/2006/math">
                    <m:r>
                      <a:rPr lang="en-US" sz="1600" b="0" i="1" smtClean="0">
                        <a:solidFill>
                          <a:schemeClr val="accent1"/>
                        </a:solidFill>
                        <a:latin typeface="Cambria Math" panose="02040503050406030204" pitchFamily="18" charset="0"/>
                        <a:cs typeface="Aban" pitchFamily="2" charset="-78"/>
                      </a:rPr>
                      <m:t>𝐵</m:t>
                    </m:r>
                  </m:oMath>
                </a14:m>
                <a:r>
                  <a:rPr lang="fa-IR" sz="1600" b="0" dirty="0">
                    <a:solidFill>
                      <a:schemeClr val="accent1"/>
                    </a:solidFill>
                    <a:cs typeface="Aban" pitchFamily="2" charset="-78"/>
                  </a:rPr>
                  <a:t> و </a:t>
                </a:r>
                <a14:m>
                  <m:oMath xmlns:m="http://schemas.openxmlformats.org/officeDocument/2006/math">
                    <m:r>
                      <a:rPr lang="en-US" sz="1600" b="0" i="1" smtClean="0">
                        <a:solidFill>
                          <a:schemeClr val="accent1"/>
                        </a:solidFill>
                        <a:latin typeface="Cambria Math" panose="02040503050406030204" pitchFamily="18" charset="0"/>
                        <a:cs typeface="Aban" pitchFamily="2" charset="-78"/>
                      </a:rPr>
                      <m:t>𝐻</m:t>
                    </m:r>
                  </m:oMath>
                </a14:m>
                <a:r>
                  <a:rPr lang="fa-IR" sz="1600" b="0" dirty="0">
                    <a:solidFill>
                      <a:schemeClr val="accent1"/>
                    </a:solidFill>
                    <a:cs typeface="Aban" pitchFamily="2" charset="-78"/>
                  </a:rPr>
                  <a:t> رابطه دارد و افزایش این متغیر ها به افزایش احتمال همکاری دکتر می‌انجامد.</a:t>
                </a:r>
              </a:p>
              <a:p>
                <a:pPr marL="285750" indent="-285750" algn="just" rtl="1">
                  <a:buFont typeface="Arial" panose="020B0604020202020204" pitchFamily="34" charset="0"/>
                  <a:buChar char="•"/>
                </a:pPr>
                <a:r>
                  <a:rPr lang="fa-IR" sz="1600" b="0" dirty="0">
                    <a:solidFill>
                      <a:schemeClr val="accent1"/>
                    </a:solidFill>
                    <a:cs typeface="Aban" pitchFamily="2" charset="-78"/>
                  </a:rPr>
                  <a:t>نتیجه گیری تحلیلی این موضوع به ما نشان می‌دهد که همکاری بیشتر دکتر در صورت همکاری بیشتر بیمار است، همچنین آگاه کردن بیمار از ضررات مصرف الکل و فواید ترک آن در احتمال همکاری بیمار موثر است. جدای این مسائل میزان همکاری بیمار تنها وابسته به احساسات دکتر است برای مثال اگر دکتر احساس گناه زیادی بکند یا استیصال زیادی را تجربه کند بیمار باید بیشتر برای ماندن در لیست همکاری کند.</a:t>
                </a:r>
              </a:p>
              <a:p>
                <a:pPr marL="285750" indent="-285750" algn="just" rtl="1">
                  <a:buFont typeface="Arial" panose="020B0604020202020204" pitchFamily="34" charset="0"/>
                  <a:buChar char="•"/>
                </a:pPr>
                <a:endParaRPr lang="fa-IR" sz="1600" dirty="0">
                  <a:solidFill>
                    <a:schemeClr val="accent1"/>
                  </a:solidFill>
                  <a:cs typeface="Aban" pitchFamily="2" charset="-78"/>
                </a:endParaRPr>
              </a:p>
              <a:p>
                <a:pPr marL="285750" indent="-285750" algn="just" rtl="1">
                  <a:buFont typeface="Arial" panose="020B0604020202020204" pitchFamily="34" charset="0"/>
                  <a:buChar char="•"/>
                </a:pPr>
                <a:endParaRPr lang="en-US" sz="1600" b="0" dirty="0">
                  <a:solidFill>
                    <a:schemeClr val="accent1"/>
                  </a:solidFill>
                  <a:cs typeface="Aban" pitchFamily="2" charset="-78"/>
                </a:endParaRPr>
              </a:p>
            </p:txBody>
          </p:sp>
        </mc:Choice>
        <mc:Fallback>
          <p:sp>
            <p:nvSpPr>
              <p:cNvPr id="12" name="TextBox 11">
                <a:extLst>
                  <a:ext uri="{FF2B5EF4-FFF2-40B4-BE49-F238E27FC236}">
                    <a16:creationId xmlns:a16="http://schemas.microsoft.com/office/drawing/2014/main" id="{D748C0AC-A9CE-4676-9B24-26DA80C1BA30}"/>
                  </a:ext>
                </a:extLst>
              </p:cNvPr>
              <p:cNvSpPr txBox="1">
                <a:spLocks noRot="1" noChangeAspect="1" noMove="1" noResize="1" noEditPoints="1" noAdjustHandles="1" noChangeArrowheads="1" noChangeShapeType="1" noTextEdit="1"/>
              </p:cNvSpPr>
              <p:nvPr/>
            </p:nvSpPr>
            <p:spPr>
              <a:xfrm>
                <a:off x="505326" y="228600"/>
                <a:ext cx="8085221" cy="4031873"/>
              </a:xfrm>
              <a:prstGeom prst="rect">
                <a:avLst/>
              </a:prstGeom>
              <a:blipFill>
                <a:blip r:embed="rId3"/>
                <a:stretch>
                  <a:fillRect l="-1131" t="-454" r="-377"/>
                </a:stretch>
              </a:blipFill>
            </p:spPr>
            <p:txBody>
              <a:bodyPr/>
              <a:lstStyle/>
              <a:p>
                <a:r>
                  <a:rPr 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930"/>
        <p:cNvGrpSpPr/>
        <p:nvPr/>
      </p:nvGrpSpPr>
      <p:grpSpPr>
        <a:xfrm>
          <a:off x="0" y="0"/>
          <a:ext cx="0" cy="0"/>
          <a:chOff x="0" y="0"/>
          <a:chExt cx="0" cy="0"/>
        </a:xfrm>
      </p:grpSpPr>
      <p:sp>
        <p:nvSpPr>
          <p:cNvPr id="12" name="TextBox 11">
            <a:extLst>
              <a:ext uri="{FF2B5EF4-FFF2-40B4-BE49-F238E27FC236}">
                <a16:creationId xmlns:a16="http://schemas.microsoft.com/office/drawing/2014/main" id="{D748C0AC-A9CE-4676-9B24-26DA80C1BA30}"/>
              </a:ext>
            </a:extLst>
          </p:cNvPr>
          <p:cNvSpPr txBox="1"/>
          <p:nvPr/>
        </p:nvSpPr>
        <p:spPr>
          <a:xfrm>
            <a:off x="505326" y="228600"/>
            <a:ext cx="8085221" cy="1815882"/>
          </a:xfrm>
          <a:prstGeom prst="rect">
            <a:avLst/>
          </a:prstGeom>
          <a:noFill/>
        </p:spPr>
        <p:txBody>
          <a:bodyPr wrap="square" rtlCol="0">
            <a:spAutoFit/>
          </a:bodyPr>
          <a:lstStyle/>
          <a:p>
            <a:pPr marL="285750" indent="-285750" algn="just" rtl="1">
              <a:buFont typeface="Arial" panose="020B0604020202020204" pitchFamily="34" charset="0"/>
              <a:buChar char="•"/>
            </a:pPr>
            <a:r>
              <a:rPr lang="fa-IR" sz="1600" b="0" dirty="0">
                <a:solidFill>
                  <a:schemeClr val="accent1"/>
                </a:solidFill>
                <a:cs typeface="Aban" pitchFamily="2" charset="-78"/>
              </a:rPr>
              <a:t>در بازی ترتیبی که نزدیکی بیشتری به واقعیت دارد به دلیل اینکه در واقعیت معمولا یکی از طرفین نتیجه خود را اعلام کرده به گزاره های زیر دست پیدا کردیم.</a:t>
            </a:r>
          </a:p>
          <a:p>
            <a:pPr marL="285750" indent="-285750" algn="just" rtl="1">
              <a:buFont typeface="Arial" panose="020B0604020202020204" pitchFamily="34" charset="0"/>
              <a:buChar char="•"/>
            </a:pPr>
            <a:r>
              <a:rPr lang="fa-IR" sz="1600" dirty="0">
                <a:solidFill>
                  <a:schemeClr val="accent1"/>
                </a:solidFill>
                <a:cs typeface="Aban" pitchFamily="2" charset="-78"/>
              </a:rPr>
              <a:t>اگر بیمار اول انتخاب کند در اکثر حالات مگر اینکه همکاری دکتر خیلی کم باشد همکاری را انتخاب می‌کند. این میتواند به دلیلی این باشد که بیمار به دلیل اول بودن دست بالا را دارد و می‌تواند دکتر باوجدان را وادار به همکاری کند.</a:t>
            </a:r>
          </a:p>
          <a:p>
            <a:pPr marL="285750" indent="-285750" algn="just" rtl="1">
              <a:buFont typeface="Arial" panose="020B0604020202020204" pitchFamily="34" charset="0"/>
              <a:buChar char="•"/>
            </a:pPr>
            <a:r>
              <a:rPr lang="fa-IR" sz="1600" b="0" dirty="0">
                <a:solidFill>
                  <a:schemeClr val="accent1"/>
                </a:solidFill>
                <a:cs typeface="Aban" pitchFamily="2" charset="-78"/>
              </a:rPr>
              <a:t>اگر بیمار در وهله دوم انتخاب کند و دکتر اول تصمیم بگیرد دکتر بسیار با توجه به تصمیم بیمار محتاط است و </a:t>
            </a:r>
            <a:r>
              <a:rPr lang="fa-IR" sz="1600" dirty="0">
                <a:solidFill>
                  <a:schemeClr val="accent1"/>
                </a:solidFill>
                <a:cs typeface="Aban" pitchFamily="2" charset="-78"/>
              </a:rPr>
              <a:t>در موارد کمتری به تعادل همکاری میرسیم</a:t>
            </a:r>
          </a:p>
          <a:p>
            <a:pPr marL="285750" indent="-285750" algn="just" rtl="1">
              <a:buFont typeface="Arial" panose="020B0604020202020204" pitchFamily="34" charset="0"/>
              <a:buChar char="•"/>
            </a:pPr>
            <a:r>
              <a:rPr lang="fa-IR" sz="1600" b="0" dirty="0">
                <a:solidFill>
                  <a:schemeClr val="accent1"/>
                </a:solidFill>
                <a:cs typeface="Aban" pitchFamily="2" charset="-78"/>
              </a:rPr>
              <a:t>نتیجه ای که می</a:t>
            </a:r>
            <a:r>
              <a:rPr lang="fa-IR" sz="1600" dirty="0">
                <a:solidFill>
                  <a:schemeClr val="accent1"/>
                </a:solidFill>
                <a:cs typeface="Aban" pitchFamily="2" charset="-78"/>
              </a:rPr>
              <a:t>توانیم بگیریم این است که قدرت دادن به بیمار در این مورد میتواند به نتایج مطلوب تری منجر شود.</a:t>
            </a:r>
            <a:endParaRPr lang="en-US" sz="1600" b="0" dirty="0">
              <a:solidFill>
                <a:schemeClr val="accent1"/>
              </a:solidFill>
              <a:cs typeface="Aban" pitchFamily="2" charset="-78"/>
            </a:endParaRPr>
          </a:p>
        </p:txBody>
      </p:sp>
    </p:spTree>
    <p:extLst>
      <p:ext uri="{BB962C8B-B14F-4D97-AF65-F5344CB8AC3E}">
        <p14:creationId xmlns:p14="http://schemas.microsoft.com/office/powerpoint/2010/main" val="17150118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43"/>
        <p:cNvGrpSpPr/>
        <p:nvPr/>
      </p:nvGrpSpPr>
      <p:grpSpPr>
        <a:xfrm>
          <a:off x="0" y="0"/>
          <a:ext cx="0" cy="0"/>
          <a:chOff x="0" y="0"/>
          <a:chExt cx="0" cy="0"/>
        </a:xfrm>
      </p:grpSpPr>
      <p:grpSp>
        <p:nvGrpSpPr>
          <p:cNvPr id="3044" name="Google Shape;3044;p112"/>
          <p:cNvGrpSpPr/>
          <p:nvPr/>
        </p:nvGrpSpPr>
        <p:grpSpPr>
          <a:xfrm>
            <a:off x="6679921" y="2691995"/>
            <a:ext cx="1356103" cy="1331504"/>
            <a:chOff x="2619625" y="3608250"/>
            <a:chExt cx="1131500" cy="1110975"/>
          </a:xfrm>
        </p:grpSpPr>
        <p:sp>
          <p:nvSpPr>
            <p:cNvPr id="3045" name="Google Shape;3045;p112"/>
            <p:cNvSpPr/>
            <p:nvPr/>
          </p:nvSpPr>
          <p:spPr>
            <a:xfrm>
              <a:off x="3029200" y="4006425"/>
              <a:ext cx="291050" cy="291075"/>
            </a:xfrm>
            <a:custGeom>
              <a:avLst/>
              <a:gdLst/>
              <a:ahLst/>
              <a:cxnLst/>
              <a:rect l="l" t="t" r="r" b="b"/>
              <a:pathLst>
                <a:path w="11642" h="11643" extrusionOk="0">
                  <a:moveTo>
                    <a:pt x="5806" y="1"/>
                  </a:moveTo>
                  <a:cubicBezTo>
                    <a:pt x="2584" y="1"/>
                    <a:pt x="0" y="2615"/>
                    <a:pt x="0" y="5806"/>
                  </a:cubicBezTo>
                  <a:cubicBezTo>
                    <a:pt x="0" y="9028"/>
                    <a:pt x="2584" y="11642"/>
                    <a:pt x="5806" y="11642"/>
                  </a:cubicBezTo>
                  <a:cubicBezTo>
                    <a:pt x="9028" y="11642"/>
                    <a:pt x="11642" y="9028"/>
                    <a:pt x="11642" y="5806"/>
                  </a:cubicBezTo>
                  <a:cubicBezTo>
                    <a:pt x="11642" y="2615"/>
                    <a:pt x="9028" y="1"/>
                    <a:pt x="580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112"/>
            <p:cNvSpPr/>
            <p:nvPr/>
          </p:nvSpPr>
          <p:spPr>
            <a:xfrm>
              <a:off x="2786025" y="3608250"/>
              <a:ext cx="965100" cy="550175"/>
            </a:xfrm>
            <a:custGeom>
              <a:avLst/>
              <a:gdLst/>
              <a:ahLst/>
              <a:cxnLst/>
              <a:rect l="l" t="t" r="r" b="b"/>
              <a:pathLst>
                <a:path w="38604" h="22007" extrusionOk="0">
                  <a:moveTo>
                    <a:pt x="22737" y="0"/>
                  </a:moveTo>
                  <a:lnTo>
                    <a:pt x="38603" y="16839"/>
                  </a:lnTo>
                  <a:lnTo>
                    <a:pt x="18694" y="21612"/>
                  </a:lnTo>
                  <a:cubicBezTo>
                    <a:pt x="17022" y="22007"/>
                    <a:pt x="15259" y="21490"/>
                    <a:pt x="14074" y="20244"/>
                  </a:cubicBezTo>
                  <a:lnTo>
                    <a:pt x="1" y="538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112"/>
            <p:cNvSpPr/>
            <p:nvPr/>
          </p:nvSpPr>
          <p:spPr>
            <a:xfrm>
              <a:off x="3019325" y="4029225"/>
              <a:ext cx="731800" cy="690000"/>
            </a:xfrm>
            <a:custGeom>
              <a:avLst/>
              <a:gdLst/>
              <a:ahLst/>
              <a:cxnLst/>
              <a:rect l="l" t="t" r="r" b="b"/>
              <a:pathLst>
                <a:path w="29272" h="27600" extrusionOk="0">
                  <a:moveTo>
                    <a:pt x="29271" y="0"/>
                  </a:moveTo>
                  <a:lnTo>
                    <a:pt x="22736" y="22220"/>
                  </a:lnTo>
                  <a:lnTo>
                    <a:pt x="0" y="27600"/>
                  </a:lnTo>
                  <a:lnTo>
                    <a:pt x="5867" y="8086"/>
                  </a:lnTo>
                  <a:cubicBezTo>
                    <a:pt x="6353" y="6444"/>
                    <a:pt x="7690" y="5168"/>
                    <a:pt x="9362" y="4773"/>
                  </a:cubicBezTo>
                  <a:close/>
                </a:path>
              </a:pathLst>
            </a:custGeom>
            <a:solidFill>
              <a:srgbClr val="1930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112"/>
            <p:cNvSpPr/>
            <p:nvPr/>
          </p:nvSpPr>
          <p:spPr>
            <a:xfrm>
              <a:off x="2619625" y="3742750"/>
              <a:ext cx="558525" cy="976475"/>
            </a:xfrm>
            <a:custGeom>
              <a:avLst/>
              <a:gdLst/>
              <a:ahLst/>
              <a:cxnLst/>
              <a:rect l="l" t="t" r="r" b="b"/>
              <a:pathLst>
                <a:path w="22341" h="39059" extrusionOk="0">
                  <a:moveTo>
                    <a:pt x="6657" y="0"/>
                  </a:moveTo>
                  <a:lnTo>
                    <a:pt x="20730" y="14864"/>
                  </a:lnTo>
                  <a:cubicBezTo>
                    <a:pt x="21915" y="16110"/>
                    <a:pt x="22341" y="17903"/>
                    <a:pt x="21824" y="19575"/>
                  </a:cubicBezTo>
                  <a:lnTo>
                    <a:pt x="15988" y="39059"/>
                  </a:lnTo>
                  <a:lnTo>
                    <a:pt x="0" y="22159"/>
                  </a:lnTo>
                  <a:close/>
                </a:path>
              </a:pathLst>
            </a:custGeom>
            <a:solidFill>
              <a:srgbClr val="2749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112"/>
            <p:cNvSpPr/>
            <p:nvPr/>
          </p:nvSpPr>
          <p:spPr>
            <a:xfrm>
              <a:off x="3477150" y="4192025"/>
              <a:ext cx="104250" cy="93125"/>
            </a:xfrm>
            <a:custGeom>
              <a:avLst/>
              <a:gdLst/>
              <a:ahLst/>
              <a:cxnLst/>
              <a:rect l="l" t="t" r="r" b="b"/>
              <a:pathLst>
                <a:path w="4170" h="3725" extrusionOk="0">
                  <a:moveTo>
                    <a:pt x="3048" y="0"/>
                  </a:moveTo>
                  <a:cubicBezTo>
                    <a:pt x="2919" y="0"/>
                    <a:pt x="2779" y="18"/>
                    <a:pt x="2630" y="54"/>
                  </a:cubicBezTo>
                  <a:cubicBezTo>
                    <a:pt x="1596" y="297"/>
                    <a:pt x="533" y="1300"/>
                    <a:pt x="259" y="2303"/>
                  </a:cubicBezTo>
                  <a:cubicBezTo>
                    <a:pt x="0" y="3157"/>
                    <a:pt x="380" y="3725"/>
                    <a:pt x="1136" y="3725"/>
                  </a:cubicBezTo>
                  <a:cubicBezTo>
                    <a:pt x="1269" y="3725"/>
                    <a:pt x="1412" y="3707"/>
                    <a:pt x="1566" y="3671"/>
                  </a:cubicBezTo>
                  <a:cubicBezTo>
                    <a:pt x="2569" y="3428"/>
                    <a:pt x="3633" y="2425"/>
                    <a:pt x="3937" y="1422"/>
                  </a:cubicBezTo>
                  <a:cubicBezTo>
                    <a:pt x="4170" y="568"/>
                    <a:pt x="3786" y="0"/>
                    <a:pt x="304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112"/>
            <p:cNvSpPr/>
            <p:nvPr/>
          </p:nvSpPr>
          <p:spPr>
            <a:xfrm>
              <a:off x="3190675" y="4464050"/>
              <a:ext cx="104250" cy="92375"/>
            </a:xfrm>
            <a:custGeom>
              <a:avLst/>
              <a:gdLst/>
              <a:ahLst/>
              <a:cxnLst/>
              <a:rect l="l" t="t" r="r" b="b"/>
              <a:pathLst>
                <a:path w="4170" h="3695" extrusionOk="0">
                  <a:moveTo>
                    <a:pt x="3049" y="1"/>
                  </a:moveTo>
                  <a:cubicBezTo>
                    <a:pt x="2920" y="1"/>
                    <a:pt x="2779" y="18"/>
                    <a:pt x="2630" y="55"/>
                  </a:cubicBezTo>
                  <a:cubicBezTo>
                    <a:pt x="1596" y="298"/>
                    <a:pt x="532" y="1301"/>
                    <a:pt x="259" y="2273"/>
                  </a:cubicBezTo>
                  <a:cubicBezTo>
                    <a:pt x="0" y="3127"/>
                    <a:pt x="380" y="3695"/>
                    <a:pt x="1136" y="3695"/>
                  </a:cubicBezTo>
                  <a:cubicBezTo>
                    <a:pt x="1268" y="3695"/>
                    <a:pt x="1412" y="3677"/>
                    <a:pt x="1566" y="3641"/>
                  </a:cubicBezTo>
                  <a:cubicBezTo>
                    <a:pt x="2569" y="3398"/>
                    <a:pt x="3633" y="2395"/>
                    <a:pt x="3937" y="1392"/>
                  </a:cubicBezTo>
                  <a:cubicBezTo>
                    <a:pt x="4169" y="564"/>
                    <a:pt x="3786" y="1"/>
                    <a:pt x="304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112"/>
            <p:cNvSpPr/>
            <p:nvPr/>
          </p:nvSpPr>
          <p:spPr>
            <a:xfrm>
              <a:off x="3413200" y="4410875"/>
              <a:ext cx="104250" cy="92375"/>
            </a:xfrm>
            <a:custGeom>
              <a:avLst/>
              <a:gdLst/>
              <a:ahLst/>
              <a:cxnLst/>
              <a:rect l="l" t="t" r="r" b="b"/>
              <a:pathLst>
                <a:path w="4170" h="3695" extrusionOk="0">
                  <a:moveTo>
                    <a:pt x="3035" y="0"/>
                  </a:moveTo>
                  <a:cubicBezTo>
                    <a:pt x="2903" y="0"/>
                    <a:pt x="2758" y="18"/>
                    <a:pt x="2604" y="54"/>
                  </a:cubicBezTo>
                  <a:cubicBezTo>
                    <a:pt x="1601" y="297"/>
                    <a:pt x="537" y="1300"/>
                    <a:pt x="233" y="2273"/>
                  </a:cubicBezTo>
                  <a:cubicBezTo>
                    <a:pt x="1" y="3127"/>
                    <a:pt x="384" y="3694"/>
                    <a:pt x="1122" y="3694"/>
                  </a:cubicBezTo>
                  <a:cubicBezTo>
                    <a:pt x="1251" y="3694"/>
                    <a:pt x="1391" y="3677"/>
                    <a:pt x="1540" y="3641"/>
                  </a:cubicBezTo>
                  <a:cubicBezTo>
                    <a:pt x="2574" y="3397"/>
                    <a:pt x="3638" y="2394"/>
                    <a:pt x="3911" y="1391"/>
                  </a:cubicBezTo>
                  <a:cubicBezTo>
                    <a:pt x="4170" y="564"/>
                    <a:pt x="3790" y="0"/>
                    <a:pt x="30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112"/>
            <p:cNvSpPr/>
            <p:nvPr/>
          </p:nvSpPr>
          <p:spPr>
            <a:xfrm>
              <a:off x="3255150" y="4245250"/>
              <a:ext cx="104300" cy="93100"/>
            </a:xfrm>
            <a:custGeom>
              <a:avLst/>
              <a:gdLst/>
              <a:ahLst/>
              <a:cxnLst/>
              <a:rect l="l" t="t" r="r" b="b"/>
              <a:pathLst>
                <a:path w="4172" h="3724" extrusionOk="0">
                  <a:moveTo>
                    <a:pt x="3012" y="1"/>
                  </a:moveTo>
                  <a:cubicBezTo>
                    <a:pt x="2885" y="1"/>
                    <a:pt x="2749" y="18"/>
                    <a:pt x="2604" y="53"/>
                  </a:cubicBezTo>
                  <a:cubicBezTo>
                    <a:pt x="1601" y="296"/>
                    <a:pt x="537" y="1299"/>
                    <a:pt x="233" y="2302"/>
                  </a:cubicBezTo>
                  <a:cubicBezTo>
                    <a:pt x="0" y="3156"/>
                    <a:pt x="384" y="3723"/>
                    <a:pt x="1122" y="3723"/>
                  </a:cubicBezTo>
                  <a:cubicBezTo>
                    <a:pt x="1251" y="3723"/>
                    <a:pt x="1391" y="3706"/>
                    <a:pt x="1540" y="3670"/>
                  </a:cubicBezTo>
                  <a:cubicBezTo>
                    <a:pt x="2574" y="3427"/>
                    <a:pt x="3607" y="2423"/>
                    <a:pt x="3911" y="1420"/>
                  </a:cubicBezTo>
                  <a:cubicBezTo>
                    <a:pt x="4171" y="588"/>
                    <a:pt x="3764" y="1"/>
                    <a:pt x="301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112"/>
            <p:cNvSpPr/>
            <p:nvPr/>
          </p:nvSpPr>
          <p:spPr>
            <a:xfrm>
              <a:off x="3238175" y="3740950"/>
              <a:ext cx="126925" cy="71925"/>
            </a:xfrm>
            <a:custGeom>
              <a:avLst/>
              <a:gdLst/>
              <a:ahLst/>
              <a:cxnLst/>
              <a:rect l="l" t="t" r="r" b="b"/>
              <a:pathLst>
                <a:path w="5077" h="2877" extrusionOk="0">
                  <a:moveTo>
                    <a:pt x="1898" y="1"/>
                  </a:moveTo>
                  <a:cubicBezTo>
                    <a:pt x="1672" y="1"/>
                    <a:pt x="1452" y="24"/>
                    <a:pt x="1246" y="72"/>
                  </a:cubicBezTo>
                  <a:cubicBezTo>
                    <a:pt x="243" y="316"/>
                    <a:pt x="0" y="1106"/>
                    <a:pt x="699" y="1866"/>
                  </a:cubicBezTo>
                  <a:cubicBezTo>
                    <a:pt x="1290" y="2480"/>
                    <a:pt x="2317" y="2876"/>
                    <a:pt x="3220" y="2876"/>
                  </a:cubicBezTo>
                  <a:cubicBezTo>
                    <a:pt x="3433" y="2876"/>
                    <a:pt x="3639" y="2854"/>
                    <a:pt x="3830" y="2808"/>
                  </a:cubicBezTo>
                  <a:cubicBezTo>
                    <a:pt x="4833" y="2565"/>
                    <a:pt x="5076" y="1744"/>
                    <a:pt x="4377" y="984"/>
                  </a:cubicBezTo>
                  <a:cubicBezTo>
                    <a:pt x="3817" y="376"/>
                    <a:pt x="2809" y="1"/>
                    <a:pt x="189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112"/>
            <p:cNvSpPr/>
            <p:nvPr/>
          </p:nvSpPr>
          <p:spPr>
            <a:xfrm>
              <a:off x="3204725" y="3850375"/>
              <a:ext cx="127700" cy="71925"/>
            </a:xfrm>
            <a:custGeom>
              <a:avLst/>
              <a:gdLst/>
              <a:ahLst/>
              <a:cxnLst/>
              <a:rect l="l" t="t" r="r" b="b"/>
              <a:pathLst>
                <a:path w="5108" h="2877" extrusionOk="0">
                  <a:moveTo>
                    <a:pt x="1899" y="1"/>
                  </a:moveTo>
                  <a:cubicBezTo>
                    <a:pt x="1673" y="1"/>
                    <a:pt x="1453" y="24"/>
                    <a:pt x="1247" y="72"/>
                  </a:cubicBezTo>
                  <a:cubicBezTo>
                    <a:pt x="244" y="315"/>
                    <a:pt x="1" y="1106"/>
                    <a:pt x="700" y="1866"/>
                  </a:cubicBezTo>
                  <a:cubicBezTo>
                    <a:pt x="1290" y="2480"/>
                    <a:pt x="2318" y="2876"/>
                    <a:pt x="3220" y="2876"/>
                  </a:cubicBezTo>
                  <a:cubicBezTo>
                    <a:pt x="3433" y="2876"/>
                    <a:pt x="3639" y="2854"/>
                    <a:pt x="3831" y="2808"/>
                  </a:cubicBezTo>
                  <a:cubicBezTo>
                    <a:pt x="4864" y="2565"/>
                    <a:pt x="5107" y="1744"/>
                    <a:pt x="4378" y="984"/>
                  </a:cubicBezTo>
                  <a:cubicBezTo>
                    <a:pt x="3818" y="375"/>
                    <a:pt x="2809" y="1"/>
                    <a:pt x="18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112"/>
            <p:cNvSpPr/>
            <p:nvPr/>
          </p:nvSpPr>
          <p:spPr>
            <a:xfrm>
              <a:off x="3171300" y="3959800"/>
              <a:ext cx="127675" cy="71225"/>
            </a:xfrm>
            <a:custGeom>
              <a:avLst/>
              <a:gdLst/>
              <a:ahLst/>
              <a:cxnLst/>
              <a:rect l="l" t="t" r="r" b="b"/>
              <a:pathLst>
                <a:path w="5107" h="2849" extrusionOk="0">
                  <a:moveTo>
                    <a:pt x="1914" y="1"/>
                  </a:moveTo>
                  <a:cubicBezTo>
                    <a:pt x="1692" y="1"/>
                    <a:pt x="1477" y="24"/>
                    <a:pt x="1277" y="72"/>
                  </a:cubicBezTo>
                  <a:cubicBezTo>
                    <a:pt x="274" y="315"/>
                    <a:pt x="0" y="1106"/>
                    <a:pt x="730" y="1866"/>
                  </a:cubicBezTo>
                  <a:cubicBezTo>
                    <a:pt x="1290" y="2474"/>
                    <a:pt x="2299" y="2849"/>
                    <a:pt x="3209" y="2849"/>
                  </a:cubicBezTo>
                  <a:cubicBezTo>
                    <a:pt x="3435" y="2849"/>
                    <a:pt x="3655" y="2826"/>
                    <a:pt x="3861" y="2777"/>
                  </a:cubicBezTo>
                  <a:cubicBezTo>
                    <a:pt x="4864" y="2565"/>
                    <a:pt x="5107" y="1744"/>
                    <a:pt x="4408" y="984"/>
                  </a:cubicBezTo>
                  <a:cubicBezTo>
                    <a:pt x="3823" y="375"/>
                    <a:pt x="2810" y="1"/>
                    <a:pt x="19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112"/>
            <p:cNvSpPr/>
            <p:nvPr/>
          </p:nvSpPr>
          <p:spPr>
            <a:xfrm>
              <a:off x="3393950" y="3906625"/>
              <a:ext cx="127675" cy="71225"/>
            </a:xfrm>
            <a:custGeom>
              <a:avLst/>
              <a:gdLst/>
              <a:ahLst/>
              <a:cxnLst/>
              <a:rect l="l" t="t" r="r" b="b"/>
              <a:pathLst>
                <a:path w="5107" h="2849" extrusionOk="0">
                  <a:moveTo>
                    <a:pt x="1914" y="0"/>
                  </a:moveTo>
                  <a:cubicBezTo>
                    <a:pt x="1692" y="0"/>
                    <a:pt x="1477" y="23"/>
                    <a:pt x="1277" y="72"/>
                  </a:cubicBezTo>
                  <a:cubicBezTo>
                    <a:pt x="244" y="315"/>
                    <a:pt x="0" y="1105"/>
                    <a:pt x="699" y="1865"/>
                  </a:cubicBezTo>
                  <a:cubicBezTo>
                    <a:pt x="1284" y="2474"/>
                    <a:pt x="2297" y="2848"/>
                    <a:pt x="3193" y="2848"/>
                  </a:cubicBezTo>
                  <a:cubicBezTo>
                    <a:pt x="3415" y="2848"/>
                    <a:pt x="3631" y="2825"/>
                    <a:pt x="3830" y="2777"/>
                  </a:cubicBezTo>
                  <a:cubicBezTo>
                    <a:pt x="4864" y="2564"/>
                    <a:pt x="5107" y="1743"/>
                    <a:pt x="4377" y="983"/>
                  </a:cubicBezTo>
                  <a:cubicBezTo>
                    <a:pt x="3817" y="375"/>
                    <a:pt x="2809" y="0"/>
                    <a:pt x="191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112"/>
            <p:cNvSpPr/>
            <p:nvPr/>
          </p:nvSpPr>
          <p:spPr>
            <a:xfrm>
              <a:off x="3015525" y="3794150"/>
              <a:ext cx="127675" cy="71925"/>
            </a:xfrm>
            <a:custGeom>
              <a:avLst/>
              <a:gdLst/>
              <a:ahLst/>
              <a:cxnLst/>
              <a:rect l="l" t="t" r="r" b="b"/>
              <a:pathLst>
                <a:path w="5107" h="2877" extrusionOk="0">
                  <a:moveTo>
                    <a:pt x="1914" y="1"/>
                  </a:moveTo>
                  <a:cubicBezTo>
                    <a:pt x="1692" y="1"/>
                    <a:pt x="1476" y="24"/>
                    <a:pt x="1277" y="72"/>
                  </a:cubicBezTo>
                  <a:cubicBezTo>
                    <a:pt x="243" y="315"/>
                    <a:pt x="0" y="1105"/>
                    <a:pt x="730" y="1865"/>
                  </a:cubicBezTo>
                  <a:cubicBezTo>
                    <a:pt x="1295" y="2480"/>
                    <a:pt x="2319" y="2876"/>
                    <a:pt x="3220" y="2876"/>
                  </a:cubicBezTo>
                  <a:cubicBezTo>
                    <a:pt x="3433" y="2876"/>
                    <a:pt x="3639" y="2854"/>
                    <a:pt x="3830" y="2808"/>
                  </a:cubicBezTo>
                  <a:cubicBezTo>
                    <a:pt x="4864" y="2564"/>
                    <a:pt x="5107" y="1744"/>
                    <a:pt x="4377" y="984"/>
                  </a:cubicBezTo>
                  <a:cubicBezTo>
                    <a:pt x="3817" y="375"/>
                    <a:pt x="2809" y="1"/>
                    <a:pt x="19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112"/>
            <p:cNvSpPr/>
            <p:nvPr/>
          </p:nvSpPr>
          <p:spPr>
            <a:xfrm>
              <a:off x="2862775" y="4174300"/>
              <a:ext cx="79825" cy="113375"/>
            </a:xfrm>
            <a:custGeom>
              <a:avLst/>
              <a:gdLst/>
              <a:ahLst/>
              <a:cxnLst/>
              <a:rect l="l" t="t" r="r" b="b"/>
              <a:pathLst>
                <a:path w="3193" h="4535" extrusionOk="0">
                  <a:moveTo>
                    <a:pt x="1253" y="0"/>
                  </a:moveTo>
                  <a:cubicBezTo>
                    <a:pt x="845" y="0"/>
                    <a:pt x="484" y="310"/>
                    <a:pt x="305" y="885"/>
                  </a:cubicBezTo>
                  <a:cubicBezTo>
                    <a:pt x="1" y="1888"/>
                    <a:pt x="335" y="3316"/>
                    <a:pt x="1065" y="4076"/>
                  </a:cubicBezTo>
                  <a:cubicBezTo>
                    <a:pt x="1350" y="4387"/>
                    <a:pt x="1657" y="4535"/>
                    <a:pt x="1940" y="4535"/>
                  </a:cubicBezTo>
                  <a:cubicBezTo>
                    <a:pt x="2348" y="4535"/>
                    <a:pt x="2709" y="4225"/>
                    <a:pt x="2888" y="3651"/>
                  </a:cubicBezTo>
                  <a:cubicBezTo>
                    <a:pt x="3192" y="2647"/>
                    <a:pt x="2858" y="1219"/>
                    <a:pt x="2128" y="459"/>
                  </a:cubicBezTo>
                  <a:cubicBezTo>
                    <a:pt x="1843" y="148"/>
                    <a:pt x="1536" y="0"/>
                    <a:pt x="125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59" name="Google Shape;3059;p112"/>
          <p:cNvSpPr txBox="1">
            <a:spLocks noGrp="1"/>
          </p:cNvSpPr>
          <p:nvPr>
            <p:ph type="title"/>
          </p:nvPr>
        </p:nvSpPr>
        <p:spPr>
          <a:xfrm>
            <a:off x="720000" y="540000"/>
            <a:ext cx="77040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a-IR" dirty="0">
                <a:cs typeface="A Naskh Tahrir" panose="00000700000000000000" pitchFamily="2" charset="-78"/>
              </a:rPr>
              <a:t>پایانی بر یک آغاز</a:t>
            </a:r>
            <a:endParaRPr dirty="0">
              <a:cs typeface="A Naskh Tahrir" panose="00000700000000000000" pitchFamily="2" charset="-78"/>
            </a:endParaRPr>
          </a:p>
        </p:txBody>
      </p:sp>
      <p:grpSp>
        <p:nvGrpSpPr>
          <p:cNvPr id="3060" name="Google Shape;3060;p112"/>
          <p:cNvGrpSpPr/>
          <p:nvPr/>
        </p:nvGrpSpPr>
        <p:grpSpPr>
          <a:xfrm>
            <a:off x="5785555" y="1934129"/>
            <a:ext cx="1334260" cy="1356103"/>
            <a:chOff x="2280675" y="1681775"/>
            <a:chExt cx="1113275" cy="1131500"/>
          </a:xfrm>
        </p:grpSpPr>
        <p:sp>
          <p:nvSpPr>
            <p:cNvPr id="3061" name="Google Shape;3061;p112"/>
            <p:cNvSpPr/>
            <p:nvPr/>
          </p:nvSpPr>
          <p:spPr>
            <a:xfrm>
              <a:off x="2702425" y="2100475"/>
              <a:ext cx="291075" cy="291075"/>
            </a:xfrm>
            <a:custGeom>
              <a:avLst/>
              <a:gdLst/>
              <a:ahLst/>
              <a:cxnLst/>
              <a:rect l="l" t="t" r="r" b="b"/>
              <a:pathLst>
                <a:path w="11643" h="11643" extrusionOk="0">
                  <a:moveTo>
                    <a:pt x="5836" y="1"/>
                  </a:moveTo>
                  <a:cubicBezTo>
                    <a:pt x="2615" y="1"/>
                    <a:pt x="0" y="2615"/>
                    <a:pt x="0" y="5837"/>
                  </a:cubicBezTo>
                  <a:cubicBezTo>
                    <a:pt x="0" y="9028"/>
                    <a:pt x="2615" y="11642"/>
                    <a:pt x="5836" y="11642"/>
                  </a:cubicBezTo>
                  <a:cubicBezTo>
                    <a:pt x="9058" y="11642"/>
                    <a:pt x="11642" y="9028"/>
                    <a:pt x="11642" y="5837"/>
                  </a:cubicBezTo>
                  <a:cubicBezTo>
                    <a:pt x="11642" y="2615"/>
                    <a:pt x="9058" y="1"/>
                    <a:pt x="583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112"/>
            <p:cNvSpPr/>
            <p:nvPr/>
          </p:nvSpPr>
          <p:spPr>
            <a:xfrm>
              <a:off x="2280675" y="1852000"/>
              <a:ext cx="550950" cy="961275"/>
            </a:xfrm>
            <a:custGeom>
              <a:avLst/>
              <a:gdLst/>
              <a:ahLst/>
              <a:cxnLst/>
              <a:rect l="l" t="t" r="r" b="b"/>
              <a:pathLst>
                <a:path w="22038" h="38451" extrusionOk="0">
                  <a:moveTo>
                    <a:pt x="5290" y="0"/>
                  </a:moveTo>
                  <a:lnTo>
                    <a:pt x="1" y="22523"/>
                  </a:lnTo>
                  <a:lnTo>
                    <a:pt x="17114" y="38451"/>
                  </a:lnTo>
                  <a:lnTo>
                    <a:pt x="21673" y="18602"/>
                  </a:lnTo>
                  <a:cubicBezTo>
                    <a:pt x="22038" y="16931"/>
                    <a:pt x="21521" y="15168"/>
                    <a:pt x="20244" y="13982"/>
                  </a:cubicBezTo>
                  <a:close/>
                </a:path>
              </a:pathLst>
            </a:custGeom>
            <a:solidFill>
              <a:srgbClr val="AE4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112"/>
            <p:cNvSpPr/>
            <p:nvPr/>
          </p:nvSpPr>
          <p:spPr>
            <a:xfrm>
              <a:off x="2462300" y="2087650"/>
              <a:ext cx="80575" cy="111950"/>
            </a:xfrm>
            <a:custGeom>
              <a:avLst/>
              <a:gdLst/>
              <a:ahLst/>
              <a:cxnLst/>
              <a:rect l="l" t="t" r="r" b="b"/>
              <a:pathLst>
                <a:path w="3223" h="4478" extrusionOk="0">
                  <a:moveTo>
                    <a:pt x="1156" y="0"/>
                  </a:moveTo>
                  <a:cubicBezTo>
                    <a:pt x="727" y="0"/>
                    <a:pt x="373" y="329"/>
                    <a:pt x="244" y="939"/>
                  </a:cubicBezTo>
                  <a:cubicBezTo>
                    <a:pt x="0" y="1973"/>
                    <a:pt x="426" y="3371"/>
                    <a:pt x="1186" y="4070"/>
                  </a:cubicBezTo>
                  <a:cubicBezTo>
                    <a:pt x="1483" y="4343"/>
                    <a:pt x="1789" y="4477"/>
                    <a:pt x="2065" y="4477"/>
                  </a:cubicBezTo>
                  <a:cubicBezTo>
                    <a:pt x="2495" y="4477"/>
                    <a:pt x="2850" y="4152"/>
                    <a:pt x="2979" y="3523"/>
                  </a:cubicBezTo>
                  <a:cubicBezTo>
                    <a:pt x="3222" y="2520"/>
                    <a:pt x="2797" y="1122"/>
                    <a:pt x="2037" y="422"/>
                  </a:cubicBezTo>
                  <a:cubicBezTo>
                    <a:pt x="1739" y="137"/>
                    <a:pt x="1432" y="0"/>
                    <a:pt x="11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112"/>
            <p:cNvSpPr/>
            <p:nvPr/>
          </p:nvSpPr>
          <p:spPr>
            <a:xfrm>
              <a:off x="2409875" y="2309350"/>
              <a:ext cx="81325" cy="111925"/>
            </a:xfrm>
            <a:custGeom>
              <a:avLst/>
              <a:gdLst/>
              <a:ahLst/>
              <a:cxnLst/>
              <a:rect l="l" t="t" r="r" b="b"/>
              <a:pathLst>
                <a:path w="3253" h="4477" extrusionOk="0">
                  <a:moveTo>
                    <a:pt x="1185" y="1"/>
                  </a:moveTo>
                  <a:cubicBezTo>
                    <a:pt x="749" y="1"/>
                    <a:pt x="393" y="330"/>
                    <a:pt x="243" y="947"/>
                  </a:cubicBezTo>
                  <a:cubicBezTo>
                    <a:pt x="0" y="1950"/>
                    <a:pt x="426" y="3348"/>
                    <a:pt x="1186" y="4077"/>
                  </a:cubicBezTo>
                  <a:cubicBezTo>
                    <a:pt x="1478" y="4347"/>
                    <a:pt x="1780" y="4476"/>
                    <a:pt x="2055" y="4476"/>
                  </a:cubicBezTo>
                  <a:cubicBezTo>
                    <a:pt x="2492" y="4476"/>
                    <a:pt x="2860" y="4147"/>
                    <a:pt x="3009" y="3530"/>
                  </a:cubicBezTo>
                  <a:cubicBezTo>
                    <a:pt x="3252" y="2527"/>
                    <a:pt x="2827" y="1129"/>
                    <a:pt x="2067" y="400"/>
                  </a:cubicBezTo>
                  <a:cubicBezTo>
                    <a:pt x="1763" y="130"/>
                    <a:pt x="1458" y="1"/>
                    <a:pt x="118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112"/>
            <p:cNvSpPr/>
            <p:nvPr/>
          </p:nvSpPr>
          <p:spPr>
            <a:xfrm>
              <a:off x="2412900" y="1681775"/>
              <a:ext cx="981050" cy="560075"/>
            </a:xfrm>
            <a:custGeom>
              <a:avLst/>
              <a:gdLst/>
              <a:ahLst/>
              <a:cxnLst/>
              <a:rect l="l" t="t" r="r" b="b"/>
              <a:pathLst>
                <a:path w="39242" h="22403" extrusionOk="0">
                  <a:moveTo>
                    <a:pt x="22129" y="1"/>
                  </a:moveTo>
                  <a:lnTo>
                    <a:pt x="1" y="6809"/>
                  </a:lnTo>
                  <a:lnTo>
                    <a:pt x="14955" y="20791"/>
                  </a:lnTo>
                  <a:cubicBezTo>
                    <a:pt x="16202" y="21977"/>
                    <a:pt x="17995" y="22402"/>
                    <a:pt x="19667" y="21885"/>
                  </a:cubicBezTo>
                  <a:lnTo>
                    <a:pt x="39242" y="15928"/>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112"/>
            <p:cNvSpPr/>
            <p:nvPr/>
          </p:nvSpPr>
          <p:spPr>
            <a:xfrm>
              <a:off x="2708500" y="2079950"/>
              <a:ext cx="685450" cy="733325"/>
            </a:xfrm>
            <a:custGeom>
              <a:avLst/>
              <a:gdLst/>
              <a:ahLst/>
              <a:cxnLst/>
              <a:rect l="l" t="t" r="r" b="b"/>
              <a:pathLst>
                <a:path w="27418" h="29333" extrusionOk="0">
                  <a:moveTo>
                    <a:pt x="27418" y="1"/>
                  </a:moveTo>
                  <a:lnTo>
                    <a:pt x="7843" y="5958"/>
                  </a:lnTo>
                  <a:cubicBezTo>
                    <a:pt x="6201" y="6475"/>
                    <a:pt x="4925" y="7813"/>
                    <a:pt x="4560" y="9515"/>
                  </a:cubicBezTo>
                  <a:lnTo>
                    <a:pt x="1" y="29333"/>
                  </a:lnTo>
                  <a:lnTo>
                    <a:pt x="22250" y="22554"/>
                  </a:lnTo>
                  <a:close/>
                </a:path>
              </a:pathLst>
            </a:custGeom>
            <a:solidFill>
              <a:srgbClr val="9032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112"/>
            <p:cNvSpPr/>
            <p:nvPr/>
          </p:nvSpPr>
          <p:spPr>
            <a:xfrm>
              <a:off x="2917000" y="2321100"/>
              <a:ext cx="100475" cy="95750"/>
            </a:xfrm>
            <a:custGeom>
              <a:avLst/>
              <a:gdLst/>
              <a:ahLst/>
              <a:cxnLst/>
              <a:rect l="l" t="t" r="r" b="b"/>
              <a:pathLst>
                <a:path w="4019" h="3830" extrusionOk="0">
                  <a:moveTo>
                    <a:pt x="2926" y="0"/>
                  </a:moveTo>
                  <a:cubicBezTo>
                    <a:pt x="2772" y="0"/>
                    <a:pt x="2602" y="27"/>
                    <a:pt x="2421" y="82"/>
                  </a:cubicBezTo>
                  <a:cubicBezTo>
                    <a:pt x="1448" y="385"/>
                    <a:pt x="445" y="1449"/>
                    <a:pt x="202" y="2452"/>
                  </a:cubicBezTo>
                  <a:cubicBezTo>
                    <a:pt x="1" y="3307"/>
                    <a:pt x="403" y="3829"/>
                    <a:pt x="1116" y="3829"/>
                  </a:cubicBezTo>
                  <a:cubicBezTo>
                    <a:pt x="1264" y="3829"/>
                    <a:pt x="1427" y="3807"/>
                    <a:pt x="1600" y="3759"/>
                  </a:cubicBezTo>
                  <a:cubicBezTo>
                    <a:pt x="2573" y="3455"/>
                    <a:pt x="3576" y="2361"/>
                    <a:pt x="3819" y="1358"/>
                  </a:cubicBezTo>
                  <a:cubicBezTo>
                    <a:pt x="4018" y="536"/>
                    <a:pt x="3626" y="0"/>
                    <a:pt x="29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112"/>
            <p:cNvSpPr/>
            <p:nvPr/>
          </p:nvSpPr>
          <p:spPr>
            <a:xfrm>
              <a:off x="3085000" y="2476125"/>
              <a:ext cx="100400" cy="96025"/>
            </a:xfrm>
            <a:custGeom>
              <a:avLst/>
              <a:gdLst/>
              <a:ahLst/>
              <a:cxnLst/>
              <a:rect l="l" t="t" r="r" b="b"/>
              <a:pathLst>
                <a:path w="4016" h="3841" extrusionOk="0">
                  <a:moveTo>
                    <a:pt x="2924" y="0"/>
                  </a:moveTo>
                  <a:cubicBezTo>
                    <a:pt x="2769" y="0"/>
                    <a:pt x="2600" y="26"/>
                    <a:pt x="2418" y="81"/>
                  </a:cubicBezTo>
                  <a:cubicBezTo>
                    <a:pt x="1415" y="385"/>
                    <a:pt x="442" y="1449"/>
                    <a:pt x="199" y="2482"/>
                  </a:cubicBezTo>
                  <a:cubicBezTo>
                    <a:pt x="0" y="3304"/>
                    <a:pt x="392" y="3840"/>
                    <a:pt x="1092" y="3840"/>
                  </a:cubicBezTo>
                  <a:cubicBezTo>
                    <a:pt x="1247" y="3840"/>
                    <a:pt x="1416" y="3814"/>
                    <a:pt x="1598" y="3759"/>
                  </a:cubicBezTo>
                  <a:cubicBezTo>
                    <a:pt x="2601" y="3455"/>
                    <a:pt x="3573" y="2391"/>
                    <a:pt x="3816" y="1358"/>
                  </a:cubicBezTo>
                  <a:cubicBezTo>
                    <a:pt x="4016" y="536"/>
                    <a:pt x="3623" y="0"/>
                    <a:pt x="292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112"/>
            <p:cNvSpPr/>
            <p:nvPr/>
          </p:nvSpPr>
          <p:spPr>
            <a:xfrm>
              <a:off x="2866825" y="2542975"/>
              <a:ext cx="99725" cy="95625"/>
            </a:xfrm>
            <a:custGeom>
              <a:avLst/>
              <a:gdLst/>
              <a:ahLst/>
              <a:cxnLst/>
              <a:rect l="l" t="t" r="r" b="b"/>
              <a:pathLst>
                <a:path w="3989" h="3825" extrusionOk="0">
                  <a:moveTo>
                    <a:pt x="2913" y="1"/>
                  </a:moveTo>
                  <a:cubicBezTo>
                    <a:pt x="2763" y="1"/>
                    <a:pt x="2598" y="27"/>
                    <a:pt x="2422" y="82"/>
                  </a:cubicBezTo>
                  <a:cubicBezTo>
                    <a:pt x="1419" y="386"/>
                    <a:pt x="416" y="1450"/>
                    <a:pt x="172" y="2453"/>
                  </a:cubicBezTo>
                  <a:cubicBezTo>
                    <a:pt x="1" y="3287"/>
                    <a:pt x="364" y="3824"/>
                    <a:pt x="1038" y="3824"/>
                  </a:cubicBezTo>
                  <a:cubicBezTo>
                    <a:pt x="1199" y="3824"/>
                    <a:pt x="1377" y="3794"/>
                    <a:pt x="1571" y="3729"/>
                  </a:cubicBezTo>
                  <a:cubicBezTo>
                    <a:pt x="2574" y="3426"/>
                    <a:pt x="3577" y="2362"/>
                    <a:pt x="3789" y="1359"/>
                  </a:cubicBezTo>
                  <a:cubicBezTo>
                    <a:pt x="3989" y="537"/>
                    <a:pt x="3596" y="1"/>
                    <a:pt x="291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112"/>
            <p:cNvSpPr/>
            <p:nvPr/>
          </p:nvSpPr>
          <p:spPr>
            <a:xfrm>
              <a:off x="3135900" y="2254225"/>
              <a:ext cx="100425" cy="96025"/>
            </a:xfrm>
            <a:custGeom>
              <a:avLst/>
              <a:gdLst/>
              <a:ahLst/>
              <a:cxnLst/>
              <a:rect l="l" t="t" r="r" b="b"/>
              <a:pathLst>
                <a:path w="4017" h="3841" extrusionOk="0">
                  <a:moveTo>
                    <a:pt x="2923" y="1"/>
                  </a:moveTo>
                  <a:cubicBezTo>
                    <a:pt x="2768" y="1"/>
                    <a:pt x="2600" y="27"/>
                    <a:pt x="2419" y="82"/>
                  </a:cubicBezTo>
                  <a:cubicBezTo>
                    <a:pt x="1416" y="386"/>
                    <a:pt x="443" y="1450"/>
                    <a:pt x="200" y="2483"/>
                  </a:cubicBezTo>
                  <a:cubicBezTo>
                    <a:pt x="1" y="3305"/>
                    <a:pt x="393" y="3841"/>
                    <a:pt x="1093" y="3841"/>
                  </a:cubicBezTo>
                  <a:cubicBezTo>
                    <a:pt x="1247" y="3841"/>
                    <a:pt x="1417" y="3815"/>
                    <a:pt x="1598" y="3760"/>
                  </a:cubicBezTo>
                  <a:cubicBezTo>
                    <a:pt x="2601" y="3456"/>
                    <a:pt x="3574" y="2392"/>
                    <a:pt x="3817" y="1389"/>
                  </a:cubicBezTo>
                  <a:cubicBezTo>
                    <a:pt x="4016" y="542"/>
                    <a:pt x="3623" y="1"/>
                    <a:pt x="292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112"/>
            <p:cNvSpPr/>
            <p:nvPr/>
          </p:nvSpPr>
          <p:spPr>
            <a:xfrm>
              <a:off x="2519300" y="2276675"/>
              <a:ext cx="81325" cy="111750"/>
            </a:xfrm>
            <a:custGeom>
              <a:avLst/>
              <a:gdLst/>
              <a:ahLst/>
              <a:cxnLst/>
              <a:rect l="l" t="t" r="r" b="b"/>
              <a:pathLst>
                <a:path w="3253" h="4470" extrusionOk="0">
                  <a:moveTo>
                    <a:pt x="1198" y="1"/>
                  </a:moveTo>
                  <a:cubicBezTo>
                    <a:pt x="760" y="1"/>
                    <a:pt x="393" y="330"/>
                    <a:pt x="243" y="947"/>
                  </a:cubicBezTo>
                  <a:cubicBezTo>
                    <a:pt x="0" y="1950"/>
                    <a:pt x="426" y="3348"/>
                    <a:pt x="1186" y="4047"/>
                  </a:cubicBezTo>
                  <a:cubicBezTo>
                    <a:pt x="1483" y="4333"/>
                    <a:pt x="1790" y="4469"/>
                    <a:pt x="2068" y="4469"/>
                  </a:cubicBezTo>
                  <a:cubicBezTo>
                    <a:pt x="2500" y="4469"/>
                    <a:pt x="2861" y="4140"/>
                    <a:pt x="3009" y="3530"/>
                  </a:cubicBezTo>
                  <a:cubicBezTo>
                    <a:pt x="3252" y="2527"/>
                    <a:pt x="2827" y="1129"/>
                    <a:pt x="2067" y="400"/>
                  </a:cubicBezTo>
                  <a:cubicBezTo>
                    <a:pt x="1774" y="130"/>
                    <a:pt x="1472" y="1"/>
                    <a:pt x="119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112"/>
            <p:cNvSpPr/>
            <p:nvPr/>
          </p:nvSpPr>
          <p:spPr>
            <a:xfrm>
              <a:off x="2577050" y="2465300"/>
              <a:ext cx="80575" cy="111950"/>
            </a:xfrm>
            <a:custGeom>
              <a:avLst/>
              <a:gdLst/>
              <a:ahLst/>
              <a:cxnLst/>
              <a:rect l="l" t="t" r="r" b="b"/>
              <a:pathLst>
                <a:path w="3223" h="4478" extrusionOk="0">
                  <a:moveTo>
                    <a:pt x="1164" y="1"/>
                  </a:moveTo>
                  <a:cubicBezTo>
                    <a:pt x="742" y="1"/>
                    <a:pt x="391" y="330"/>
                    <a:pt x="243" y="940"/>
                  </a:cubicBezTo>
                  <a:cubicBezTo>
                    <a:pt x="0" y="1973"/>
                    <a:pt x="426" y="3371"/>
                    <a:pt x="1186" y="4070"/>
                  </a:cubicBezTo>
                  <a:cubicBezTo>
                    <a:pt x="1483" y="4344"/>
                    <a:pt x="1789" y="4478"/>
                    <a:pt x="2067" y="4478"/>
                  </a:cubicBezTo>
                  <a:cubicBezTo>
                    <a:pt x="2499" y="4478"/>
                    <a:pt x="2861" y="4153"/>
                    <a:pt x="3009" y="3523"/>
                  </a:cubicBezTo>
                  <a:cubicBezTo>
                    <a:pt x="3222" y="2520"/>
                    <a:pt x="2797" y="1122"/>
                    <a:pt x="2037" y="423"/>
                  </a:cubicBezTo>
                  <a:cubicBezTo>
                    <a:pt x="1739" y="137"/>
                    <a:pt x="1437" y="1"/>
                    <a:pt x="116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112"/>
            <p:cNvSpPr/>
            <p:nvPr/>
          </p:nvSpPr>
          <p:spPr>
            <a:xfrm>
              <a:off x="2628725" y="2244000"/>
              <a:ext cx="81325" cy="111925"/>
            </a:xfrm>
            <a:custGeom>
              <a:avLst/>
              <a:gdLst/>
              <a:ahLst/>
              <a:cxnLst/>
              <a:rect l="l" t="t" r="r" b="b"/>
              <a:pathLst>
                <a:path w="3253" h="4477" extrusionOk="0">
                  <a:moveTo>
                    <a:pt x="1198" y="1"/>
                  </a:moveTo>
                  <a:cubicBezTo>
                    <a:pt x="760" y="1"/>
                    <a:pt x="393" y="330"/>
                    <a:pt x="243" y="947"/>
                  </a:cubicBezTo>
                  <a:cubicBezTo>
                    <a:pt x="0" y="1950"/>
                    <a:pt x="426" y="3348"/>
                    <a:pt x="1216" y="4077"/>
                  </a:cubicBezTo>
                  <a:cubicBezTo>
                    <a:pt x="1509" y="4347"/>
                    <a:pt x="1806" y="4476"/>
                    <a:pt x="2075" y="4476"/>
                  </a:cubicBezTo>
                  <a:cubicBezTo>
                    <a:pt x="2504" y="4476"/>
                    <a:pt x="2860" y="4147"/>
                    <a:pt x="3009" y="3530"/>
                  </a:cubicBezTo>
                  <a:cubicBezTo>
                    <a:pt x="3252" y="2527"/>
                    <a:pt x="2827" y="1129"/>
                    <a:pt x="2067" y="400"/>
                  </a:cubicBezTo>
                  <a:cubicBezTo>
                    <a:pt x="1774" y="130"/>
                    <a:pt x="1472" y="1"/>
                    <a:pt x="119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112"/>
            <p:cNvSpPr/>
            <p:nvPr/>
          </p:nvSpPr>
          <p:spPr>
            <a:xfrm>
              <a:off x="2865050" y="1819550"/>
              <a:ext cx="127675" cy="70250"/>
            </a:xfrm>
            <a:custGeom>
              <a:avLst/>
              <a:gdLst/>
              <a:ahLst/>
              <a:cxnLst/>
              <a:rect l="l" t="t" r="r" b="b"/>
              <a:pathLst>
                <a:path w="5107" h="2810" extrusionOk="0">
                  <a:moveTo>
                    <a:pt x="1976" y="0"/>
                  </a:moveTo>
                  <a:cubicBezTo>
                    <a:pt x="1687" y="0"/>
                    <a:pt x="1408" y="36"/>
                    <a:pt x="1155" y="113"/>
                  </a:cubicBezTo>
                  <a:cubicBezTo>
                    <a:pt x="183" y="417"/>
                    <a:pt x="0" y="1237"/>
                    <a:pt x="760" y="1967"/>
                  </a:cubicBezTo>
                  <a:cubicBezTo>
                    <a:pt x="1329" y="2490"/>
                    <a:pt x="2272" y="2809"/>
                    <a:pt x="3118" y="2809"/>
                  </a:cubicBezTo>
                  <a:cubicBezTo>
                    <a:pt x="3403" y="2809"/>
                    <a:pt x="3676" y="2773"/>
                    <a:pt x="3921" y="2696"/>
                  </a:cubicBezTo>
                  <a:cubicBezTo>
                    <a:pt x="4924" y="2392"/>
                    <a:pt x="5107" y="1572"/>
                    <a:pt x="4347" y="842"/>
                  </a:cubicBezTo>
                  <a:cubicBezTo>
                    <a:pt x="3778" y="319"/>
                    <a:pt x="2835" y="0"/>
                    <a:pt x="19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112"/>
            <p:cNvSpPr/>
            <p:nvPr/>
          </p:nvSpPr>
          <p:spPr>
            <a:xfrm>
              <a:off x="2839975" y="1931125"/>
              <a:ext cx="127675" cy="69725"/>
            </a:xfrm>
            <a:custGeom>
              <a:avLst/>
              <a:gdLst/>
              <a:ahLst/>
              <a:cxnLst/>
              <a:rect l="l" t="t" r="r" b="b"/>
              <a:pathLst>
                <a:path w="5107" h="2789" extrusionOk="0">
                  <a:moveTo>
                    <a:pt x="2005" y="1"/>
                  </a:moveTo>
                  <a:cubicBezTo>
                    <a:pt x="1706" y="1"/>
                    <a:pt x="1416" y="39"/>
                    <a:pt x="1155" y="118"/>
                  </a:cubicBezTo>
                  <a:cubicBezTo>
                    <a:pt x="182" y="422"/>
                    <a:pt x="0" y="1243"/>
                    <a:pt x="760" y="1942"/>
                  </a:cubicBezTo>
                  <a:cubicBezTo>
                    <a:pt x="1322" y="2481"/>
                    <a:pt x="2234" y="2788"/>
                    <a:pt x="3076" y="2788"/>
                  </a:cubicBezTo>
                  <a:cubicBezTo>
                    <a:pt x="3373" y="2788"/>
                    <a:pt x="3660" y="2750"/>
                    <a:pt x="3921" y="2671"/>
                  </a:cubicBezTo>
                  <a:cubicBezTo>
                    <a:pt x="4924" y="2367"/>
                    <a:pt x="5107" y="1547"/>
                    <a:pt x="4347" y="847"/>
                  </a:cubicBezTo>
                  <a:cubicBezTo>
                    <a:pt x="3785" y="308"/>
                    <a:pt x="2856" y="1"/>
                    <a:pt x="20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112"/>
            <p:cNvSpPr/>
            <p:nvPr/>
          </p:nvSpPr>
          <p:spPr>
            <a:xfrm>
              <a:off x="2814125" y="2042200"/>
              <a:ext cx="128450" cy="70225"/>
            </a:xfrm>
            <a:custGeom>
              <a:avLst/>
              <a:gdLst/>
              <a:ahLst/>
              <a:cxnLst/>
              <a:rect l="l" t="t" r="r" b="b"/>
              <a:pathLst>
                <a:path w="5138" h="2809" extrusionOk="0">
                  <a:moveTo>
                    <a:pt x="2007" y="0"/>
                  </a:moveTo>
                  <a:cubicBezTo>
                    <a:pt x="1718" y="0"/>
                    <a:pt x="1439" y="36"/>
                    <a:pt x="1186" y="113"/>
                  </a:cubicBezTo>
                  <a:cubicBezTo>
                    <a:pt x="183" y="417"/>
                    <a:pt x="1" y="1268"/>
                    <a:pt x="761" y="1967"/>
                  </a:cubicBezTo>
                  <a:cubicBezTo>
                    <a:pt x="1329" y="2490"/>
                    <a:pt x="2272" y="2809"/>
                    <a:pt x="3131" y="2809"/>
                  </a:cubicBezTo>
                  <a:cubicBezTo>
                    <a:pt x="3420" y="2809"/>
                    <a:pt x="3700" y="2773"/>
                    <a:pt x="3952" y="2696"/>
                  </a:cubicBezTo>
                  <a:cubicBezTo>
                    <a:pt x="4925" y="2392"/>
                    <a:pt x="5138" y="1572"/>
                    <a:pt x="4378" y="842"/>
                  </a:cubicBezTo>
                  <a:cubicBezTo>
                    <a:pt x="3809" y="319"/>
                    <a:pt x="2866" y="0"/>
                    <a:pt x="20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7" name="Google Shape;3077;p112"/>
          <p:cNvGrpSpPr/>
          <p:nvPr/>
        </p:nvGrpSpPr>
        <p:grpSpPr>
          <a:xfrm>
            <a:off x="4658067" y="2262104"/>
            <a:ext cx="1338784" cy="1349721"/>
            <a:chOff x="720000" y="1639925"/>
            <a:chExt cx="1117050" cy="1126175"/>
          </a:xfrm>
        </p:grpSpPr>
        <p:sp>
          <p:nvSpPr>
            <p:cNvPr id="3078" name="Google Shape;3078;p112"/>
            <p:cNvSpPr/>
            <p:nvPr/>
          </p:nvSpPr>
          <p:spPr>
            <a:xfrm>
              <a:off x="1132600" y="2055575"/>
              <a:ext cx="291075" cy="291075"/>
            </a:xfrm>
            <a:custGeom>
              <a:avLst/>
              <a:gdLst/>
              <a:ahLst/>
              <a:cxnLst/>
              <a:rect l="l" t="t" r="r" b="b"/>
              <a:pathLst>
                <a:path w="11643" h="11643" extrusionOk="0">
                  <a:moveTo>
                    <a:pt x="5837" y="1"/>
                  </a:moveTo>
                  <a:cubicBezTo>
                    <a:pt x="2615" y="1"/>
                    <a:pt x="1" y="2615"/>
                    <a:pt x="1" y="5837"/>
                  </a:cubicBezTo>
                  <a:cubicBezTo>
                    <a:pt x="1" y="9059"/>
                    <a:pt x="2615" y="11642"/>
                    <a:pt x="5837" y="11642"/>
                  </a:cubicBezTo>
                  <a:cubicBezTo>
                    <a:pt x="9059" y="11642"/>
                    <a:pt x="11643" y="9059"/>
                    <a:pt x="11643" y="5837"/>
                  </a:cubicBezTo>
                  <a:cubicBezTo>
                    <a:pt x="11643" y="2615"/>
                    <a:pt x="9059" y="1"/>
                    <a:pt x="58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112"/>
            <p:cNvSpPr/>
            <p:nvPr/>
          </p:nvSpPr>
          <p:spPr>
            <a:xfrm>
              <a:off x="720000" y="1639925"/>
              <a:ext cx="978750" cy="557025"/>
            </a:xfrm>
            <a:custGeom>
              <a:avLst/>
              <a:gdLst/>
              <a:ahLst/>
              <a:cxnLst/>
              <a:rect l="l" t="t" r="r" b="b"/>
              <a:pathLst>
                <a:path w="39150" h="22281" extrusionOk="0">
                  <a:moveTo>
                    <a:pt x="16718" y="0"/>
                  </a:moveTo>
                  <a:lnTo>
                    <a:pt x="0" y="16019"/>
                  </a:lnTo>
                  <a:lnTo>
                    <a:pt x="19636" y="21794"/>
                  </a:lnTo>
                  <a:cubicBezTo>
                    <a:pt x="21307" y="22280"/>
                    <a:pt x="23101" y="21824"/>
                    <a:pt x="24347" y="20639"/>
                  </a:cubicBezTo>
                  <a:lnTo>
                    <a:pt x="39150" y="6505"/>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112"/>
            <p:cNvSpPr/>
            <p:nvPr/>
          </p:nvSpPr>
          <p:spPr>
            <a:xfrm>
              <a:off x="720000" y="2040375"/>
              <a:ext cx="696075" cy="725725"/>
            </a:xfrm>
            <a:custGeom>
              <a:avLst/>
              <a:gdLst/>
              <a:ahLst/>
              <a:cxnLst/>
              <a:rect l="l" t="t" r="r" b="b"/>
              <a:pathLst>
                <a:path w="27843" h="29029" extrusionOk="0">
                  <a:moveTo>
                    <a:pt x="0" y="1"/>
                  </a:moveTo>
                  <a:lnTo>
                    <a:pt x="5411" y="22524"/>
                  </a:lnTo>
                  <a:lnTo>
                    <a:pt x="27843" y="29029"/>
                  </a:lnTo>
                  <a:lnTo>
                    <a:pt x="22979" y="9271"/>
                  </a:lnTo>
                  <a:cubicBezTo>
                    <a:pt x="22584" y="7569"/>
                    <a:pt x="21307" y="6262"/>
                    <a:pt x="19666" y="5776"/>
                  </a:cubicBezTo>
                  <a:close/>
                </a:path>
              </a:pathLst>
            </a:custGeom>
            <a:solidFill>
              <a:srgbClr val="CDB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112"/>
            <p:cNvSpPr/>
            <p:nvPr/>
          </p:nvSpPr>
          <p:spPr>
            <a:xfrm>
              <a:off x="1284600" y="1802550"/>
              <a:ext cx="552450" cy="963550"/>
            </a:xfrm>
            <a:custGeom>
              <a:avLst/>
              <a:gdLst/>
              <a:ahLst/>
              <a:cxnLst/>
              <a:rect l="l" t="t" r="r" b="b"/>
              <a:pathLst>
                <a:path w="22098" h="38542" extrusionOk="0">
                  <a:moveTo>
                    <a:pt x="16566" y="0"/>
                  </a:moveTo>
                  <a:lnTo>
                    <a:pt x="1763" y="14134"/>
                  </a:lnTo>
                  <a:cubicBezTo>
                    <a:pt x="517" y="15319"/>
                    <a:pt x="0" y="17113"/>
                    <a:pt x="426" y="18784"/>
                  </a:cubicBezTo>
                  <a:lnTo>
                    <a:pt x="5259" y="38542"/>
                  </a:lnTo>
                  <a:lnTo>
                    <a:pt x="22098" y="22493"/>
                  </a:lnTo>
                  <a:close/>
                </a:path>
              </a:pathLst>
            </a:custGeom>
            <a:solidFill>
              <a:srgbClr val="B59F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112"/>
            <p:cNvSpPr/>
            <p:nvPr/>
          </p:nvSpPr>
          <p:spPr>
            <a:xfrm>
              <a:off x="1407700" y="2197000"/>
              <a:ext cx="80575" cy="112000"/>
            </a:xfrm>
            <a:custGeom>
              <a:avLst/>
              <a:gdLst/>
              <a:ahLst/>
              <a:cxnLst/>
              <a:rect l="l" t="t" r="r" b="b"/>
              <a:pathLst>
                <a:path w="3223" h="4480" extrusionOk="0">
                  <a:moveTo>
                    <a:pt x="2038" y="1"/>
                  </a:moveTo>
                  <a:cubicBezTo>
                    <a:pt x="1760" y="1"/>
                    <a:pt x="1453" y="137"/>
                    <a:pt x="1155" y="423"/>
                  </a:cubicBezTo>
                  <a:cubicBezTo>
                    <a:pt x="395" y="1122"/>
                    <a:pt x="0" y="2520"/>
                    <a:pt x="243" y="3554"/>
                  </a:cubicBezTo>
                  <a:cubicBezTo>
                    <a:pt x="391" y="4162"/>
                    <a:pt x="751" y="4479"/>
                    <a:pt x="1174" y="4479"/>
                  </a:cubicBezTo>
                  <a:cubicBezTo>
                    <a:pt x="1448" y="4479"/>
                    <a:pt x="1750" y="4346"/>
                    <a:pt x="2037" y="4070"/>
                  </a:cubicBezTo>
                  <a:cubicBezTo>
                    <a:pt x="2797" y="3341"/>
                    <a:pt x="3222" y="1943"/>
                    <a:pt x="2979" y="940"/>
                  </a:cubicBezTo>
                  <a:cubicBezTo>
                    <a:pt x="2831" y="330"/>
                    <a:pt x="2470" y="1"/>
                    <a:pt x="203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112"/>
            <p:cNvSpPr/>
            <p:nvPr/>
          </p:nvSpPr>
          <p:spPr>
            <a:xfrm>
              <a:off x="1517125" y="2228150"/>
              <a:ext cx="80575" cy="112325"/>
            </a:xfrm>
            <a:custGeom>
              <a:avLst/>
              <a:gdLst/>
              <a:ahLst/>
              <a:cxnLst/>
              <a:rect l="l" t="t" r="r" b="b"/>
              <a:pathLst>
                <a:path w="3223" h="4493" extrusionOk="0">
                  <a:moveTo>
                    <a:pt x="2045" y="1"/>
                  </a:moveTo>
                  <a:cubicBezTo>
                    <a:pt x="1771" y="1"/>
                    <a:pt x="1471" y="137"/>
                    <a:pt x="1186" y="423"/>
                  </a:cubicBezTo>
                  <a:cubicBezTo>
                    <a:pt x="426" y="1153"/>
                    <a:pt x="0" y="2551"/>
                    <a:pt x="243" y="3554"/>
                  </a:cubicBezTo>
                  <a:cubicBezTo>
                    <a:pt x="391" y="4164"/>
                    <a:pt x="753" y="4493"/>
                    <a:pt x="1184" y="4493"/>
                  </a:cubicBezTo>
                  <a:cubicBezTo>
                    <a:pt x="1462" y="4493"/>
                    <a:pt x="1769" y="4356"/>
                    <a:pt x="2067" y="4071"/>
                  </a:cubicBezTo>
                  <a:cubicBezTo>
                    <a:pt x="2827" y="3341"/>
                    <a:pt x="3222" y="1943"/>
                    <a:pt x="2979" y="940"/>
                  </a:cubicBezTo>
                  <a:cubicBezTo>
                    <a:pt x="2831" y="330"/>
                    <a:pt x="2470" y="1"/>
                    <a:pt x="20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112"/>
            <p:cNvSpPr/>
            <p:nvPr/>
          </p:nvSpPr>
          <p:spPr>
            <a:xfrm>
              <a:off x="1627300" y="2260075"/>
              <a:ext cx="80575" cy="112000"/>
            </a:xfrm>
            <a:custGeom>
              <a:avLst/>
              <a:gdLst/>
              <a:ahLst/>
              <a:cxnLst/>
              <a:rect l="l" t="t" r="r" b="b"/>
              <a:pathLst>
                <a:path w="3223" h="4480" extrusionOk="0">
                  <a:moveTo>
                    <a:pt x="2038" y="0"/>
                  </a:moveTo>
                  <a:cubicBezTo>
                    <a:pt x="1760" y="0"/>
                    <a:pt x="1453" y="137"/>
                    <a:pt x="1156" y="423"/>
                  </a:cubicBezTo>
                  <a:cubicBezTo>
                    <a:pt x="396" y="1122"/>
                    <a:pt x="1" y="2520"/>
                    <a:pt x="244" y="3553"/>
                  </a:cubicBezTo>
                  <a:cubicBezTo>
                    <a:pt x="391" y="4162"/>
                    <a:pt x="751" y="4479"/>
                    <a:pt x="1181" y="4479"/>
                  </a:cubicBezTo>
                  <a:cubicBezTo>
                    <a:pt x="1460" y="4479"/>
                    <a:pt x="1768" y="4345"/>
                    <a:pt x="2067" y="4070"/>
                  </a:cubicBezTo>
                  <a:cubicBezTo>
                    <a:pt x="2797" y="3341"/>
                    <a:pt x="3223" y="1942"/>
                    <a:pt x="2979" y="939"/>
                  </a:cubicBezTo>
                  <a:cubicBezTo>
                    <a:pt x="2831" y="329"/>
                    <a:pt x="2470" y="0"/>
                    <a:pt x="20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112"/>
            <p:cNvSpPr/>
            <p:nvPr/>
          </p:nvSpPr>
          <p:spPr>
            <a:xfrm>
              <a:off x="1461650" y="2417700"/>
              <a:ext cx="80575" cy="112000"/>
            </a:xfrm>
            <a:custGeom>
              <a:avLst/>
              <a:gdLst/>
              <a:ahLst/>
              <a:cxnLst/>
              <a:rect l="l" t="t" r="r" b="b"/>
              <a:pathLst>
                <a:path w="3223" h="4480" extrusionOk="0">
                  <a:moveTo>
                    <a:pt x="2042" y="0"/>
                  </a:moveTo>
                  <a:cubicBezTo>
                    <a:pt x="1763" y="0"/>
                    <a:pt x="1454" y="134"/>
                    <a:pt x="1155" y="410"/>
                  </a:cubicBezTo>
                  <a:cubicBezTo>
                    <a:pt x="426" y="1139"/>
                    <a:pt x="0" y="2537"/>
                    <a:pt x="243" y="3540"/>
                  </a:cubicBezTo>
                  <a:cubicBezTo>
                    <a:pt x="391" y="4150"/>
                    <a:pt x="753" y="4479"/>
                    <a:pt x="1184" y="4479"/>
                  </a:cubicBezTo>
                  <a:cubicBezTo>
                    <a:pt x="1462" y="4479"/>
                    <a:pt x="1769" y="4343"/>
                    <a:pt x="2067" y="4057"/>
                  </a:cubicBezTo>
                  <a:cubicBezTo>
                    <a:pt x="2827" y="3358"/>
                    <a:pt x="3222" y="1929"/>
                    <a:pt x="2979" y="926"/>
                  </a:cubicBezTo>
                  <a:cubicBezTo>
                    <a:pt x="2832" y="318"/>
                    <a:pt x="2472" y="0"/>
                    <a:pt x="20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112"/>
            <p:cNvSpPr/>
            <p:nvPr/>
          </p:nvSpPr>
          <p:spPr>
            <a:xfrm>
              <a:off x="1572600" y="2038950"/>
              <a:ext cx="80575" cy="112325"/>
            </a:xfrm>
            <a:custGeom>
              <a:avLst/>
              <a:gdLst/>
              <a:ahLst/>
              <a:cxnLst/>
              <a:rect l="l" t="t" r="r" b="b"/>
              <a:pathLst>
                <a:path w="3223" h="4493" extrusionOk="0">
                  <a:moveTo>
                    <a:pt x="2045" y="0"/>
                  </a:moveTo>
                  <a:cubicBezTo>
                    <a:pt x="1771" y="0"/>
                    <a:pt x="1471" y="137"/>
                    <a:pt x="1186" y="423"/>
                  </a:cubicBezTo>
                  <a:cubicBezTo>
                    <a:pt x="426" y="1152"/>
                    <a:pt x="0" y="2550"/>
                    <a:pt x="243" y="3553"/>
                  </a:cubicBezTo>
                  <a:cubicBezTo>
                    <a:pt x="391" y="4163"/>
                    <a:pt x="753" y="4492"/>
                    <a:pt x="1184" y="4492"/>
                  </a:cubicBezTo>
                  <a:cubicBezTo>
                    <a:pt x="1462" y="4492"/>
                    <a:pt x="1769" y="4356"/>
                    <a:pt x="2067" y="4070"/>
                  </a:cubicBezTo>
                  <a:cubicBezTo>
                    <a:pt x="2827" y="3341"/>
                    <a:pt x="3222" y="1942"/>
                    <a:pt x="2979" y="939"/>
                  </a:cubicBezTo>
                  <a:cubicBezTo>
                    <a:pt x="2831" y="329"/>
                    <a:pt x="2469" y="0"/>
                    <a:pt x="20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112"/>
            <p:cNvSpPr/>
            <p:nvPr/>
          </p:nvSpPr>
          <p:spPr>
            <a:xfrm>
              <a:off x="949050" y="2284550"/>
              <a:ext cx="100425" cy="95275"/>
            </a:xfrm>
            <a:custGeom>
              <a:avLst/>
              <a:gdLst/>
              <a:ahLst/>
              <a:cxnLst/>
              <a:rect l="l" t="t" r="r" b="b"/>
              <a:pathLst>
                <a:path w="4017" h="3811" extrusionOk="0">
                  <a:moveTo>
                    <a:pt x="1065" y="1"/>
                  </a:moveTo>
                  <a:cubicBezTo>
                    <a:pt x="373" y="1"/>
                    <a:pt x="1" y="537"/>
                    <a:pt x="200" y="1359"/>
                  </a:cubicBezTo>
                  <a:cubicBezTo>
                    <a:pt x="443" y="2392"/>
                    <a:pt x="1446" y="3426"/>
                    <a:pt x="2449" y="3729"/>
                  </a:cubicBezTo>
                  <a:cubicBezTo>
                    <a:pt x="2630" y="3784"/>
                    <a:pt x="2798" y="3810"/>
                    <a:pt x="2950" y="3810"/>
                  </a:cubicBezTo>
                  <a:cubicBezTo>
                    <a:pt x="3644" y="3810"/>
                    <a:pt x="4016" y="3270"/>
                    <a:pt x="3817" y="2422"/>
                  </a:cubicBezTo>
                  <a:cubicBezTo>
                    <a:pt x="3574" y="1419"/>
                    <a:pt x="2571" y="356"/>
                    <a:pt x="1568" y="82"/>
                  </a:cubicBezTo>
                  <a:cubicBezTo>
                    <a:pt x="1386" y="27"/>
                    <a:pt x="1218" y="1"/>
                    <a:pt x="10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112"/>
            <p:cNvSpPr/>
            <p:nvPr/>
          </p:nvSpPr>
          <p:spPr>
            <a:xfrm>
              <a:off x="1085075" y="2427425"/>
              <a:ext cx="101200" cy="95200"/>
            </a:xfrm>
            <a:custGeom>
              <a:avLst/>
              <a:gdLst/>
              <a:ahLst/>
              <a:cxnLst/>
              <a:rect l="l" t="t" r="r" b="b"/>
              <a:pathLst>
                <a:path w="4048" h="3808" extrusionOk="0">
                  <a:moveTo>
                    <a:pt x="1093" y="0"/>
                  </a:moveTo>
                  <a:cubicBezTo>
                    <a:pt x="393" y="0"/>
                    <a:pt x="1" y="536"/>
                    <a:pt x="200" y="1358"/>
                  </a:cubicBezTo>
                  <a:cubicBezTo>
                    <a:pt x="443" y="2391"/>
                    <a:pt x="1446" y="3425"/>
                    <a:pt x="2449" y="3729"/>
                  </a:cubicBezTo>
                  <a:cubicBezTo>
                    <a:pt x="2625" y="3782"/>
                    <a:pt x="2790" y="3807"/>
                    <a:pt x="2940" y="3807"/>
                  </a:cubicBezTo>
                  <a:cubicBezTo>
                    <a:pt x="3649" y="3807"/>
                    <a:pt x="4048" y="3249"/>
                    <a:pt x="3847" y="2422"/>
                  </a:cubicBezTo>
                  <a:cubicBezTo>
                    <a:pt x="3604" y="1419"/>
                    <a:pt x="2571" y="355"/>
                    <a:pt x="1598" y="81"/>
                  </a:cubicBezTo>
                  <a:cubicBezTo>
                    <a:pt x="1417" y="26"/>
                    <a:pt x="1247" y="0"/>
                    <a:pt x="109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112"/>
            <p:cNvSpPr/>
            <p:nvPr/>
          </p:nvSpPr>
          <p:spPr>
            <a:xfrm>
              <a:off x="1145525" y="1886475"/>
              <a:ext cx="127700" cy="70450"/>
            </a:xfrm>
            <a:custGeom>
              <a:avLst/>
              <a:gdLst/>
              <a:ahLst/>
              <a:cxnLst/>
              <a:rect l="l" t="t" r="r" b="b"/>
              <a:pathLst>
                <a:path w="5108" h="2818" extrusionOk="0">
                  <a:moveTo>
                    <a:pt x="3135" y="0"/>
                  </a:moveTo>
                  <a:cubicBezTo>
                    <a:pt x="2268" y="0"/>
                    <a:pt x="1314" y="338"/>
                    <a:pt x="761" y="868"/>
                  </a:cubicBezTo>
                  <a:cubicBezTo>
                    <a:pt x="1" y="1598"/>
                    <a:pt x="213" y="2418"/>
                    <a:pt x="1217" y="2722"/>
                  </a:cubicBezTo>
                  <a:cubicBezTo>
                    <a:pt x="1445" y="2786"/>
                    <a:pt x="1698" y="2817"/>
                    <a:pt x="1962" y="2817"/>
                  </a:cubicBezTo>
                  <a:cubicBezTo>
                    <a:pt x="2823" y="2817"/>
                    <a:pt x="3796" y="2490"/>
                    <a:pt x="4378" y="1932"/>
                  </a:cubicBezTo>
                  <a:cubicBezTo>
                    <a:pt x="5107" y="1233"/>
                    <a:pt x="4925" y="412"/>
                    <a:pt x="3922" y="108"/>
                  </a:cubicBezTo>
                  <a:cubicBezTo>
                    <a:pt x="3679" y="35"/>
                    <a:pt x="3412" y="0"/>
                    <a:pt x="31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90" name="Google Shape;3090;p112"/>
          <p:cNvGrpSpPr/>
          <p:nvPr/>
        </p:nvGrpSpPr>
        <p:grpSpPr>
          <a:xfrm>
            <a:off x="723332" y="1596105"/>
            <a:ext cx="2881636" cy="2105879"/>
            <a:chOff x="-2335425" y="793275"/>
            <a:chExt cx="2973825" cy="2173250"/>
          </a:xfrm>
        </p:grpSpPr>
        <p:sp>
          <p:nvSpPr>
            <p:cNvPr id="3091" name="Google Shape;3091;p112"/>
            <p:cNvSpPr/>
            <p:nvPr/>
          </p:nvSpPr>
          <p:spPr>
            <a:xfrm>
              <a:off x="-2335425" y="2858925"/>
              <a:ext cx="2973825" cy="107600"/>
            </a:xfrm>
            <a:custGeom>
              <a:avLst/>
              <a:gdLst/>
              <a:ahLst/>
              <a:cxnLst/>
              <a:rect l="l" t="t" r="r" b="b"/>
              <a:pathLst>
                <a:path w="118953" h="4304" extrusionOk="0">
                  <a:moveTo>
                    <a:pt x="2169" y="1"/>
                  </a:moveTo>
                  <a:cubicBezTo>
                    <a:pt x="968" y="1"/>
                    <a:pt x="1" y="968"/>
                    <a:pt x="1" y="2136"/>
                  </a:cubicBezTo>
                  <a:cubicBezTo>
                    <a:pt x="1" y="3336"/>
                    <a:pt x="968" y="4304"/>
                    <a:pt x="2169" y="4304"/>
                  </a:cubicBezTo>
                  <a:lnTo>
                    <a:pt x="116818" y="4304"/>
                  </a:lnTo>
                  <a:cubicBezTo>
                    <a:pt x="117985" y="4304"/>
                    <a:pt x="118953" y="3336"/>
                    <a:pt x="118953" y="2136"/>
                  </a:cubicBezTo>
                  <a:cubicBezTo>
                    <a:pt x="118953" y="968"/>
                    <a:pt x="117985" y="1"/>
                    <a:pt x="1168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112"/>
            <p:cNvSpPr/>
            <p:nvPr/>
          </p:nvSpPr>
          <p:spPr>
            <a:xfrm>
              <a:off x="-2163625" y="793275"/>
              <a:ext cx="2631075" cy="343625"/>
            </a:xfrm>
            <a:custGeom>
              <a:avLst/>
              <a:gdLst/>
              <a:ahLst/>
              <a:cxnLst/>
              <a:rect l="l" t="t" r="r" b="b"/>
              <a:pathLst>
                <a:path w="105243" h="13745" extrusionOk="0">
                  <a:moveTo>
                    <a:pt x="9507" y="1"/>
                  </a:moveTo>
                  <a:lnTo>
                    <a:pt x="1" y="13744"/>
                  </a:lnTo>
                  <a:lnTo>
                    <a:pt x="105242" y="13744"/>
                  </a:lnTo>
                  <a:lnTo>
                    <a:pt x="957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112"/>
            <p:cNvSpPr/>
            <p:nvPr/>
          </p:nvSpPr>
          <p:spPr>
            <a:xfrm>
              <a:off x="-2114425" y="1779825"/>
              <a:ext cx="2531825" cy="1046600"/>
            </a:xfrm>
            <a:custGeom>
              <a:avLst/>
              <a:gdLst/>
              <a:ahLst/>
              <a:cxnLst/>
              <a:rect l="l" t="t" r="r" b="b"/>
              <a:pathLst>
                <a:path w="101273" h="41864" extrusionOk="0">
                  <a:moveTo>
                    <a:pt x="1" y="0"/>
                  </a:moveTo>
                  <a:lnTo>
                    <a:pt x="1" y="41864"/>
                  </a:lnTo>
                  <a:lnTo>
                    <a:pt x="101273" y="41864"/>
                  </a:lnTo>
                  <a:lnTo>
                    <a:pt x="1012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112"/>
            <p:cNvSpPr/>
            <p:nvPr/>
          </p:nvSpPr>
          <p:spPr>
            <a:xfrm>
              <a:off x="-2114425" y="1779825"/>
              <a:ext cx="2531825" cy="70075"/>
            </a:xfrm>
            <a:custGeom>
              <a:avLst/>
              <a:gdLst/>
              <a:ahLst/>
              <a:cxnLst/>
              <a:rect l="l" t="t" r="r" b="b"/>
              <a:pathLst>
                <a:path w="101273" h="2803" extrusionOk="0">
                  <a:moveTo>
                    <a:pt x="1" y="0"/>
                  </a:moveTo>
                  <a:lnTo>
                    <a:pt x="1" y="2802"/>
                  </a:lnTo>
                  <a:lnTo>
                    <a:pt x="101273" y="2802"/>
                  </a:lnTo>
                  <a:lnTo>
                    <a:pt x="10127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112"/>
            <p:cNvSpPr/>
            <p:nvPr/>
          </p:nvSpPr>
          <p:spPr>
            <a:xfrm>
              <a:off x="-2114000" y="1862388"/>
              <a:ext cx="2531825" cy="21700"/>
            </a:xfrm>
            <a:custGeom>
              <a:avLst/>
              <a:gdLst/>
              <a:ahLst/>
              <a:cxnLst/>
              <a:rect l="l" t="t" r="r" b="b"/>
              <a:pathLst>
                <a:path w="101273" h="868" extrusionOk="0">
                  <a:moveTo>
                    <a:pt x="1" y="0"/>
                  </a:moveTo>
                  <a:lnTo>
                    <a:pt x="1" y="868"/>
                  </a:lnTo>
                  <a:lnTo>
                    <a:pt x="101273" y="868"/>
                  </a:lnTo>
                  <a:lnTo>
                    <a:pt x="10127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112"/>
            <p:cNvSpPr/>
            <p:nvPr/>
          </p:nvSpPr>
          <p:spPr>
            <a:xfrm>
              <a:off x="-2010175" y="1136875"/>
              <a:ext cx="2278300" cy="642975"/>
            </a:xfrm>
            <a:custGeom>
              <a:avLst/>
              <a:gdLst/>
              <a:ahLst/>
              <a:cxnLst/>
              <a:rect l="l" t="t" r="r" b="b"/>
              <a:pathLst>
                <a:path w="91132" h="25719" extrusionOk="0">
                  <a:moveTo>
                    <a:pt x="0" y="0"/>
                  </a:moveTo>
                  <a:lnTo>
                    <a:pt x="0" y="25718"/>
                  </a:lnTo>
                  <a:lnTo>
                    <a:pt x="91132" y="25718"/>
                  </a:lnTo>
                  <a:lnTo>
                    <a:pt x="911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112"/>
            <p:cNvSpPr/>
            <p:nvPr/>
          </p:nvSpPr>
          <p:spPr>
            <a:xfrm>
              <a:off x="-2021025" y="1136875"/>
              <a:ext cx="2296717" cy="40875"/>
            </a:xfrm>
            <a:custGeom>
              <a:avLst/>
              <a:gdLst/>
              <a:ahLst/>
              <a:cxnLst/>
              <a:rect l="l" t="t" r="r" b="b"/>
              <a:pathLst>
                <a:path w="93801" h="1635" extrusionOk="0">
                  <a:moveTo>
                    <a:pt x="1" y="0"/>
                  </a:moveTo>
                  <a:lnTo>
                    <a:pt x="1" y="1635"/>
                  </a:lnTo>
                  <a:lnTo>
                    <a:pt x="93801" y="1635"/>
                  </a:lnTo>
                  <a:lnTo>
                    <a:pt x="938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112"/>
            <p:cNvSpPr/>
            <p:nvPr/>
          </p:nvSpPr>
          <p:spPr>
            <a:xfrm>
              <a:off x="-2163625" y="2794725"/>
              <a:ext cx="2631075" cy="64225"/>
            </a:xfrm>
            <a:custGeom>
              <a:avLst/>
              <a:gdLst/>
              <a:ahLst/>
              <a:cxnLst/>
              <a:rect l="l" t="t" r="r" b="b"/>
              <a:pathLst>
                <a:path w="105243" h="2569" extrusionOk="0">
                  <a:moveTo>
                    <a:pt x="1268" y="0"/>
                  </a:moveTo>
                  <a:cubicBezTo>
                    <a:pt x="568" y="0"/>
                    <a:pt x="1" y="567"/>
                    <a:pt x="1" y="1268"/>
                  </a:cubicBezTo>
                  <a:cubicBezTo>
                    <a:pt x="1" y="2002"/>
                    <a:pt x="568" y="2569"/>
                    <a:pt x="1268" y="2569"/>
                  </a:cubicBezTo>
                  <a:lnTo>
                    <a:pt x="103941" y="2569"/>
                  </a:lnTo>
                  <a:cubicBezTo>
                    <a:pt x="104675" y="2569"/>
                    <a:pt x="105242" y="2002"/>
                    <a:pt x="105242" y="1268"/>
                  </a:cubicBezTo>
                  <a:cubicBezTo>
                    <a:pt x="105242" y="567"/>
                    <a:pt x="104642" y="0"/>
                    <a:pt x="10394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112"/>
            <p:cNvSpPr/>
            <p:nvPr/>
          </p:nvSpPr>
          <p:spPr>
            <a:xfrm>
              <a:off x="-1341375" y="1966625"/>
              <a:ext cx="986575" cy="226850"/>
            </a:xfrm>
            <a:custGeom>
              <a:avLst/>
              <a:gdLst/>
              <a:ahLst/>
              <a:cxnLst/>
              <a:rect l="l" t="t" r="r" b="b"/>
              <a:pathLst>
                <a:path w="39463" h="9074" extrusionOk="0">
                  <a:moveTo>
                    <a:pt x="5471" y="0"/>
                  </a:moveTo>
                  <a:lnTo>
                    <a:pt x="1" y="9074"/>
                  </a:lnTo>
                  <a:lnTo>
                    <a:pt x="39462" y="9074"/>
                  </a:lnTo>
                  <a:lnTo>
                    <a:pt x="33992" y="0"/>
                  </a:lnTo>
                  <a:close/>
                </a:path>
              </a:pathLst>
            </a:custGeom>
            <a:solidFill>
              <a:srgbClr val="0252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112"/>
            <p:cNvSpPr/>
            <p:nvPr/>
          </p:nvSpPr>
          <p:spPr>
            <a:xfrm>
              <a:off x="-1263825" y="2193450"/>
              <a:ext cx="831450" cy="601300"/>
            </a:xfrm>
            <a:custGeom>
              <a:avLst/>
              <a:gdLst/>
              <a:ahLst/>
              <a:cxnLst/>
              <a:rect l="l" t="t" r="r" b="b"/>
              <a:pathLst>
                <a:path w="33258" h="24052" extrusionOk="0">
                  <a:moveTo>
                    <a:pt x="1" y="1"/>
                  </a:moveTo>
                  <a:lnTo>
                    <a:pt x="1" y="24051"/>
                  </a:lnTo>
                  <a:lnTo>
                    <a:pt x="33258" y="24051"/>
                  </a:lnTo>
                  <a:lnTo>
                    <a:pt x="3325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112"/>
            <p:cNvSpPr/>
            <p:nvPr/>
          </p:nvSpPr>
          <p:spPr>
            <a:xfrm>
              <a:off x="-1963475" y="2055850"/>
              <a:ext cx="160975" cy="177650"/>
            </a:xfrm>
            <a:custGeom>
              <a:avLst/>
              <a:gdLst/>
              <a:ahLst/>
              <a:cxnLst/>
              <a:rect l="l" t="t" r="r" b="b"/>
              <a:pathLst>
                <a:path w="6439" h="7106" extrusionOk="0">
                  <a:moveTo>
                    <a:pt x="1735" y="1"/>
                  </a:moveTo>
                  <a:cubicBezTo>
                    <a:pt x="767" y="1"/>
                    <a:pt x="0" y="801"/>
                    <a:pt x="0" y="1769"/>
                  </a:cubicBezTo>
                  <a:lnTo>
                    <a:pt x="0" y="7106"/>
                  </a:lnTo>
                  <a:lnTo>
                    <a:pt x="6438" y="7106"/>
                  </a:lnTo>
                  <a:lnTo>
                    <a:pt x="6438" y="1769"/>
                  </a:lnTo>
                  <a:cubicBezTo>
                    <a:pt x="6438" y="801"/>
                    <a:pt x="5671" y="1"/>
                    <a:pt x="46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112"/>
            <p:cNvSpPr/>
            <p:nvPr/>
          </p:nvSpPr>
          <p:spPr>
            <a:xfrm>
              <a:off x="-1649925" y="2055850"/>
              <a:ext cx="161800" cy="177650"/>
            </a:xfrm>
            <a:custGeom>
              <a:avLst/>
              <a:gdLst/>
              <a:ahLst/>
              <a:cxnLst/>
              <a:rect l="l" t="t" r="r" b="b"/>
              <a:pathLst>
                <a:path w="6472" h="7106" extrusionOk="0">
                  <a:moveTo>
                    <a:pt x="1768" y="1"/>
                  </a:moveTo>
                  <a:cubicBezTo>
                    <a:pt x="801" y="1"/>
                    <a:pt x="1" y="801"/>
                    <a:pt x="1" y="1769"/>
                  </a:cubicBezTo>
                  <a:lnTo>
                    <a:pt x="1" y="7106"/>
                  </a:lnTo>
                  <a:lnTo>
                    <a:pt x="6472" y="7106"/>
                  </a:lnTo>
                  <a:lnTo>
                    <a:pt x="6472" y="1769"/>
                  </a:lnTo>
                  <a:cubicBezTo>
                    <a:pt x="6472" y="801"/>
                    <a:pt x="5671" y="1"/>
                    <a:pt x="47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112"/>
            <p:cNvSpPr/>
            <p:nvPr/>
          </p:nvSpPr>
          <p:spPr>
            <a:xfrm>
              <a:off x="-1963475" y="2349400"/>
              <a:ext cx="160975" cy="177650"/>
            </a:xfrm>
            <a:custGeom>
              <a:avLst/>
              <a:gdLst/>
              <a:ahLst/>
              <a:cxnLst/>
              <a:rect l="l" t="t" r="r" b="b"/>
              <a:pathLst>
                <a:path w="6439" h="7106" extrusionOk="0">
                  <a:moveTo>
                    <a:pt x="1735" y="0"/>
                  </a:moveTo>
                  <a:cubicBezTo>
                    <a:pt x="767" y="0"/>
                    <a:pt x="0" y="801"/>
                    <a:pt x="0" y="1768"/>
                  </a:cubicBezTo>
                  <a:lnTo>
                    <a:pt x="0" y="7105"/>
                  </a:lnTo>
                  <a:lnTo>
                    <a:pt x="6438" y="7105"/>
                  </a:lnTo>
                  <a:lnTo>
                    <a:pt x="6438" y="1768"/>
                  </a:lnTo>
                  <a:cubicBezTo>
                    <a:pt x="6438" y="801"/>
                    <a:pt x="5671" y="0"/>
                    <a:pt x="46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112"/>
            <p:cNvSpPr/>
            <p:nvPr/>
          </p:nvSpPr>
          <p:spPr>
            <a:xfrm>
              <a:off x="-1649925" y="2349400"/>
              <a:ext cx="161800" cy="177650"/>
            </a:xfrm>
            <a:custGeom>
              <a:avLst/>
              <a:gdLst/>
              <a:ahLst/>
              <a:cxnLst/>
              <a:rect l="l" t="t" r="r" b="b"/>
              <a:pathLst>
                <a:path w="6472" h="7106" extrusionOk="0">
                  <a:moveTo>
                    <a:pt x="1768" y="0"/>
                  </a:moveTo>
                  <a:cubicBezTo>
                    <a:pt x="801" y="0"/>
                    <a:pt x="1" y="801"/>
                    <a:pt x="1" y="1768"/>
                  </a:cubicBezTo>
                  <a:lnTo>
                    <a:pt x="1" y="7105"/>
                  </a:lnTo>
                  <a:lnTo>
                    <a:pt x="6472" y="7105"/>
                  </a:lnTo>
                  <a:lnTo>
                    <a:pt x="6472" y="1768"/>
                  </a:lnTo>
                  <a:cubicBezTo>
                    <a:pt x="6472" y="801"/>
                    <a:pt x="5671" y="0"/>
                    <a:pt x="470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112"/>
            <p:cNvSpPr/>
            <p:nvPr/>
          </p:nvSpPr>
          <p:spPr>
            <a:xfrm>
              <a:off x="-1971825" y="2233475"/>
              <a:ext cx="181000" cy="23375"/>
            </a:xfrm>
            <a:custGeom>
              <a:avLst/>
              <a:gdLst/>
              <a:ahLst/>
              <a:cxnLst/>
              <a:rect l="l" t="t" r="r" b="b"/>
              <a:pathLst>
                <a:path w="7240" h="935" extrusionOk="0">
                  <a:moveTo>
                    <a:pt x="1" y="1"/>
                  </a:moveTo>
                  <a:lnTo>
                    <a:pt x="1" y="935"/>
                  </a:lnTo>
                  <a:lnTo>
                    <a:pt x="7239" y="935"/>
                  </a:lnTo>
                  <a:lnTo>
                    <a:pt x="72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112"/>
            <p:cNvSpPr/>
            <p:nvPr/>
          </p:nvSpPr>
          <p:spPr>
            <a:xfrm>
              <a:off x="-1971825" y="2527025"/>
              <a:ext cx="181000" cy="23375"/>
            </a:xfrm>
            <a:custGeom>
              <a:avLst/>
              <a:gdLst/>
              <a:ahLst/>
              <a:cxnLst/>
              <a:rect l="l" t="t" r="r" b="b"/>
              <a:pathLst>
                <a:path w="7240" h="935" extrusionOk="0">
                  <a:moveTo>
                    <a:pt x="1" y="0"/>
                  </a:moveTo>
                  <a:lnTo>
                    <a:pt x="1" y="934"/>
                  </a:lnTo>
                  <a:lnTo>
                    <a:pt x="7239" y="934"/>
                  </a:lnTo>
                  <a:lnTo>
                    <a:pt x="7239" y="0"/>
                  </a:lnTo>
                  <a:close/>
                </a:path>
              </a:pathLst>
            </a:custGeom>
            <a:solidFill>
              <a:srgbClr val="F26A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112"/>
            <p:cNvSpPr/>
            <p:nvPr/>
          </p:nvSpPr>
          <p:spPr>
            <a:xfrm>
              <a:off x="-1971825" y="2233475"/>
              <a:ext cx="87600" cy="23375"/>
            </a:xfrm>
            <a:custGeom>
              <a:avLst/>
              <a:gdLst/>
              <a:ahLst/>
              <a:cxnLst/>
              <a:rect l="l" t="t" r="r" b="b"/>
              <a:pathLst>
                <a:path w="3504" h="935" extrusionOk="0">
                  <a:moveTo>
                    <a:pt x="1" y="1"/>
                  </a:moveTo>
                  <a:lnTo>
                    <a:pt x="1" y="935"/>
                  </a:lnTo>
                  <a:lnTo>
                    <a:pt x="3503" y="935"/>
                  </a:lnTo>
                  <a:lnTo>
                    <a:pt x="35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112"/>
            <p:cNvSpPr/>
            <p:nvPr/>
          </p:nvSpPr>
          <p:spPr>
            <a:xfrm>
              <a:off x="-1971825" y="2527025"/>
              <a:ext cx="87600" cy="23375"/>
            </a:xfrm>
            <a:custGeom>
              <a:avLst/>
              <a:gdLst/>
              <a:ahLst/>
              <a:cxnLst/>
              <a:rect l="l" t="t" r="r" b="b"/>
              <a:pathLst>
                <a:path w="3504" h="935" extrusionOk="0">
                  <a:moveTo>
                    <a:pt x="1" y="0"/>
                  </a:moveTo>
                  <a:lnTo>
                    <a:pt x="1" y="934"/>
                  </a:lnTo>
                  <a:lnTo>
                    <a:pt x="3503" y="934"/>
                  </a:lnTo>
                  <a:lnTo>
                    <a:pt x="35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112"/>
            <p:cNvSpPr/>
            <p:nvPr/>
          </p:nvSpPr>
          <p:spPr>
            <a:xfrm>
              <a:off x="-1659100" y="2233475"/>
              <a:ext cx="181000" cy="23375"/>
            </a:xfrm>
            <a:custGeom>
              <a:avLst/>
              <a:gdLst/>
              <a:ahLst/>
              <a:cxnLst/>
              <a:rect l="l" t="t" r="r" b="b"/>
              <a:pathLst>
                <a:path w="7240" h="935" extrusionOk="0">
                  <a:moveTo>
                    <a:pt x="1" y="1"/>
                  </a:moveTo>
                  <a:lnTo>
                    <a:pt x="1" y="935"/>
                  </a:lnTo>
                  <a:lnTo>
                    <a:pt x="7239" y="935"/>
                  </a:lnTo>
                  <a:lnTo>
                    <a:pt x="72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112"/>
            <p:cNvSpPr/>
            <p:nvPr/>
          </p:nvSpPr>
          <p:spPr>
            <a:xfrm>
              <a:off x="-1659100" y="2527025"/>
              <a:ext cx="181000" cy="23375"/>
            </a:xfrm>
            <a:custGeom>
              <a:avLst/>
              <a:gdLst/>
              <a:ahLst/>
              <a:cxnLst/>
              <a:rect l="l" t="t" r="r" b="b"/>
              <a:pathLst>
                <a:path w="7240" h="935" extrusionOk="0">
                  <a:moveTo>
                    <a:pt x="1" y="0"/>
                  </a:moveTo>
                  <a:lnTo>
                    <a:pt x="1" y="934"/>
                  </a:lnTo>
                  <a:lnTo>
                    <a:pt x="7239" y="934"/>
                  </a:lnTo>
                  <a:lnTo>
                    <a:pt x="72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112"/>
            <p:cNvSpPr/>
            <p:nvPr/>
          </p:nvSpPr>
          <p:spPr>
            <a:xfrm>
              <a:off x="-1659100" y="2233475"/>
              <a:ext cx="90100" cy="23375"/>
            </a:xfrm>
            <a:custGeom>
              <a:avLst/>
              <a:gdLst/>
              <a:ahLst/>
              <a:cxnLst/>
              <a:rect l="l" t="t" r="r" b="b"/>
              <a:pathLst>
                <a:path w="3604" h="935" extrusionOk="0">
                  <a:moveTo>
                    <a:pt x="1" y="1"/>
                  </a:moveTo>
                  <a:lnTo>
                    <a:pt x="1" y="935"/>
                  </a:lnTo>
                  <a:lnTo>
                    <a:pt x="3603" y="935"/>
                  </a:lnTo>
                  <a:lnTo>
                    <a:pt x="36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112"/>
            <p:cNvSpPr/>
            <p:nvPr/>
          </p:nvSpPr>
          <p:spPr>
            <a:xfrm>
              <a:off x="-1659100" y="2527025"/>
              <a:ext cx="90100" cy="23375"/>
            </a:xfrm>
            <a:custGeom>
              <a:avLst/>
              <a:gdLst/>
              <a:ahLst/>
              <a:cxnLst/>
              <a:rect l="l" t="t" r="r" b="b"/>
              <a:pathLst>
                <a:path w="3604" h="935" extrusionOk="0">
                  <a:moveTo>
                    <a:pt x="1" y="0"/>
                  </a:moveTo>
                  <a:lnTo>
                    <a:pt x="1" y="934"/>
                  </a:lnTo>
                  <a:lnTo>
                    <a:pt x="3603" y="934"/>
                  </a:lnTo>
                  <a:lnTo>
                    <a:pt x="3603"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112"/>
            <p:cNvSpPr/>
            <p:nvPr/>
          </p:nvSpPr>
          <p:spPr>
            <a:xfrm>
              <a:off x="-1880100" y="1225250"/>
              <a:ext cx="161825" cy="177650"/>
            </a:xfrm>
            <a:custGeom>
              <a:avLst/>
              <a:gdLst/>
              <a:ahLst/>
              <a:cxnLst/>
              <a:rect l="l" t="t" r="r" b="b"/>
              <a:pathLst>
                <a:path w="6473" h="7106" extrusionOk="0">
                  <a:moveTo>
                    <a:pt x="1769" y="1"/>
                  </a:moveTo>
                  <a:cubicBezTo>
                    <a:pt x="802" y="1"/>
                    <a:pt x="1" y="768"/>
                    <a:pt x="1" y="1769"/>
                  </a:cubicBezTo>
                  <a:lnTo>
                    <a:pt x="1" y="7106"/>
                  </a:lnTo>
                  <a:lnTo>
                    <a:pt x="6472" y="7106"/>
                  </a:lnTo>
                  <a:lnTo>
                    <a:pt x="6472" y="1769"/>
                  </a:lnTo>
                  <a:cubicBezTo>
                    <a:pt x="6472" y="768"/>
                    <a:pt x="5672" y="1"/>
                    <a:pt x="47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112"/>
            <p:cNvSpPr/>
            <p:nvPr/>
          </p:nvSpPr>
          <p:spPr>
            <a:xfrm>
              <a:off x="-1565700" y="1225250"/>
              <a:ext cx="160975" cy="177650"/>
            </a:xfrm>
            <a:custGeom>
              <a:avLst/>
              <a:gdLst/>
              <a:ahLst/>
              <a:cxnLst/>
              <a:rect l="l" t="t" r="r" b="b"/>
              <a:pathLst>
                <a:path w="6439" h="7106" extrusionOk="0">
                  <a:moveTo>
                    <a:pt x="1769" y="1"/>
                  </a:moveTo>
                  <a:cubicBezTo>
                    <a:pt x="768" y="1"/>
                    <a:pt x="1" y="768"/>
                    <a:pt x="1" y="1769"/>
                  </a:cubicBezTo>
                  <a:lnTo>
                    <a:pt x="1" y="7106"/>
                  </a:lnTo>
                  <a:lnTo>
                    <a:pt x="6439" y="7106"/>
                  </a:lnTo>
                  <a:lnTo>
                    <a:pt x="6439" y="1769"/>
                  </a:lnTo>
                  <a:cubicBezTo>
                    <a:pt x="6439" y="768"/>
                    <a:pt x="5671" y="1"/>
                    <a:pt x="47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112"/>
            <p:cNvSpPr/>
            <p:nvPr/>
          </p:nvSpPr>
          <p:spPr>
            <a:xfrm>
              <a:off x="-1880100" y="1518800"/>
              <a:ext cx="161825" cy="176825"/>
            </a:xfrm>
            <a:custGeom>
              <a:avLst/>
              <a:gdLst/>
              <a:ahLst/>
              <a:cxnLst/>
              <a:rect l="l" t="t" r="r" b="b"/>
              <a:pathLst>
                <a:path w="6473" h="7073" extrusionOk="0">
                  <a:moveTo>
                    <a:pt x="1769" y="1"/>
                  </a:moveTo>
                  <a:cubicBezTo>
                    <a:pt x="802" y="1"/>
                    <a:pt x="1" y="768"/>
                    <a:pt x="1" y="1735"/>
                  </a:cubicBezTo>
                  <a:lnTo>
                    <a:pt x="1" y="7072"/>
                  </a:lnTo>
                  <a:lnTo>
                    <a:pt x="6472" y="7072"/>
                  </a:lnTo>
                  <a:lnTo>
                    <a:pt x="6472" y="1735"/>
                  </a:lnTo>
                  <a:cubicBezTo>
                    <a:pt x="6472" y="768"/>
                    <a:pt x="5672" y="1"/>
                    <a:pt x="47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112"/>
            <p:cNvSpPr/>
            <p:nvPr/>
          </p:nvSpPr>
          <p:spPr>
            <a:xfrm>
              <a:off x="-1565700" y="1518800"/>
              <a:ext cx="160975" cy="176825"/>
            </a:xfrm>
            <a:custGeom>
              <a:avLst/>
              <a:gdLst/>
              <a:ahLst/>
              <a:cxnLst/>
              <a:rect l="l" t="t" r="r" b="b"/>
              <a:pathLst>
                <a:path w="6439" h="7073" extrusionOk="0">
                  <a:moveTo>
                    <a:pt x="1769" y="1"/>
                  </a:moveTo>
                  <a:cubicBezTo>
                    <a:pt x="768" y="1"/>
                    <a:pt x="1" y="768"/>
                    <a:pt x="1" y="1735"/>
                  </a:cubicBezTo>
                  <a:lnTo>
                    <a:pt x="1" y="7072"/>
                  </a:lnTo>
                  <a:lnTo>
                    <a:pt x="6439" y="7072"/>
                  </a:lnTo>
                  <a:lnTo>
                    <a:pt x="6439" y="1735"/>
                  </a:lnTo>
                  <a:cubicBezTo>
                    <a:pt x="6439" y="768"/>
                    <a:pt x="5671" y="1"/>
                    <a:pt x="47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112"/>
            <p:cNvSpPr/>
            <p:nvPr/>
          </p:nvSpPr>
          <p:spPr>
            <a:xfrm>
              <a:off x="-1887600" y="1402875"/>
              <a:ext cx="181000" cy="23375"/>
            </a:xfrm>
            <a:custGeom>
              <a:avLst/>
              <a:gdLst/>
              <a:ahLst/>
              <a:cxnLst/>
              <a:rect l="l" t="t" r="r" b="b"/>
              <a:pathLst>
                <a:path w="7240" h="935" extrusionOk="0">
                  <a:moveTo>
                    <a:pt x="1" y="1"/>
                  </a:moveTo>
                  <a:lnTo>
                    <a:pt x="1" y="935"/>
                  </a:lnTo>
                  <a:lnTo>
                    <a:pt x="7239" y="935"/>
                  </a:lnTo>
                  <a:lnTo>
                    <a:pt x="72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112"/>
            <p:cNvSpPr/>
            <p:nvPr/>
          </p:nvSpPr>
          <p:spPr>
            <a:xfrm>
              <a:off x="-1887600" y="1402875"/>
              <a:ext cx="90925" cy="23375"/>
            </a:xfrm>
            <a:custGeom>
              <a:avLst/>
              <a:gdLst/>
              <a:ahLst/>
              <a:cxnLst/>
              <a:rect l="l" t="t" r="r" b="b"/>
              <a:pathLst>
                <a:path w="3637" h="935" extrusionOk="0">
                  <a:moveTo>
                    <a:pt x="1" y="1"/>
                  </a:moveTo>
                  <a:lnTo>
                    <a:pt x="1" y="935"/>
                  </a:lnTo>
                  <a:lnTo>
                    <a:pt x="3637" y="935"/>
                  </a:lnTo>
                  <a:lnTo>
                    <a:pt x="36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112"/>
            <p:cNvSpPr/>
            <p:nvPr/>
          </p:nvSpPr>
          <p:spPr>
            <a:xfrm>
              <a:off x="-1887600" y="1695600"/>
              <a:ext cx="181000" cy="24200"/>
            </a:xfrm>
            <a:custGeom>
              <a:avLst/>
              <a:gdLst/>
              <a:ahLst/>
              <a:cxnLst/>
              <a:rect l="l" t="t" r="r" b="b"/>
              <a:pathLst>
                <a:path w="7240" h="968" extrusionOk="0">
                  <a:moveTo>
                    <a:pt x="1" y="0"/>
                  </a:moveTo>
                  <a:lnTo>
                    <a:pt x="1" y="968"/>
                  </a:lnTo>
                  <a:lnTo>
                    <a:pt x="7239" y="968"/>
                  </a:lnTo>
                  <a:lnTo>
                    <a:pt x="72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112"/>
            <p:cNvSpPr/>
            <p:nvPr/>
          </p:nvSpPr>
          <p:spPr>
            <a:xfrm>
              <a:off x="-1887600" y="1695600"/>
              <a:ext cx="90925" cy="24200"/>
            </a:xfrm>
            <a:custGeom>
              <a:avLst/>
              <a:gdLst/>
              <a:ahLst/>
              <a:cxnLst/>
              <a:rect l="l" t="t" r="r" b="b"/>
              <a:pathLst>
                <a:path w="3637" h="968" extrusionOk="0">
                  <a:moveTo>
                    <a:pt x="1" y="0"/>
                  </a:moveTo>
                  <a:lnTo>
                    <a:pt x="1" y="968"/>
                  </a:lnTo>
                  <a:lnTo>
                    <a:pt x="3637" y="968"/>
                  </a:lnTo>
                  <a:lnTo>
                    <a:pt x="36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112"/>
            <p:cNvSpPr/>
            <p:nvPr/>
          </p:nvSpPr>
          <p:spPr>
            <a:xfrm>
              <a:off x="-1575700" y="1402875"/>
              <a:ext cx="180975" cy="23375"/>
            </a:xfrm>
            <a:custGeom>
              <a:avLst/>
              <a:gdLst/>
              <a:ahLst/>
              <a:cxnLst/>
              <a:rect l="l" t="t" r="r" b="b"/>
              <a:pathLst>
                <a:path w="7239" h="935" extrusionOk="0">
                  <a:moveTo>
                    <a:pt x="0" y="1"/>
                  </a:moveTo>
                  <a:lnTo>
                    <a:pt x="0" y="935"/>
                  </a:lnTo>
                  <a:lnTo>
                    <a:pt x="7239" y="935"/>
                  </a:lnTo>
                  <a:lnTo>
                    <a:pt x="72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112"/>
            <p:cNvSpPr/>
            <p:nvPr/>
          </p:nvSpPr>
          <p:spPr>
            <a:xfrm>
              <a:off x="-1575700" y="1402875"/>
              <a:ext cx="90925" cy="23375"/>
            </a:xfrm>
            <a:custGeom>
              <a:avLst/>
              <a:gdLst/>
              <a:ahLst/>
              <a:cxnLst/>
              <a:rect l="l" t="t" r="r" b="b"/>
              <a:pathLst>
                <a:path w="3637" h="935" extrusionOk="0">
                  <a:moveTo>
                    <a:pt x="0" y="1"/>
                  </a:moveTo>
                  <a:lnTo>
                    <a:pt x="0" y="935"/>
                  </a:lnTo>
                  <a:lnTo>
                    <a:pt x="3636" y="935"/>
                  </a:lnTo>
                  <a:lnTo>
                    <a:pt x="36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112"/>
            <p:cNvSpPr/>
            <p:nvPr/>
          </p:nvSpPr>
          <p:spPr>
            <a:xfrm>
              <a:off x="-1575700" y="1695600"/>
              <a:ext cx="180975" cy="24200"/>
            </a:xfrm>
            <a:custGeom>
              <a:avLst/>
              <a:gdLst/>
              <a:ahLst/>
              <a:cxnLst/>
              <a:rect l="l" t="t" r="r" b="b"/>
              <a:pathLst>
                <a:path w="7239" h="968" extrusionOk="0">
                  <a:moveTo>
                    <a:pt x="0" y="0"/>
                  </a:moveTo>
                  <a:lnTo>
                    <a:pt x="0" y="968"/>
                  </a:lnTo>
                  <a:lnTo>
                    <a:pt x="7239" y="968"/>
                  </a:lnTo>
                  <a:lnTo>
                    <a:pt x="72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112"/>
            <p:cNvSpPr/>
            <p:nvPr/>
          </p:nvSpPr>
          <p:spPr>
            <a:xfrm>
              <a:off x="-1575700" y="1695600"/>
              <a:ext cx="90925" cy="24200"/>
            </a:xfrm>
            <a:custGeom>
              <a:avLst/>
              <a:gdLst/>
              <a:ahLst/>
              <a:cxnLst/>
              <a:rect l="l" t="t" r="r" b="b"/>
              <a:pathLst>
                <a:path w="3637" h="968" extrusionOk="0">
                  <a:moveTo>
                    <a:pt x="0" y="0"/>
                  </a:moveTo>
                  <a:lnTo>
                    <a:pt x="0" y="968"/>
                  </a:lnTo>
                  <a:lnTo>
                    <a:pt x="3636" y="968"/>
                  </a:lnTo>
                  <a:lnTo>
                    <a:pt x="363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112"/>
            <p:cNvSpPr/>
            <p:nvPr/>
          </p:nvSpPr>
          <p:spPr>
            <a:xfrm>
              <a:off x="-1109550" y="1225250"/>
              <a:ext cx="160975" cy="177650"/>
            </a:xfrm>
            <a:custGeom>
              <a:avLst/>
              <a:gdLst/>
              <a:ahLst/>
              <a:cxnLst/>
              <a:rect l="l" t="t" r="r" b="b"/>
              <a:pathLst>
                <a:path w="6439" h="7106" extrusionOk="0">
                  <a:moveTo>
                    <a:pt x="1769" y="1"/>
                  </a:moveTo>
                  <a:cubicBezTo>
                    <a:pt x="768" y="1"/>
                    <a:pt x="1" y="768"/>
                    <a:pt x="1" y="1769"/>
                  </a:cubicBezTo>
                  <a:lnTo>
                    <a:pt x="1" y="7106"/>
                  </a:lnTo>
                  <a:lnTo>
                    <a:pt x="6439" y="7106"/>
                  </a:lnTo>
                  <a:lnTo>
                    <a:pt x="6439" y="1769"/>
                  </a:lnTo>
                  <a:cubicBezTo>
                    <a:pt x="6439" y="768"/>
                    <a:pt x="5672" y="1"/>
                    <a:pt x="47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112"/>
            <p:cNvSpPr/>
            <p:nvPr/>
          </p:nvSpPr>
          <p:spPr>
            <a:xfrm>
              <a:off x="-795975" y="1225250"/>
              <a:ext cx="161800" cy="177650"/>
            </a:xfrm>
            <a:custGeom>
              <a:avLst/>
              <a:gdLst/>
              <a:ahLst/>
              <a:cxnLst/>
              <a:rect l="l" t="t" r="r" b="b"/>
              <a:pathLst>
                <a:path w="6472" h="7106" extrusionOk="0">
                  <a:moveTo>
                    <a:pt x="1768" y="1"/>
                  </a:moveTo>
                  <a:cubicBezTo>
                    <a:pt x="801" y="1"/>
                    <a:pt x="0" y="768"/>
                    <a:pt x="0" y="1769"/>
                  </a:cubicBezTo>
                  <a:lnTo>
                    <a:pt x="0" y="7106"/>
                  </a:lnTo>
                  <a:lnTo>
                    <a:pt x="6472" y="7106"/>
                  </a:lnTo>
                  <a:lnTo>
                    <a:pt x="6472" y="1769"/>
                  </a:lnTo>
                  <a:cubicBezTo>
                    <a:pt x="6472" y="768"/>
                    <a:pt x="5671" y="1"/>
                    <a:pt x="47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112"/>
            <p:cNvSpPr/>
            <p:nvPr/>
          </p:nvSpPr>
          <p:spPr>
            <a:xfrm>
              <a:off x="-1109550" y="1518800"/>
              <a:ext cx="160975" cy="176825"/>
            </a:xfrm>
            <a:custGeom>
              <a:avLst/>
              <a:gdLst/>
              <a:ahLst/>
              <a:cxnLst/>
              <a:rect l="l" t="t" r="r" b="b"/>
              <a:pathLst>
                <a:path w="6439" h="7073" extrusionOk="0">
                  <a:moveTo>
                    <a:pt x="1769" y="1"/>
                  </a:moveTo>
                  <a:cubicBezTo>
                    <a:pt x="768" y="1"/>
                    <a:pt x="1" y="768"/>
                    <a:pt x="1" y="1735"/>
                  </a:cubicBezTo>
                  <a:lnTo>
                    <a:pt x="1" y="7072"/>
                  </a:lnTo>
                  <a:lnTo>
                    <a:pt x="6439" y="7072"/>
                  </a:lnTo>
                  <a:lnTo>
                    <a:pt x="6439" y="1735"/>
                  </a:lnTo>
                  <a:cubicBezTo>
                    <a:pt x="6439" y="768"/>
                    <a:pt x="5672" y="1"/>
                    <a:pt x="47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112"/>
            <p:cNvSpPr/>
            <p:nvPr/>
          </p:nvSpPr>
          <p:spPr>
            <a:xfrm>
              <a:off x="-795975" y="1518800"/>
              <a:ext cx="161800" cy="176825"/>
            </a:xfrm>
            <a:custGeom>
              <a:avLst/>
              <a:gdLst/>
              <a:ahLst/>
              <a:cxnLst/>
              <a:rect l="l" t="t" r="r" b="b"/>
              <a:pathLst>
                <a:path w="6472" h="7073" extrusionOk="0">
                  <a:moveTo>
                    <a:pt x="1768" y="1"/>
                  </a:moveTo>
                  <a:cubicBezTo>
                    <a:pt x="801" y="1"/>
                    <a:pt x="0" y="768"/>
                    <a:pt x="0" y="1735"/>
                  </a:cubicBezTo>
                  <a:lnTo>
                    <a:pt x="0" y="7072"/>
                  </a:lnTo>
                  <a:lnTo>
                    <a:pt x="6472" y="7072"/>
                  </a:lnTo>
                  <a:lnTo>
                    <a:pt x="6472" y="1735"/>
                  </a:lnTo>
                  <a:cubicBezTo>
                    <a:pt x="6472" y="768"/>
                    <a:pt x="5671" y="1"/>
                    <a:pt x="47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112"/>
            <p:cNvSpPr/>
            <p:nvPr/>
          </p:nvSpPr>
          <p:spPr>
            <a:xfrm>
              <a:off x="-1117875" y="1402875"/>
              <a:ext cx="181825" cy="23375"/>
            </a:xfrm>
            <a:custGeom>
              <a:avLst/>
              <a:gdLst/>
              <a:ahLst/>
              <a:cxnLst/>
              <a:rect l="l" t="t" r="r" b="b"/>
              <a:pathLst>
                <a:path w="7273" h="935" extrusionOk="0">
                  <a:moveTo>
                    <a:pt x="0" y="1"/>
                  </a:moveTo>
                  <a:lnTo>
                    <a:pt x="0" y="935"/>
                  </a:lnTo>
                  <a:lnTo>
                    <a:pt x="7272" y="935"/>
                  </a:lnTo>
                  <a:lnTo>
                    <a:pt x="72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112"/>
            <p:cNvSpPr/>
            <p:nvPr/>
          </p:nvSpPr>
          <p:spPr>
            <a:xfrm>
              <a:off x="-1117875" y="1695600"/>
              <a:ext cx="181825" cy="24200"/>
            </a:xfrm>
            <a:custGeom>
              <a:avLst/>
              <a:gdLst/>
              <a:ahLst/>
              <a:cxnLst/>
              <a:rect l="l" t="t" r="r" b="b"/>
              <a:pathLst>
                <a:path w="7273" h="968" extrusionOk="0">
                  <a:moveTo>
                    <a:pt x="0" y="0"/>
                  </a:moveTo>
                  <a:lnTo>
                    <a:pt x="0" y="968"/>
                  </a:lnTo>
                  <a:lnTo>
                    <a:pt x="7272" y="968"/>
                  </a:lnTo>
                  <a:lnTo>
                    <a:pt x="727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112"/>
            <p:cNvSpPr/>
            <p:nvPr/>
          </p:nvSpPr>
          <p:spPr>
            <a:xfrm>
              <a:off x="-806000" y="1402875"/>
              <a:ext cx="181825" cy="23375"/>
            </a:xfrm>
            <a:custGeom>
              <a:avLst/>
              <a:gdLst/>
              <a:ahLst/>
              <a:cxnLst/>
              <a:rect l="l" t="t" r="r" b="b"/>
              <a:pathLst>
                <a:path w="7273" h="935" extrusionOk="0">
                  <a:moveTo>
                    <a:pt x="1" y="1"/>
                  </a:moveTo>
                  <a:lnTo>
                    <a:pt x="1" y="935"/>
                  </a:lnTo>
                  <a:lnTo>
                    <a:pt x="7273" y="935"/>
                  </a:lnTo>
                  <a:lnTo>
                    <a:pt x="72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112"/>
            <p:cNvSpPr/>
            <p:nvPr/>
          </p:nvSpPr>
          <p:spPr>
            <a:xfrm>
              <a:off x="-806000" y="1695600"/>
              <a:ext cx="181825" cy="24200"/>
            </a:xfrm>
            <a:custGeom>
              <a:avLst/>
              <a:gdLst/>
              <a:ahLst/>
              <a:cxnLst/>
              <a:rect l="l" t="t" r="r" b="b"/>
              <a:pathLst>
                <a:path w="7273" h="968" extrusionOk="0">
                  <a:moveTo>
                    <a:pt x="1" y="0"/>
                  </a:moveTo>
                  <a:lnTo>
                    <a:pt x="1" y="968"/>
                  </a:lnTo>
                  <a:lnTo>
                    <a:pt x="7273" y="968"/>
                  </a:lnTo>
                  <a:lnTo>
                    <a:pt x="72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112"/>
            <p:cNvSpPr/>
            <p:nvPr/>
          </p:nvSpPr>
          <p:spPr>
            <a:xfrm>
              <a:off x="-806000" y="1402875"/>
              <a:ext cx="90925" cy="23375"/>
            </a:xfrm>
            <a:custGeom>
              <a:avLst/>
              <a:gdLst/>
              <a:ahLst/>
              <a:cxnLst/>
              <a:rect l="l" t="t" r="r" b="b"/>
              <a:pathLst>
                <a:path w="3637" h="935" extrusionOk="0">
                  <a:moveTo>
                    <a:pt x="1" y="1"/>
                  </a:moveTo>
                  <a:lnTo>
                    <a:pt x="1" y="935"/>
                  </a:lnTo>
                  <a:lnTo>
                    <a:pt x="3637" y="935"/>
                  </a:lnTo>
                  <a:lnTo>
                    <a:pt x="36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112"/>
            <p:cNvSpPr/>
            <p:nvPr/>
          </p:nvSpPr>
          <p:spPr>
            <a:xfrm>
              <a:off x="-1117875" y="1402875"/>
              <a:ext cx="90925" cy="23375"/>
            </a:xfrm>
            <a:custGeom>
              <a:avLst/>
              <a:gdLst/>
              <a:ahLst/>
              <a:cxnLst/>
              <a:rect l="l" t="t" r="r" b="b"/>
              <a:pathLst>
                <a:path w="3637" h="935" extrusionOk="0">
                  <a:moveTo>
                    <a:pt x="0" y="1"/>
                  </a:moveTo>
                  <a:lnTo>
                    <a:pt x="0" y="935"/>
                  </a:lnTo>
                  <a:lnTo>
                    <a:pt x="3636" y="935"/>
                  </a:lnTo>
                  <a:lnTo>
                    <a:pt x="36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112"/>
            <p:cNvSpPr/>
            <p:nvPr/>
          </p:nvSpPr>
          <p:spPr>
            <a:xfrm>
              <a:off x="-1117875" y="1695600"/>
              <a:ext cx="90925" cy="24200"/>
            </a:xfrm>
            <a:custGeom>
              <a:avLst/>
              <a:gdLst/>
              <a:ahLst/>
              <a:cxnLst/>
              <a:rect l="l" t="t" r="r" b="b"/>
              <a:pathLst>
                <a:path w="3637" h="968" extrusionOk="0">
                  <a:moveTo>
                    <a:pt x="0" y="0"/>
                  </a:moveTo>
                  <a:lnTo>
                    <a:pt x="0" y="968"/>
                  </a:lnTo>
                  <a:lnTo>
                    <a:pt x="3636" y="968"/>
                  </a:lnTo>
                  <a:lnTo>
                    <a:pt x="363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112"/>
            <p:cNvSpPr/>
            <p:nvPr/>
          </p:nvSpPr>
          <p:spPr>
            <a:xfrm>
              <a:off x="-806000" y="1695600"/>
              <a:ext cx="90925" cy="24200"/>
            </a:xfrm>
            <a:custGeom>
              <a:avLst/>
              <a:gdLst/>
              <a:ahLst/>
              <a:cxnLst/>
              <a:rect l="l" t="t" r="r" b="b"/>
              <a:pathLst>
                <a:path w="3637" h="968" extrusionOk="0">
                  <a:moveTo>
                    <a:pt x="1" y="0"/>
                  </a:moveTo>
                  <a:lnTo>
                    <a:pt x="1" y="968"/>
                  </a:lnTo>
                  <a:lnTo>
                    <a:pt x="3637" y="968"/>
                  </a:lnTo>
                  <a:lnTo>
                    <a:pt x="36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112"/>
            <p:cNvSpPr/>
            <p:nvPr/>
          </p:nvSpPr>
          <p:spPr>
            <a:xfrm>
              <a:off x="-339825" y="1225250"/>
              <a:ext cx="161800" cy="177650"/>
            </a:xfrm>
            <a:custGeom>
              <a:avLst/>
              <a:gdLst/>
              <a:ahLst/>
              <a:cxnLst/>
              <a:rect l="l" t="t" r="r" b="b"/>
              <a:pathLst>
                <a:path w="6472" h="7106" extrusionOk="0">
                  <a:moveTo>
                    <a:pt x="1769" y="1"/>
                  </a:moveTo>
                  <a:cubicBezTo>
                    <a:pt x="801" y="1"/>
                    <a:pt x="1" y="768"/>
                    <a:pt x="1" y="1769"/>
                  </a:cubicBezTo>
                  <a:lnTo>
                    <a:pt x="1" y="7106"/>
                  </a:lnTo>
                  <a:lnTo>
                    <a:pt x="6472" y="7106"/>
                  </a:lnTo>
                  <a:lnTo>
                    <a:pt x="6472" y="1769"/>
                  </a:lnTo>
                  <a:cubicBezTo>
                    <a:pt x="6472" y="768"/>
                    <a:pt x="5671" y="1"/>
                    <a:pt x="47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112"/>
            <p:cNvSpPr/>
            <p:nvPr/>
          </p:nvSpPr>
          <p:spPr>
            <a:xfrm>
              <a:off x="-25425" y="1225250"/>
              <a:ext cx="160975" cy="177650"/>
            </a:xfrm>
            <a:custGeom>
              <a:avLst/>
              <a:gdLst/>
              <a:ahLst/>
              <a:cxnLst/>
              <a:rect l="l" t="t" r="r" b="b"/>
              <a:pathLst>
                <a:path w="6439" h="7106" extrusionOk="0">
                  <a:moveTo>
                    <a:pt x="1768" y="1"/>
                  </a:moveTo>
                  <a:cubicBezTo>
                    <a:pt x="767" y="1"/>
                    <a:pt x="0" y="768"/>
                    <a:pt x="0" y="1769"/>
                  </a:cubicBezTo>
                  <a:lnTo>
                    <a:pt x="0" y="7106"/>
                  </a:lnTo>
                  <a:lnTo>
                    <a:pt x="6438" y="7106"/>
                  </a:lnTo>
                  <a:lnTo>
                    <a:pt x="6438" y="1769"/>
                  </a:lnTo>
                  <a:cubicBezTo>
                    <a:pt x="6438" y="768"/>
                    <a:pt x="5671" y="1"/>
                    <a:pt x="47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112"/>
            <p:cNvSpPr/>
            <p:nvPr/>
          </p:nvSpPr>
          <p:spPr>
            <a:xfrm>
              <a:off x="-339825" y="1518800"/>
              <a:ext cx="161800" cy="176825"/>
            </a:xfrm>
            <a:custGeom>
              <a:avLst/>
              <a:gdLst/>
              <a:ahLst/>
              <a:cxnLst/>
              <a:rect l="l" t="t" r="r" b="b"/>
              <a:pathLst>
                <a:path w="6472" h="7073" extrusionOk="0">
                  <a:moveTo>
                    <a:pt x="1769" y="1"/>
                  </a:moveTo>
                  <a:cubicBezTo>
                    <a:pt x="801" y="1"/>
                    <a:pt x="1" y="768"/>
                    <a:pt x="1" y="1735"/>
                  </a:cubicBezTo>
                  <a:lnTo>
                    <a:pt x="1" y="7072"/>
                  </a:lnTo>
                  <a:lnTo>
                    <a:pt x="6472" y="7072"/>
                  </a:lnTo>
                  <a:lnTo>
                    <a:pt x="6472" y="1735"/>
                  </a:lnTo>
                  <a:cubicBezTo>
                    <a:pt x="6472" y="768"/>
                    <a:pt x="5671" y="1"/>
                    <a:pt x="47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112"/>
            <p:cNvSpPr/>
            <p:nvPr/>
          </p:nvSpPr>
          <p:spPr>
            <a:xfrm>
              <a:off x="-25425" y="1518800"/>
              <a:ext cx="160975" cy="176825"/>
            </a:xfrm>
            <a:custGeom>
              <a:avLst/>
              <a:gdLst/>
              <a:ahLst/>
              <a:cxnLst/>
              <a:rect l="l" t="t" r="r" b="b"/>
              <a:pathLst>
                <a:path w="6439" h="7073" extrusionOk="0">
                  <a:moveTo>
                    <a:pt x="1768" y="1"/>
                  </a:moveTo>
                  <a:cubicBezTo>
                    <a:pt x="767" y="1"/>
                    <a:pt x="0" y="768"/>
                    <a:pt x="0" y="1735"/>
                  </a:cubicBezTo>
                  <a:lnTo>
                    <a:pt x="0" y="7072"/>
                  </a:lnTo>
                  <a:lnTo>
                    <a:pt x="6438" y="7072"/>
                  </a:lnTo>
                  <a:lnTo>
                    <a:pt x="6438" y="1735"/>
                  </a:lnTo>
                  <a:cubicBezTo>
                    <a:pt x="6438" y="768"/>
                    <a:pt x="5671" y="1"/>
                    <a:pt x="47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112"/>
            <p:cNvSpPr/>
            <p:nvPr/>
          </p:nvSpPr>
          <p:spPr>
            <a:xfrm>
              <a:off x="-347325" y="1402875"/>
              <a:ext cx="180975" cy="23375"/>
            </a:xfrm>
            <a:custGeom>
              <a:avLst/>
              <a:gdLst/>
              <a:ahLst/>
              <a:cxnLst/>
              <a:rect l="l" t="t" r="r" b="b"/>
              <a:pathLst>
                <a:path w="7239" h="935" extrusionOk="0">
                  <a:moveTo>
                    <a:pt x="0" y="1"/>
                  </a:moveTo>
                  <a:lnTo>
                    <a:pt x="0" y="935"/>
                  </a:lnTo>
                  <a:lnTo>
                    <a:pt x="7239" y="935"/>
                  </a:lnTo>
                  <a:lnTo>
                    <a:pt x="72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112"/>
            <p:cNvSpPr/>
            <p:nvPr/>
          </p:nvSpPr>
          <p:spPr>
            <a:xfrm>
              <a:off x="-347325" y="1695600"/>
              <a:ext cx="180975" cy="24200"/>
            </a:xfrm>
            <a:custGeom>
              <a:avLst/>
              <a:gdLst/>
              <a:ahLst/>
              <a:cxnLst/>
              <a:rect l="l" t="t" r="r" b="b"/>
              <a:pathLst>
                <a:path w="7239" h="968" extrusionOk="0">
                  <a:moveTo>
                    <a:pt x="0" y="0"/>
                  </a:moveTo>
                  <a:lnTo>
                    <a:pt x="0" y="968"/>
                  </a:lnTo>
                  <a:lnTo>
                    <a:pt x="7239" y="968"/>
                  </a:lnTo>
                  <a:lnTo>
                    <a:pt x="72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112"/>
            <p:cNvSpPr/>
            <p:nvPr/>
          </p:nvSpPr>
          <p:spPr>
            <a:xfrm>
              <a:off x="-347325" y="1402875"/>
              <a:ext cx="98425" cy="23375"/>
            </a:xfrm>
            <a:custGeom>
              <a:avLst/>
              <a:gdLst/>
              <a:ahLst/>
              <a:cxnLst/>
              <a:rect l="l" t="t" r="r" b="b"/>
              <a:pathLst>
                <a:path w="3937" h="935" extrusionOk="0">
                  <a:moveTo>
                    <a:pt x="0" y="1"/>
                  </a:moveTo>
                  <a:lnTo>
                    <a:pt x="0" y="935"/>
                  </a:lnTo>
                  <a:lnTo>
                    <a:pt x="3937" y="935"/>
                  </a:lnTo>
                  <a:lnTo>
                    <a:pt x="39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112"/>
            <p:cNvSpPr/>
            <p:nvPr/>
          </p:nvSpPr>
          <p:spPr>
            <a:xfrm>
              <a:off x="-347325" y="1695600"/>
              <a:ext cx="98425" cy="24200"/>
            </a:xfrm>
            <a:custGeom>
              <a:avLst/>
              <a:gdLst/>
              <a:ahLst/>
              <a:cxnLst/>
              <a:rect l="l" t="t" r="r" b="b"/>
              <a:pathLst>
                <a:path w="3937" h="968" extrusionOk="0">
                  <a:moveTo>
                    <a:pt x="0" y="0"/>
                  </a:moveTo>
                  <a:lnTo>
                    <a:pt x="0" y="968"/>
                  </a:lnTo>
                  <a:lnTo>
                    <a:pt x="3937" y="968"/>
                  </a:lnTo>
                  <a:lnTo>
                    <a:pt x="39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112"/>
            <p:cNvSpPr/>
            <p:nvPr/>
          </p:nvSpPr>
          <p:spPr>
            <a:xfrm>
              <a:off x="-35450" y="1402875"/>
              <a:ext cx="181000" cy="23375"/>
            </a:xfrm>
            <a:custGeom>
              <a:avLst/>
              <a:gdLst/>
              <a:ahLst/>
              <a:cxnLst/>
              <a:rect l="l" t="t" r="r" b="b"/>
              <a:pathLst>
                <a:path w="7240" h="935" extrusionOk="0">
                  <a:moveTo>
                    <a:pt x="1" y="1"/>
                  </a:moveTo>
                  <a:lnTo>
                    <a:pt x="1" y="935"/>
                  </a:lnTo>
                  <a:lnTo>
                    <a:pt x="7239" y="935"/>
                  </a:lnTo>
                  <a:lnTo>
                    <a:pt x="72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112"/>
            <p:cNvSpPr/>
            <p:nvPr/>
          </p:nvSpPr>
          <p:spPr>
            <a:xfrm>
              <a:off x="-35450" y="1695600"/>
              <a:ext cx="181000" cy="24200"/>
            </a:xfrm>
            <a:custGeom>
              <a:avLst/>
              <a:gdLst/>
              <a:ahLst/>
              <a:cxnLst/>
              <a:rect l="l" t="t" r="r" b="b"/>
              <a:pathLst>
                <a:path w="7240" h="968" extrusionOk="0">
                  <a:moveTo>
                    <a:pt x="1" y="0"/>
                  </a:moveTo>
                  <a:lnTo>
                    <a:pt x="1" y="968"/>
                  </a:lnTo>
                  <a:lnTo>
                    <a:pt x="7239" y="968"/>
                  </a:lnTo>
                  <a:lnTo>
                    <a:pt x="72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112"/>
            <p:cNvSpPr/>
            <p:nvPr/>
          </p:nvSpPr>
          <p:spPr>
            <a:xfrm>
              <a:off x="-35450" y="1402875"/>
              <a:ext cx="90100" cy="23375"/>
            </a:xfrm>
            <a:custGeom>
              <a:avLst/>
              <a:gdLst/>
              <a:ahLst/>
              <a:cxnLst/>
              <a:rect l="l" t="t" r="r" b="b"/>
              <a:pathLst>
                <a:path w="3604" h="935" extrusionOk="0">
                  <a:moveTo>
                    <a:pt x="1" y="1"/>
                  </a:moveTo>
                  <a:lnTo>
                    <a:pt x="1" y="935"/>
                  </a:lnTo>
                  <a:lnTo>
                    <a:pt x="3604" y="935"/>
                  </a:lnTo>
                  <a:lnTo>
                    <a:pt x="36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112"/>
            <p:cNvSpPr/>
            <p:nvPr/>
          </p:nvSpPr>
          <p:spPr>
            <a:xfrm>
              <a:off x="-35450" y="1695600"/>
              <a:ext cx="90100" cy="24200"/>
            </a:xfrm>
            <a:custGeom>
              <a:avLst/>
              <a:gdLst/>
              <a:ahLst/>
              <a:cxnLst/>
              <a:rect l="l" t="t" r="r" b="b"/>
              <a:pathLst>
                <a:path w="3604" h="968" extrusionOk="0">
                  <a:moveTo>
                    <a:pt x="1" y="0"/>
                  </a:moveTo>
                  <a:lnTo>
                    <a:pt x="1" y="968"/>
                  </a:lnTo>
                  <a:lnTo>
                    <a:pt x="3604" y="968"/>
                  </a:lnTo>
                  <a:lnTo>
                    <a:pt x="36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112"/>
            <p:cNvSpPr/>
            <p:nvPr/>
          </p:nvSpPr>
          <p:spPr>
            <a:xfrm>
              <a:off x="-209725" y="2055850"/>
              <a:ext cx="161800" cy="177650"/>
            </a:xfrm>
            <a:custGeom>
              <a:avLst/>
              <a:gdLst/>
              <a:ahLst/>
              <a:cxnLst/>
              <a:rect l="l" t="t" r="r" b="b"/>
              <a:pathLst>
                <a:path w="6472" h="7106" extrusionOk="0">
                  <a:moveTo>
                    <a:pt x="1768" y="1"/>
                  </a:moveTo>
                  <a:cubicBezTo>
                    <a:pt x="801" y="1"/>
                    <a:pt x="0" y="801"/>
                    <a:pt x="0" y="1769"/>
                  </a:cubicBezTo>
                  <a:lnTo>
                    <a:pt x="0" y="7106"/>
                  </a:lnTo>
                  <a:lnTo>
                    <a:pt x="6472" y="7106"/>
                  </a:lnTo>
                  <a:lnTo>
                    <a:pt x="6472" y="1769"/>
                  </a:lnTo>
                  <a:cubicBezTo>
                    <a:pt x="6472" y="801"/>
                    <a:pt x="5671" y="1"/>
                    <a:pt x="47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112"/>
            <p:cNvSpPr/>
            <p:nvPr/>
          </p:nvSpPr>
          <p:spPr>
            <a:xfrm>
              <a:off x="104650" y="2055850"/>
              <a:ext cx="160975" cy="177650"/>
            </a:xfrm>
            <a:custGeom>
              <a:avLst/>
              <a:gdLst/>
              <a:ahLst/>
              <a:cxnLst/>
              <a:rect l="l" t="t" r="r" b="b"/>
              <a:pathLst>
                <a:path w="6439" h="7106" extrusionOk="0">
                  <a:moveTo>
                    <a:pt x="1769" y="1"/>
                  </a:moveTo>
                  <a:cubicBezTo>
                    <a:pt x="768" y="1"/>
                    <a:pt x="1" y="801"/>
                    <a:pt x="1" y="1769"/>
                  </a:cubicBezTo>
                  <a:lnTo>
                    <a:pt x="1" y="7106"/>
                  </a:lnTo>
                  <a:lnTo>
                    <a:pt x="6439" y="7106"/>
                  </a:lnTo>
                  <a:lnTo>
                    <a:pt x="6439" y="1769"/>
                  </a:lnTo>
                  <a:cubicBezTo>
                    <a:pt x="6439" y="801"/>
                    <a:pt x="5672" y="1"/>
                    <a:pt x="47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112"/>
            <p:cNvSpPr/>
            <p:nvPr/>
          </p:nvSpPr>
          <p:spPr>
            <a:xfrm>
              <a:off x="-209725" y="2349400"/>
              <a:ext cx="161800" cy="177650"/>
            </a:xfrm>
            <a:custGeom>
              <a:avLst/>
              <a:gdLst/>
              <a:ahLst/>
              <a:cxnLst/>
              <a:rect l="l" t="t" r="r" b="b"/>
              <a:pathLst>
                <a:path w="6472" h="7106" extrusionOk="0">
                  <a:moveTo>
                    <a:pt x="1768" y="0"/>
                  </a:moveTo>
                  <a:cubicBezTo>
                    <a:pt x="801" y="0"/>
                    <a:pt x="0" y="801"/>
                    <a:pt x="0" y="1768"/>
                  </a:cubicBezTo>
                  <a:lnTo>
                    <a:pt x="0" y="7105"/>
                  </a:lnTo>
                  <a:lnTo>
                    <a:pt x="6472" y="7105"/>
                  </a:lnTo>
                  <a:lnTo>
                    <a:pt x="6472" y="1768"/>
                  </a:lnTo>
                  <a:cubicBezTo>
                    <a:pt x="6472" y="801"/>
                    <a:pt x="5671" y="0"/>
                    <a:pt x="470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112"/>
            <p:cNvSpPr/>
            <p:nvPr/>
          </p:nvSpPr>
          <p:spPr>
            <a:xfrm>
              <a:off x="104650" y="2349400"/>
              <a:ext cx="160975" cy="177650"/>
            </a:xfrm>
            <a:custGeom>
              <a:avLst/>
              <a:gdLst/>
              <a:ahLst/>
              <a:cxnLst/>
              <a:rect l="l" t="t" r="r" b="b"/>
              <a:pathLst>
                <a:path w="6439" h="7106" extrusionOk="0">
                  <a:moveTo>
                    <a:pt x="1769" y="0"/>
                  </a:moveTo>
                  <a:cubicBezTo>
                    <a:pt x="768" y="0"/>
                    <a:pt x="1" y="801"/>
                    <a:pt x="1" y="1768"/>
                  </a:cubicBezTo>
                  <a:lnTo>
                    <a:pt x="1" y="7105"/>
                  </a:lnTo>
                  <a:lnTo>
                    <a:pt x="6439" y="7105"/>
                  </a:lnTo>
                  <a:lnTo>
                    <a:pt x="6439" y="1768"/>
                  </a:lnTo>
                  <a:cubicBezTo>
                    <a:pt x="6439" y="801"/>
                    <a:pt x="5672" y="0"/>
                    <a:pt x="470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112"/>
            <p:cNvSpPr/>
            <p:nvPr/>
          </p:nvSpPr>
          <p:spPr>
            <a:xfrm>
              <a:off x="-217225" y="2233475"/>
              <a:ext cx="180975" cy="23375"/>
            </a:xfrm>
            <a:custGeom>
              <a:avLst/>
              <a:gdLst/>
              <a:ahLst/>
              <a:cxnLst/>
              <a:rect l="l" t="t" r="r" b="b"/>
              <a:pathLst>
                <a:path w="7239" h="935" extrusionOk="0">
                  <a:moveTo>
                    <a:pt x="0" y="1"/>
                  </a:moveTo>
                  <a:lnTo>
                    <a:pt x="0" y="935"/>
                  </a:lnTo>
                  <a:lnTo>
                    <a:pt x="7239" y="935"/>
                  </a:lnTo>
                  <a:lnTo>
                    <a:pt x="72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112"/>
            <p:cNvSpPr/>
            <p:nvPr/>
          </p:nvSpPr>
          <p:spPr>
            <a:xfrm>
              <a:off x="-217225" y="2527025"/>
              <a:ext cx="180975" cy="23375"/>
            </a:xfrm>
            <a:custGeom>
              <a:avLst/>
              <a:gdLst/>
              <a:ahLst/>
              <a:cxnLst/>
              <a:rect l="l" t="t" r="r" b="b"/>
              <a:pathLst>
                <a:path w="7239" h="935" extrusionOk="0">
                  <a:moveTo>
                    <a:pt x="0" y="0"/>
                  </a:moveTo>
                  <a:lnTo>
                    <a:pt x="0" y="934"/>
                  </a:lnTo>
                  <a:lnTo>
                    <a:pt x="7239" y="934"/>
                  </a:lnTo>
                  <a:lnTo>
                    <a:pt x="7239" y="0"/>
                  </a:lnTo>
                  <a:close/>
                </a:path>
              </a:pathLst>
            </a:custGeom>
            <a:solidFill>
              <a:srgbClr val="F26A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112"/>
            <p:cNvSpPr/>
            <p:nvPr/>
          </p:nvSpPr>
          <p:spPr>
            <a:xfrm>
              <a:off x="-217225" y="2233475"/>
              <a:ext cx="94250" cy="23375"/>
            </a:xfrm>
            <a:custGeom>
              <a:avLst/>
              <a:gdLst/>
              <a:ahLst/>
              <a:cxnLst/>
              <a:rect l="l" t="t" r="r" b="b"/>
              <a:pathLst>
                <a:path w="3770" h="935" extrusionOk="0">
                  <a:moveTo>
                    <a:pt x="0" y="1"/>
                  </a:moveTo>
                  <a:lnTo>
                    <a:pt x="0" y="935"/>
                  </a:lnTo>
                  <a:lnTo>
                    <a:pt x="3769" y="935"/>
                  </a:lnTo>
                  <a:lnTo>
                    <a:pt x="376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112"/>
            <p:cNvSpPr/>
            <p:nvPr/>
          </p:nvSpPr>
          <p:spPr>
            <a:xfrm>
              <a:off x="-217225" y="2527025"/>
              <a:ext cx="94250" cy="23375"/>
            </a:xfrm>
            <a:custGeom>
              <a:avLst/>
              <a:gdLst/>
              <a:ahLst/>
              <a:cxnLst/>
              <a:rect l="l" t="t" r="r" b="b"/>
              <a:pathLst>
                <a:path w="3770" h="935" extrusionOk="0">
                  <a:moveTo>
                    <a:pt x="0" y="0"/>
                  </a:moveTo>
                  <a:lnTo>
                    <a:pt x="0" y="934"/>
                  </a:lnTo>
                  <a:lnTo>
                    <a:pt x="3769" y="934"/>
                  </a:lnTo>
                  <a:lnTo>
                    <a:pt x="3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112"/>
            <p:cNvSpPr/>
            <p:nvPr/>
          </p:nvSpPr>
          <p:spPr>
            <a:xfrm>
              <a:off x="94650" y="2233475"/>
              <a:ext cx="181000" cy="23375"/>
            </a:xfrm>
            <a:custGeom>
              <a:avLst/>
              <a:gdLst/>
              <a:ahLst/>
              <a:cxnLst/>
              <a:rect l="l" t="t" r="r" b="b"/>
              <a:pathLst>
                <a:path w="7240" h="935" extrusionOk="0">
                  <a:moveTo>
                    <a:pt x="1" y="1"/>
                  </a:moveTo>
                  <a:lnTo>
                    <a:pt x="1" y="935"/>
                  </a:lnTo>
                  <a:lnTo>
                    <a:pt x="7239" y="935"/>
                  </a:lnTo>
                  <a:lnTo>
                    <a:pt x="72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112"/>
            <p:cNvSpPr/>
            <p:nvPr/>
          </p:nvSpPr>
          <p:spPr>
            <a:xfrm>
              <a:off x="94650" y="2527025"/>
              <a:ext cx="181000" cy="23375"/>
            </a:xfrm>
            <a:custGeom>
              <a:avLst/>
              <a:gdLst/>
              <a:ahLst/>
              <a:cxnLst/>
              <a:rect l="l" t="t" r="r" b="b"/>
              <a:pathLst>
                <a:path w="7240" h="935" extrusionOk="0">
                  <a:moveTo>
                    <a:pt x="1" y="0"/>
                  </a:moveTo>
                  <a:lnTo>
                    <a:pt x="1" y="934"/>
                  </a:lnTo>
                  <a:lnTo>
                    <a:pt x="7239" y="934"/>
                  </a:lnTo>
                  <a:lnTo>
                    <a:pt x="72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112"/>
            <p:cNvSpPr/>
            <p:nvPr/>
          </p:nvSpPr>
          <p:spPr>
            <a:xfrm>
              <a:off x="94650" y="2233475"/>
              <a:ext cx="90925" cy="23375"/>
            </a:xfrm>
            <a:custGeom>
              <a:avLst/>
              <a:gdLst/>
              <a:ahLst/>
              <a:cxnLst/>
              <a:rect l="l" t="t" r="r" b="b"/>
              <a:pathLst>
                <a:path w="3637" h="935" extrusionOk="0">
                  <a:moveTo>
                    <a:pt x="1" y="1"/>
                  </a:moveTo>
                  <a:lnTo>
                    <a:pt x="1" y="935"/>
                  </a:lnTo>
                  <a:lnTo>
                    <a:pt x="3637" y="935"/>
                  </a:lnTo>
                  <a:lnTo>
                    <a:pt x="36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112"/>
            <p:cNvSpPr/>
            <p:nvPr/>
          </p:nvSpPr>
          <p:spPr>
            <a:xfrm>
              <a:off x="94650" y="2527025"/>
              <a:ext cx="90925" cy="23375"/>
            </a:xfrm>
            <a:custGeom>
              <a:avLst/>
              <a:gdLst/>
              <a:ahLst/>
              <a:cxnLst/>
              <a:rect l="l" t="t" r="r" b="b"/>
              <a:pathLst>
                <a:path w="3637" h="935" extrusionOk="0">
                  <a:moveTo>
                    <a:pt x="1" y="0"/>
                  </a:moveTo>
                  <a:lnTo>
                    <a:pt x="1" y="934"/>
                  </a:lnTo>
                  <a:lnTo>
                    <a:pt x="3637" y="934"/>
                  </a:lnTo>
                  <a:lnTo>
                    <a:pt x="36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112"/>
            <p:cNvSpPr/>
            <p:nvPr/>
          </p:nvSpPr>
          <p:spPr>
            <a:xfrm>
              <a:off x="-1011125" y="2376075"/>
              <a:ext cx="325250" cy="418675"/>
            </a:xfrm>
            <a:custGeom>
              <a:avLst/>
              <a:gdLst/>
              <a:ahLst/>
              <a:cxnLst/>
              <a:rect l="l" t="t" r="r" b="b"/>
              <a:pathLst>
                <a:path w="13010" h="16747" extrusionOk="0">
                  <a:moveTo>
                    <a:pt x="0" y="1"/>
                  </a:moveTo>
                  <a:lnTo>
                    <a:pt x="0" y="16746"/>
                  </a:lnTo>
                  <a:lnTo>
                    <a:pt x="13009" y="16746"/>
                  </a:lnTo>
                  <a:lnTo>
                    <a:pt x="1300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112"/>
            <p:cNvSpPr/>
            <p:nvPr/>
          </p:nvSpPr>
          <p:spPr>
            <a:xfrm>
              <a:off x="-856850" y="2376075"/>
              <a:ext cx="16700" cy="418675"/>
            </a:xfrm>
            <a:custGeom>
              <a:avLst/>
              <a:gdLst/>
              <a:ahLst/>
              <a:cxnLst/>
              <a:rect l="l" t="t" r="r" b="b"/>
              <a:pathLst>
                <a:path w="668" h="16747" extrusionOk="0">
                  <a:moveTo>
                    <a:pt x="0" y="1"/>
                  </a:moveTo>
                  <a:lnTo>
                    <a:pt x="0" y="16746"/>
                  </a:lnTo>
                  <a:lnTo>
                    <a:pt x="667" y="16746"/>
                  </a:lnTo>
                  <a:lnTo>
                    <a:pt x="66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112"/>
            <p:cNvSpPr/>
            <p:nvPr/>
          </p:nvSpPr>
          <p:spPr>
            <a:xfrm>
              <a:off x="-976950" y="2531200"/>
              <a:ext cx="43400" cy="80075"/>
            </a:xfrm>
            <a:custGeom>
              <a:avLst/>
              <a:gdLst/>
              <a:ahLst/>
              <a:cxnLst/>
              <a:rect l="l" t="t" r="r" b="b"/>
              <a:pathLst>
                <a:path w="1736" h="3203" extrusionOk="0">
                  <a:moveTo>
                    <a:pt x="1202" y="0"/>
                  </a:moveTo>
                  <a:lnTo>
                    <a:pt x="1" y="3203"/>
                  </a:lnTo>
                  <a:lnTo>
                    <a:pt x="534" y="3203"/>
                  </a:lnTo>
                  <a:lnTo>
                    <a:pt x="17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112"/>
            <p:cNvSpPr/>
            <p:nvPr/>
          </p:nvSpPr>
          <p:spPr>
            <a:xfrm>
              <a:off x="-943575" y="2531200"/>
              <a:ext cx="44200" cy="80075"/>
            </a:xfrm>
            <a:custGeom>
              <a:avLst/>
              <a:gdLst/>
              <a:ahLst/>
              <a:cxnLst/>
              <a:rect l="l" t="t" r="r" b="b"/>
              <a:pathLst>
                <a:path w="1768" h="3203" extrusionOk="0">
                  <a:moveTo>
                    <a:pt x="1234" y="0"/>
                  </a:moveTo>
                  <a:lnTo>
                    <a:pt x="0" y="3203"/>
                  </a:lnTo>
                  <a:lnTo>
                    <a:pt x="534" y="3203"/>
                  </a:lnTo>
                  <a:lnTo>
                    <a:pt x="17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112"/>
            <p:cNvSpPr/>
            <p:nvPr/>
          </p:nvSpPr>
          <p:spPr>
            <a:xfrm>
              <a:off x="-809325" y="2531200"/>
              <a:ext cx="43400" cy="80075"/>
            </a:xfrm>
            <a:custGeom>
              <a:avLst/>
              <a:gdLst/>
              <a:ahLst/>
              <a:cxnLst/>
              <a:rect l="l" t="t" r="r" b="b"/>
              <a:pathLst>
                <a:path w="1736" h="3203" extrusionOk="0">
                  <a:moveTo>
                    <a:pt x="1201" y="0"/>
                  </a:moveTo>
                  <a:lnTo>
                    <a:pt x="1" y="3203"/>
                  </a:lnTo>
                  <a:lnTo>
                    <a:pt x="534" y="3203"/>
                  </a:lnTo>
                  <a:lnTo>
                    <a:pt x="17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112"/>
            <p:cNvSpPr/>
            <p:nvPr/>
          </p:nvSpPr>
          <p:spPr>
            <a:xfrm>
              <a:off x="-775975" y="2531200"/>
              <a:ext cx="44225" cy="80075"/>
            </a:xfrm>
            <a:custGeom>
              <a:avLst/>
              <a:gdLst/>
              <a:ahLst/>
              <a:cxnLst/>
              <a:rect l="l" t="t" r="r" b="b"/>
              <a:pathLst>
                <a:path w="1769" h="3203" extrusionOk="0">
                  <a:moveTo>
                    <a:pt x="1235" y="0"/>
                  </a:moveTo>
                  <a:lnTo>
                    <a:pt x="1" y="3203"/>
                  </a:lnTo>
                  <a:lnTo>
                    <a:pt x="568" y="3203"/>
                  </a:lnTo>
                  <a:lnTo>
                    <a:pt x="17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112"/>
            <p:cNvSpPr/>
            <p:nvPr/>
          </p:nvSpPr>
          <p:spPr>
            <a:xfrm>
              <a:off x="-1263825" y="2193450"/>
              <a:ext cx="75100" cy="601300"/>
            </a:xfrm>
            <a:custGeom>
              <a:avLst/>
              <a:gdLst/>
              <a:ahLst/>
              <a:cxnLst/>
              <a:rect l="l" t="t" r="r" b="b"/>
              <a:pathLst>
                <a:path w="3004" h="24052" extrusionOk="0">
                  <a:moveTo>
                    <a:pt x="1" y="1"/>
                  </a:moveTo>
                  <a:lnTo>
                    <a:pt x="1" y="24051"/>
                  </a:lnTo>
                  <a:lnTo>
                    <a:pt x="3003" y="24051"/>
                  </a:lnTo>
                  <a:lnTo>
                    <a:pt x="30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112"/>
            <p:cNvSpPr/>
            <p:nvPr/>
          </p:nvSpPr>
          <p:spPr>
            <a:xfrm>
              <a:off x="-507450" y="2193450"/>
              <a:ext cx="75075" cy="601300"/>
            </a:xfrm>
            <a:custGeom>
              <a:avLst/>
              <a:gdLst/>
              <a:ahLst/>
              <a:cxnLst/>
              <a:rect l="l" t="t" r="r" b="b"/>
              <a:pathLst>
                <a:path w="3003" h="24052" extrusionOk="0">
                  <a:moveTo>
                    <a:pt x="1" y="1"/>
                  </a:moveTo>
                  <a:lnTo>
                    <a:pt x="1" y="24051"/>
                  </a:lnTo>
                  <a:lnTo>
                    <a:pt x="3003" y="24051"/>
                  </a:lnTo>
                  <a:lnTo>
                    <a:pt x="30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112"/>
            <p:cNvSpPr/>
            <p:nvPr/>
          </p:nvSpPr>
          <p:spPr>
            <a:xfrm>
              <a:off x="-1303000" y="2720500"/>
              <a:ext cx="113425" cy="74250"/>
            </a:xfrm>
            <a:custGeom>
              <a:avLst/>
              <a:gdLst/>
              <a:ahLst/>
              <a:cxnLst/>
              <a:rect l="l" t="t" r="r" b="b"/>
              <a:pathLst>
                <a:path w="4537" h="2970" extrusionOk="0">
                  <a:moveTo>
                    <a:pt x="0" y="0"/>
                  </a:moveTo>
                  <a:lnTo>
                    <a:pt x="0" y="2969"/>
                  </a:lnTo>
                  <a:lnTo>
                    <a:pt x="4537" y="2969"/>
                  </a:lnTo>
                  <a:lnTo>
                    <a:pt x="45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112"/>
            <p:cNvSpPr/>
            <p:nvPr/>
          </p:nvSpPr>
          <p:spPr>
            <a:xfrm>
              <a:off x="-507450" y="2720500"/>
              <a:ext cx="113450" cy="74250"/>
            </a:xfrm>
            <a:custGeom>
              <a:avLst/>
              <a:gdLst/>
              <a:ahLst/>
              <a:cxnLst/>
              <a:rect l="l" t="t" r="r" b="b"/>
              <a:pathLst>
                <a:path w="4538" h="2970" extrusionOk="0">
                  <a:moveTo>
                    <a:pt x="1" y="0"/>
                  </a:moveTo>
                  <a:lnTo>
                    <a:pt x="1" y="2969"/>
                  </a:lnTo>
                  <a:lnTo>
                    <a:pt x="4537" y="2969"/>
                  </a:lnTo>
                  <a:lnTo>
                    <a:pt x="45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112"/>
            <p:cNvSpPr/>
            <p:nvPr/>
          </p:nvSpPr>
          <p:spPr>
            <a:xfrm>
              <a:off x="-1283000" y="2193450"/>
              <a:ext cx="112600" cy="30875"/>
            </a:xfrm>
            <a:custGeom>
              <a:avLst/>
              <a:gdLst/>
              <a:ahLst/>
              <a:cxnLst/>
              <a:rect l="l" t="t" r="r" b="b"/>
              <a:pathLst>
                <a:path w="4504" h="1235" extrusionOk="0">
                  <a:moveTo>
                    <a:pt x="1" y="1"/>
                  </a:moveTo>
                  <a:lnTo>
                    <a:pt x="1" y="1235"/>
                  </a:lnTo>
                  <a:lnTo>
                    <a:pt x="4504" y="1235"/>
                  </a:lnTo>
                  <a:lnTo>
                    <a:pt x="450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112"/>
            <p:cNvSpPr/>
            <p:nvPr/>
          </p:nvSpPr>
          <p:spPr>
            <a:xfrm>
              <a:off x="-525800" y="2193450"/>
              <a:ext cx="111775" cy="30875"/>
            </a:xfrm>
            <a:custGeom>
              <a:avLst/>
              <a:gdLst/>
              <a:ahLst/>
              <a:cxnLst/>
              <a:rect l="l" t="t" r="r" b="b"/>
              <a:pathLst>
                <a:path w="4471" h="1235" extrusionOk="0">
                  <a:moveTo>
                    <a:pt x="1" y="1"/>
                  </a:moveTo>
                  <a:lnTo>
                    <a:pt x="1" y="1235"/>
                  </a:lnTo>
                  <a:lnTo>
                    <a:pt x="4471" y="1235"/>
                  </a:lnTo>
                  <a:lnTo>
                    <a:pt x="447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112"/>
            <p:cNvSpPr/>
            <p:nvPr/>
          </p:nvSpPr>
          <p:spPr>
            <a:xfrm>
              <a:off x="-1866750" y="1259450"/>
              <a:ext cx="55075" cy="94250"/>
            </a:xfrm>
            <a:custGeom>
              <a:avLst/>
              <a:gdLst/>
              <a:ahLst/>
              <a:cxnLst/>
              <a:rect l="l" t="t" r="r" b="b"/>
              <a:pathLst>
                <a:path w="2203" h="3770" extrusionOk="0">
                  <a:moveTo>
                    <a:pt x="1835" y="1"/>
                  </a:moveTo>
                  <a:lnTo>
                    <a:pt x="1" y="3770"/>
                  </a:lnTo>
                  <a:lnTo>
                    <a:pt x="368" y="3770"/>
                  </a:lnTo>
                  <a:lnTo>
                    <a:pt x="2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112"/>
            <p:cNvSpPr/>
            <p:nvPr/>
          </p:nvSpPr>
          <p:spPr>
            <a:xfrm>
              <a:off x="-1838400" y="1259450"/>
              <a:ext cx="54250" cy="94250"/>
            </a:xfrm>
            <a:custGeom>
              <a:avLst/>
              <a:gdLst/>
              <a:ahLst/>
              <a:cxnLst/>
              <a:rect l="l" t="t" r="r" b="b"/>
              <a:pathLst>
                <a:path w="2170" h="3770" extrusionOk="0">
                  <a:moveTo>
                    <a:pt x="1835" y="1"/>
                  </a:moveTo>
                  <a:lnTo>
                    <a:pt x="1" y="3770"/>
                  </a:lnTo>
                  <a:lnTo>
                    <a:pt x="334" y="3770"/>
                  </a:lnTo>
                  <a:lnTo>
                    <a:pt x="2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112"/>
            <p:cNvSpPr/>
            <p:nvPr/>
          </p:nvSpPr>
          <p:spPr>
            <a:xfrm>
              <a:off x="-1526500" y="1259450"/>
              <a:ext cx="54225" cy="94250"/>
            </a:xfrm>
            <a:custGeom>
              <a:avLst/>
              <a:gdLst/>
              <a:ahLst/>
              <a:cxnLst/>
              <a:rect l="l" t="t" r="r" b="b"/>
              <a:pathLst>
                <a:path w="2169" h="3770" extrusionOk="0">
                  <a:moveTo>
                    <a:pt x="1835" y="1"/>
                  </a:moveTo>
                  <a:lnTo>
                    <a:pt x="0" y="3770"/>
                  </a:lnTo>
                  <a:lnTo>
                    <a:pt x="367" y="3770"/>
                  </a:lnTo>
                  <a:lnTo>
                    <a:pt x="2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112"/>
            <p:cNvSpPr/>
            <p:nvPr/>
          </p:nvSpPr>
          <p:spPr>
            <a:xfrm>
              <a:off x="-1498975" y="1259450"/>
              <a:ext cx="55050" cy="94250"/>
            </a:xfrm>
            <a:custGeom>
              <a:avLst/>
              <a:gdLst/>
              <a:ahLst/>
              <a:cxnLst/>
              <a:rect l="l" t="t" r="r" b="b"/>
              <a:pathLst>
                <a:path w="2202" h="3770" extrusionOk="0">
                  <a:moveTo>
                    <a:pt x="1835" y="1"/>
                  </a:moveTo>
                  <a:lnTo>
                    <a:pt x="0" y="3770"/>
                  </a:lnTo>
                  <a:lnTo>
                    <a:pt x="367" y="3770"/>
                  </a:lnTo>
                  <a:lnTo>
                    <a:pt x="2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112"/>
            <p:cNvSpPr/>
            <p:nvPr/>
          </p:nvSpPr>
          <p:spPr>
            <a:xfrm>
              <a:off x="-1866750" y="1565500"/>
              <a:ext cx="55075" cy="94250"/>
            </a:xfrm>
            <a:custGeom>
              <a:avLst/>
              <a:gdLst/>
              <a:ahLst/>
              <a:cxnLst/>
              <a:rect l="l" t="t" r="r" b="b"/>
              <a:pathLst>
                <a:path w="2203" h="3770" extrusionOk="0">
                  <a:moveTo>
                    <a:pt x="1835" y="1"/>
                  </a:moveTo>
                  <a:lnTo>
                    <a:pt x="1" y="3770"/>
                  </a:lnTo>
                  <a:lnTo>
                    <a:pt x="368" y="3770"/>
                  </a:lnTo>
                  <a:lnTo>
                    <a:pt x="2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112"/>
            <p:cNvSpPr/>
            <p:nvPr/>
          </p:nvSpPr>
          <p:spPr>
            <a:xfrm>
              <a:off x="-1838400" y="1565500"/>
              <a:ext cx="54250" cy="94250"/>
            </a:xfrm>
            <a:custGeom>
              <a:avLst/>
              <a:gdLst/>
              <a:ahLst/>
              <a:cxnLst/>
              <a:rect l="l" t="t" r="r" b="b"/>
              <a:pathLst>
                <a:path w="2170" h="3770" extrusionOk="0">
                  <a:moveTo>
                    <a:pt x="1835" y="1"/>
                  </a:moveTo>
                  <a:lnTo>
                    <a:pt x="1" y="3770"/>
                  </a:lnTo>
                  <a:lnTo>
                    <a:pt x="334" y="3770"/>
                  </a:lnTo>
                  <a:lnTo>
                    <a:pt x="2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112"/>
            <p:cNvSpPr/>
            <p:nvPr/>
          </p:nvSpPr>
          <p:spPr>
            <a:xfrm>
              <a:off x="-1526500" y="1565500"/>
              <a:ext cx="54225" cy="94250"/>
            </a:xfrm>
            <a:custGeom>
              <a:avLst/>
              <a:gdLst/>
              <a:ahLst/>
              <a:cxnLst/>
              <a:rect l="l" t="t" r="r" b="b"/>
              <a:pathLst>
                <a:path w="2169" h="3770" extrusionOk="0">
                  <a:moveTo>
                    <a:pt x="1835" y="1"/>
                  </a:moveTo>
                  <a:lnTo>
                    <a:pt x="0" y="3770"/>
                  </a:lnTo>
                  <a:lnTo>
                    <a:pt x="367" y="3770"/>
                  </a:lnTo>
                  <a:lnTo>
                    <a:pt x="2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112"/>
            <p:cNvSpPr/>
            <p:nvPr/>
          </p:nvSpPr>
          <p:spPr>
            <a:xfrm>
              <a:off x="-1498975" y="1565500"/>
              <a:ext cx="55050" cy="94250"/>
            </a:xfrm>
            <a:custGeom>
              <a:avLst/>
              <a:gdLst/>
              <a:ahLst/>
              <a:cxnLst/>
              <a:rect l="l" t="t" r="r" b="b"/>
              <a:pathLst>
                <a:path w="2202" h="3770" extrusionOk="0">
                  <a:moveTo>
                    <a:pt x="1835" y="1"/>
                  </a:moveTo>
                  <a:lnTo>
                    <a:pt x="0" y="3770"/>
                  </a:lnTo>
                  <a:lnTo>
                    <a:pt x="367" y="3770"/>
                  </a:lnTo>
                  <a:lnTo>
                    <a:pt x="2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112"/>
            <p:cNvSpPr/>
            <p:nvPr/>
          </p:nvSpPr>
          <p:spPr>
            <a:xfrm>
              <a:off x="-1942625" y="2102550"/>
              <a:ext cx="55050" cy="94275"/>
            </a:xfrm>
            <a:custGeom>
              <a:avLst/>
              <a:gdLst/>
              <a:ahLst/>
              <a:cxnLst/>
              <a:rect l="l" t="t" r="r" b="b"/>
              <a:pathLst>
                <a:path w="2202" h="3771" extrusionOk="0">
                  <a:moveTo>
                    <a:pt x="1835" y="1"/>
                  </a:moveTo>
                  <a:lnTo>
                    <a:pt x="0" y="3770"/>
                  </a:lnTo>
                  <a:lnTo>
                    <a:pt x="367" y="3770"/>
                  </a:lnTo>
                  <a:lnTo>
                    <a:pt x="2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112"/>
            <p:cNvSpPr/>
            <p:nvPr/>
          </p:nvSpPr>
          <p:spPr>
            <a:xfrm>
              <a:off x="-1915125" y="2102550"/>
              <a:ext cx="55075" cy="94275"/>
            </a:xfrm>
            <a:custGeom>
              <a:avLst/>
              <a:gdLst/>
              <a:ahLst/>
              <a:cxnLst/>
              <a:rect l="l" t="t" r="r" b="b"/>
              <a:pathLst>
                <a:path w="2203" h="3771" extrusionOk="0">
                  <a:moveTo>
                    <a:pt x="1836" y="1"/>
                  </a:moveTo>
                  <a:lnTo>
                    <a:pt x="1" y="3770"/>
                  </a:lnTo>
                  <a:lnTo>
                    <a:pt x="368" y="3770"/>
                  </a:lnTo>
                  <a:lnTo>
                    <a:pt x="22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112"/>
            <p:cNvSpPr/>
            <p:nvPr/>
          </p:nvSpPr>
          <p:spPr>
            <a:xfrm>
              <a:off x="-1603225" y="2102550"/>
              <a:ext cx="55075" cy="94275"/>
            </a:xfrm>
            <a:custGeom>
              <a:avLst/>
              <a:gdLst/>
              <a:ahLst/>
              <a:cxnLst/>
              <a:rect l="l" t="t" r="r" b="b"/>
              <a:pathLst>
                <a:path w="2203" h="3771" extrusionOk="0">
                  <a:moveTo>
                    <a:pt x="1835" y="1"/>
                  </a:moveTo>
                  <a:lnTo>
                    <a:pt x="1" y="3770"/>
                  </a:lnTo>
                  <a:lnTo>
                    <a:pt x="367" y="3770"/>
                  </a:lnTo>
                  <a:lnTo>
                    <a:pt x="2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112"/>
            <p:cNvSpPr/>
            <p:nvPr/>
          </p:nvSpPr>
          <p:spPr>
            <a:xfrm>
              <a:off x="-1574875" y="2102550"/>
              <a:ext cx="55075" cy="94275"/>
            </a:xfrm>
            <a:custGeom>
              <a:avLst/>
              <a:gdLst/>
              <a:ahLst/>
              <a:cxnLst/>
              <a:rect l="l" t="t" r="r" b="b"/>
              <a:pathLst>
                <a:path w="2203" h="3771" extrusionOk="0">
                  <a:moveTo>
                    <a:pt x="1835" y="1"/>
                  </a:moveTo>
                  <a:lnTo>
                    <a:pt x="1" y="3770"/>
                  </a:lnTo>
                  <a:lnTo>
                    <a:pt x="368" y="3770"/>
                  </a:lnTo>
                  <a:lnTo>
                    <a:pt x="2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112"/>
            <p:cNvSpPr/>
            <p:nvPr/>
          </p:nvSpPr>
          <p:spPr>
            <a:xfrm>
              <a:off x="-1942625" y="2408600"/>
              <a:ext cx="55050" cy="94275"/>
            </a:xfrm>
            <a:custGeom>
              <a:avLst/>
              <a:gdLst/>
              <a:ahLst/>
              <a:cxnLst/>
              <a:rect l="l" t="t" r="r" b="b"/>
              <a:pathLst>
                <a:path w="2202" h="3771" extrusionOk="0">
                  <a:moveTo>
                    <a:pt x="1835" y="1"/>
                  </a:moveTo>
                  <a:lnTo>
                    <a:pt x="0" y="3770"/>
                  </a:lnTo>
                  <a:lnTo>
                    <a:pt x="367" y="3770"/>
                  </a:lnTo>
                  <a:lnTo>
                    <a:pt x="2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112"/>
            <p:cNvSpPr/>
            <p:nvPr/>
          </p:nvSpPr>
          <p:spPr>
            <a:xfrm>
              <a:off x="-1915125" y="2408600"/>
              <a:ext cx="55075" cy="94275"/>
            </a:xfrm>
            <a:custGeom>
              <a:avLst/>
              <a:gdLst/>
              <a:ahLst/>
              <a:cxnLst/>
              <a:rect l="l" t="t" r="r" b="b"/>
              <a:pathLst>
                <a:path w="2203" h="3771" extrusionOk="0">
                  <a:moveTo>
                    <a:pt x="1836" y="1"/>
                  </a:moveTo>
                  <a:lnTo>
                    <a:pt x="1" y="3770"/>
                  </a:lnTo>
                  <a:lnTo>
                    <a:pt x="368" y="3770"/>
                  </a:lnTo>
                  <a:lnTo>
                    <a:pt x="22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112"/>
            <p:cNvSpPr/>
            <p:nvPr/>
          </p:nvSpPr>
          <p:spPr>
            <a:xfrm>
              <a:off x="-1603225" y="2408600"/>
              <a:ext cx="55075" cy="94275"/>
            </a:xfrm>
            <a:custGeom>
              <a:avLst/>
              <a:gdLst/>
              <a:ahLst/>
              <a:cxnLst/>
              <a:rect l="l" t="t" r="r" b="b"/>
              <a:pathLst>
                <a:path w="2203" h="3771" extrusionOk="0">
                  <a:moveTo>
                    <a:pt x="1835" y="1"/>
                  </a:moveTo>
                  <a:lnTo>
                    <a:pt x="1" y="3770"/>
                  </a:lnTo>
                  <a:lnTo>
                    <a:pt x="367" y="3770"/>
                  </a:lnTo>
                  <a:lnTo>
                    <a:pt x="2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112"/>
            <p:cNvSpPr/>
            <p:nvPr/>
          </p:nvSpPr>
          <p:spPr>
            <a:xfrm>
              <a:off x="-1574875" y="2408600"/>
              <a:ext cx="55075" cy="94275"/>
            </a:xfrm>
            <a:custGeom>
              <a:avLst/>
              <a:gdLst/>
              <a:ahLst/>
              <a:cxnLst/>
              <a:rect l="l" t="t" r="r" b="b"/>
              <a:pathLst>
                <a:path w="2203" h="3771" extrusionOk="0">
                  <a:moveTo>
                    <a:pt x="1835" y="1"/>
                  </a:moveTo>
                  <a:lnTo>
                    <a:pt x="1" y="3770"/>
                  </a:lnTo>
                  <a:lnTo>
                    <a:pt x="368" y="3770"/>
                  </a:lnTo>
                  <a:lnTo>
                    <a:pt x="2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112"/>
            <p:cNvSpPr/>
            <p:nvPr/>
          </p:nvSpPr>
          <p:spPr>
            <a:xfrm>
              <a:off x="-186375" y="2097550"/>
              <a:ext cx="55050" cy="94250"/>
            </a:xfrm>
            <a:custGeom>
              <a:avLst/>
              <a:gdLst/>
              <a:ahLst/>
              <a:cxnLst/>
              <a:rect l="l" t="t" r="r" b="b"/>
              <a:pathLst>
                <a:path w="2202" h="3770" extrusionOk="0">
                  <a:moveTo>
                    <a:pt x="1835" y="1"/>
                  </a:moveTo>
                  <a:lnTo>
                    <a:pt x="0" y="3770"/>
                  </a:lnTo>
                  <a:lnTo>
                    <a:pt x="367" y="3770"/>
                  </a:lnTo>
                  <a:lnTo>
                    <a:pt x="2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112"/>
            <p:cNvSpPr/>
            <p:nvPr/>
          </p:nvSpPr>
          <p:spPr>
            <a:xfrm>
              <a:off x="-158025" y="2097550"/>
              <a:ext cx="54225" cy="94250"/>
            </a:xfrm>
            <a:custGeom>
              <a:avLst/>
              <a:gdLst/>
              <a:ahLst/>
              <a:cxnLst/>
              <a:rect l="l" t="t" r="r" b="b"/>
              <a:pathLst>
                <a:path w="2169" h="3770" extrusionOk="0">
                  <a:moveTo>
                    <a:pt x="1835" y="1"/>
                  </a:moveTo>
                  <a:lnTo>
                    <a:pt x="0" y="3770"/>
                  </a:lnTo>
                  <a:lnTo>
                    <a:pt x="367" y="3770"/>
                  </a:lnTo>
                  <a:lnTo>
                    <a:pt x="2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112"/>
            <p:cNvSpPr/>
            <p:nvPr/>
          </p:nvSpPr>
          <p:spPr>
            <a:xfrm>
              <a:off x="153875" y="2097550"/>
              <a:ext cx="55050" cy="94250"/>
            </a:xfrm>
            <a:custGeom>
              <a:avLst/>
              <a:gdLst/>
              <a:ahLst/>
              <a:cxnLst/>
              <a:rect l="l" t="t" r="r" b="b"/>
              <a:pathLst>
                <a:path w="2202" h="3770" extrusionOk="0">
                  <a:moveTo>
                    <a:pt x="1835" y="1"/>
                  </a:moveTo>
                  <a:lnTo>
                    <a:pt x="0" y="3770"/>
                  </a:lnTo>
                  <a:lnTo>
                    <a:pt x="367" y="3770"/>
                  </a:lnTo>
                  <a:lnTo>
                    <a:pt x="2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112"/>
            <p:cNvSpPr/>
            <p:nvPr/>
          </p:nvSpPr>
          <p:spPr>
            <a:xfrm>
              <a:off x="181375" y="2097550"/>
              <a:ext cx="55075" cy="94250"/>
            </a:xfrm>
            <a:custGeom>
              <a:avLst/>
              <a:gdLst/>
              <a:ahLst/>
              <a:cxnLst/>
              <a:rect l="l" t="t" r="r" b="b"/>
              <a:pathLst>
                <a:path w="2203" h="3770" extrusionOk="0">
                  <a:moveTo>
                    <a:pt x="1835" y="1"/>
                  </a:moveTo>
                  <a:lnTo>
                    <a:pt x="1" y="3770"/>
                  </a:lnTo>
                  <a:lnTo>
                    <a:pt x="368" y="3770"/>
                  </a:lnTo>
                  <a:lnTo>
                    <a:pt x="2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112"/>
            <p:cNvSpPr/>
            <p:nvPr/>
          </p:nvSpPr>
          <p:spPr>
            <a:xfrm>
              <a:off x="-186375" y="2403600"/>
              <a:ext cx="55050" cy="94250"/>
            </a:xfrm>
            <a:custGeom>
              <a:avLst/>
              <a:gdLst/>
              <a:ahLst/>
              <a:cxnLst/>
              <a:rect l="l" t="t" r="r" b="b"/>
              <a:pathLst>
                <a:path w="2202" h="3770" extrusionOk="0">
                  <a:moveTo>
                    <a:pt x="1835" y="1"/>
                  </a:moveTo>
                  <a:lnTo>
                    <a:pt x="0" y="3770"/>
                  </a:lnTo>
                  <a:lnTo>
                    <a:pt x="367" y="3770"/>
                  </a:lnTo>
                  <a:lnTo>
                    <a:pt x="2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112"/>
            <p:cNvSpPr/>
            <p:nvPr/>
          </p:nvSpPr>
          <p:spPr>
            <a:xfrm>
              <a:off x="-158025" y="2403600"/>
              <a:ext cx="54225" cy="94250"/>
            </a:xfrm>
            <a:custGeom>
              <a:avLst/>
              <a:gdLst/>
              <a:ahLst/>
              <a:cxnLst/>
              <a:rect l="l" t="t" r="r" b="b"/>
              <a:pathLst>
                <a:path w="2169" h="3770" extrusionOk="0">
                  <a:moveTo>
                    <a:pt x="1835" y="1"/>
                  </a:moveTo>
                  <a:lnTo>
                    <a:pt x="0" y="3770"/>
                  </a:lnTo>
                  <a:lnTo>
                    <a:pt x="367" y="3770"/>
                  </a:lnTo>
                  <a:lnTo>
                    <a:pt x="2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112"/>
            <p:cNvSpPr/>
            <p:nvPr/>
          </p:nvSpPr>
          <p:spPr>
            <a:xfrm>
              <a:off x="153875" y="2403600"/>
              <a:ext cx="55050" cy="94250"/>
            </a:xfrm>
            <a:custGeom>
              <a:avLst/>
              <a:gdLst/>
              <a:ahLst/>
              <a:cxnLst/>
              <a:rect l="l" t="t" r="r" b="b"/>
              <a:pathLst>
                <a:path w="2202" h="3770" extrusionOk="0">
                  <a:moveTo>
                    <a:pt x="1835" y="1"/>
                  </a:moveTo>
                  <a:lnTo>
                    <a:pt x="0" y="3770"/>
                  </a:lnTo>
                  <a:lnTo>
                    <a:pt x="367" y="3770"/>
                  </a:lnTo>
                  <a:lnTo>
                    <a:pt x="2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112"/>
            <p:cNvSpPr/>
            <p:nvPr/>
          </p:nvSpPr>
          <p:spPr>
            <a:xfrm>
              <a:off x="181375" y="2403600"/>
              <a:ext cx="55075" cy="94250"/>
            </a:xfrm>
            <a:custGeom>
              <a:avLst/>
              <a:gdLst/>
              <a:ahLst/>
              <a:cxnLst/>
              <a:rect l="l" t="t" r="r" b="b"/>
              <a:pathLst>
                <a:path w="2203" h="3770" extrusionOk="0">
                  <a:moveTo>
                    <a:pt x="1835" y="1"/>
                  </a:moveTo>
                  <a:lnTo>
                    <a:pt x="1" y="3770"/>
                  </a:lnTo>
                  <a:lnTo>
                    <a:pt x="368" y="3770"/>
                  </a:lnTo>
                  <a:lnTo>
                    <a:pt x="2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112"/>
            <p:cNvSpPr/>
            <p:nvPr/>
          </p:nvSpPr>
          <p:spPr>
            <a:xfrm>
              <a:off x="-1078675" y="1259450"/>
              <a:ext cx="55050" cy="94250"/>
            </a:xfrm>
            <a:custGeom>
              <a:avLst/>
              <a:gdLst/>
              <a:ahLst/>
              <a:cxnLst/>
              <a:rect l="l" t="t" r="r" b="b"/>
              <a:pathLst>
                <a:path w="2202" h="3770" extrusionOk="0">
                  <a:moveTo>
                    <a:pt x="1835" y="1"/>
                  </a:moveTo>
                  <a:lnTo>
                    <a:pt x="0" y="3770"/>
                  </a:lnTo>
                  <a:lnTo>
                    <a:pt x="367" y="3770"/>
                  </a:lnTo>
                  <a:lnTo>
                    <a:pt x="2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112"/>
            <p:cNvSpPr/>
            <p:nvPr/>
          </p:nvSpPr>
          <p:spPr>
            <a:xfrm>
              <a:off x="-1051175" y="1259450"/>
              <a:ext cx="55075" cy="94250"/>
            </a:xfrm>
            <a:custGeom>
              <a:avLst/>
              <a:gdLst/>
              <a:ahLst/>
              <a:cxnLst/>
              <a:rect l="l" t="t" r="r" b="b"/>
              <a:pathLst>
                <a:path w="2203" h="3770" extrusionOk="0">
                  <a:moveTo>
                    <a:pt x="1836" y="1"/>
                  </a:moveTo>
                  <a:lnTo>
                    <a:pt x="1" y="3770"/>
                  </a:lnTo>
                  <a:lnTo>
                    <a:pt x="368" y="3770"/>
                  </a:lnTo>
                  <a:lnTo>
                    <a:pt x="22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112"/>
            <p:cNvSpPr/>
            <p:nvPr/>
          </p:nvSpPr>
          <p:spPr>
            <a:xfrm>
              <a:off x="-739275" y="1259450"/>
              <a:ext cx="55075" cy="94250"/>
            </a:xfrm>
            <a:custGeom>
              <a:avLst/>
              <a:gdLst/>
              <a:ahLst/>
              <a:cxnLst/>
              <a:rect l="l" t="t" r="r" b="b"/>
              <a:pathLst>
                <a:path w="2203" h="3770" extrusionOk="0">
                  <a:moveTo>
                    <a:pt x="1835" y="1"/>
                  </a:moveTo>
                  <a:lnTo>
                    <a:pt x="1" y="3770"/>
                  </a:lnTo>
                  <a:lnTo>
                    <a:pt x="367" y="3770"/>
                  </a:lnTo>
                  <a:lnTo>
                    <a:pt x="2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112"/>
            <p:cNvSpPr/>
            <p:nvPr/>
          </p:nvSpPr>
          <p:spPr>
            <a:xfrm>
              <a:off x="-710925" y="1259450"/>
              <a:ext cx="54225" cy="94250"/>
            </a:xfrm>
            <a:custGeom>
              <a:avLst/>
              <a:gdLst/>
              <a:ahLst/>
              <a:cxnLst/>
              <a:rect l="l" t="t" r="r" b="b"/>
              <a:pathLst>
                <a:path w="2169" h="3770" extrusionOk="0">
                  <a:moveTo>
                    <a:pt x="1835" y="1"/>
                  </a:moveTo>
                  <a:lnTo>
                    <a:pt x="1" y="3770"/>
                  </a:lnTo>
                  <a:lnTo>
                    <a:pt x="368" y="3770"/>
                  </a:lnTo>
                  <a:lnTo>
                    <a:pt x="2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112"/>
            <p:cNvSpPr/>
            <p:nvPr/>
          </p:nvSpPr>
          <p:spPr>
            <a:xfrm>
              <a:off x="-1078675" y="1565500"/>
              <a:ext cx="55050" cy="94250"/>
            </a:xfrm>
            <a:custGeom>
              <a:avLst/>
              <a:gdLst/>
              <a:ahLst/>
              <a:cxnLst/>
              <a:rect l="l" t="t" r="r" b="b"/>
              <a:pathLst>
                <a:path w="2202" h="3770" extrusionOk="0">
                  <a:moveTo>
                    <a:pt x="1835" y="1"/>
                  </a:moveTo>
                  <a:lnTo>
                    <a:pt x="0" y="3770"/>
                  </a:lnTo>
                  <a:lnTo>
                    <a:pt x="367" y="3770"/>
                  </a:lnTo>
                  <a:lnTo>
                    <a:pt x="2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112"/>
            <p:cNvSpPr/>
            <p:nvPr/>
          </p:nvSpPr>
          <p:spPr>
            <a:xfrm>
              <a:off x="-1051175" y="1565500"/>
              <a:ext cx="55075" cy="94250"/>
            </a:xfrm>
            <a:custGeom>
              <a:avLst/>
              <a:gdLst/>
              <a:ahLst/>
              <a:cxnLst/>
              <a:rect l="l" t="t" r="r" b="b"/>
              <a:pathLst>
                <a:path w="2203" h="3770" extrusionOk="0">
                  <a:moveTo>
                    <a:pt x="1836" y="1"/>
                  </a:moveTo>
                  <a:lnTo>
                    <a:pt x="1" y="3770"/>
                  </a:lnTo>
                  <a:lnTo>
                    <a:pt x="368" y="3770"/>
                  </a:lnTo>
                  <a:lnTo>
                    <a:pt x="22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112"/>
            <p:cNvSpPr/>
            <p:nvPr/>
          </p:nvSpPr>
          <p:spPr>
            <a:xfrm>
              <a:off x="-739275" y="1565500"/>
              <a:ext cx="55075" cy="94250"/>
            </a:xfrm>
            <a:custGeom>
              <a:avLst/>
              <a:gdLst/>
              <a:ahLst/>
              <a:cxnLst/>
              <a:rect l="l" t="t" r="r" b="b"/>
              <a:pathLst>
                <a:path w="2203" h="3770" extrusionOk="0">
                  <a:moveTo>
                    <a:pt x="1835" y="1"/>
                  </a:moveTo>
                  <a:lnTo>
                    <a:pt x="1" y="3770"/>
                  </a:lnTo>
                  <a:lnTo>
                    <a:pt x="367" y="3770"/>
                  </a:lnTo>
                  <a:lnTo>
                    <a:pt x="2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112"/>
            <p:cNvSpPr/>
            <p:nvPr/>
          </p:nvSpPr>
          <p:spPr>
            <a:xfrm>
              <a:off x="-710925" y="1565500"/>
              <a:ext cx="54225" cy="94250"/>
            </a:xfrm>
            <a:custGeom>
              <a:avLst/>
              <a:gdLst/>
              <a:ahLst/>
              <a:cxnLst/>
              <a:rect l="l" t="t" r="r" b="b"/>
              <a:pathLst>
                <a:path w="2169" h="3770" extrusionOk="0">
                  <a:moveTo>
                    <a:pt x="1835" y="1"/>
                  </a:moveTo>
                  <a:lnTo>
                    <a:pt x="1" y="3770"/>
                  </a:lnTo>
                  <a:lnTo>
                    <a:pt x="368" y="3770"/>
                  </a:lnTo>
                  <a:lnTo>
                    <a:pt x="2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112"/>
            <p:cNvSpPr/>
            <p:nvPr/>
          </p:nvSpPr>
          <p:spPr>
            <a:xfrm>
              <a:off x="-310625" y="1259450"/>
              <a:ext cx="55050" cy="94250"/>
            </a:xfrm>
            <a:custGeom>
              <a:avLst/>
              <a:gdLst/>
              <a:ahLst/>
              <a:cxnLst/>
              <a:rect l="l" t="t" r="r" b="b"/>
              <a:pathLst>
                <a:path w="2202" h="3770" extrusionOk="0">
                  <a:moveTo>
                    <a:pt x="1835" y="1"/>
                  </a:moveTo>
                  <a:lnTo>
                    <a:pt x="0" y="3770"/>
                  </a:lnTo>
                  <a:lnTo>
                    <a:pt x="367" y="3770"/>
                  </a:lnTo>
                  <a:lnTo>
                    <a:pt x="2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112"/>
            <p:cNvSpPr/>
            <p:nvPr/>
          </p:nvSpPr>
          <p:spPr>
            <a:xfrm>
              <a:off x="-283125" y="1259450"/>
              <a:ext cx="55075" cy="94250"/>
            </a:xfrm>
            <a:custGeom>
              <a:avLst/>
              <a:gdLst/>
              <a:ahLst/>
              <a:cxnLst/>
              <a:rect l="l" t="t" r="r" b="b"/>
              <a:pathLst>
                <a:path w="2203" h="3770" extrusionOk="0">
                  <a:moveTo>
                    <a:pt x="1836" y="1"/>
                  </a:moveTo>
                  <a:lnTo>
                    <a:pt x="1" y="3770"/>
                  </a:lnTo>
                  <a:lnTo>
                    <a:pt x="368" y="3770"/>
                  </a:lnTo>
                  <a:lnTo>
                    <a:pt x="2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112"/>
            <p:cNvSpPr/>
            <p:nvPr/>
          </p:nvSpPr>
          <p:spPr>
            <a:xfrm>
              <a:off x="28775" y="1259450"/>
              <a:ext cx="55075" cy="94250"/>
            </a:xfrm>
            <a:custGeom>
              <a:avLst/>
              <a:gdLst/>
              <a:ahLst/>
              <a:cxnLst/>
              <a:rect l="l" t="t" r="r" b="b"/>
              <a:pathLst>
                <a:path w="2203" h="3770" extrusionOk="0">
                  <a:moveTo>
                    <a:pt x="1835" y="1"/>
                  </a:moveTo>
                  <a:lnTo>
                    <a:pt x="0" y="3770"/>
                  </a:lnTo>
                  <a:lnTo>
                    <a:pt x="367" y="3770"/>
                  </a:lnTo>
                  <a:lnTo>
                    <a:pt x="2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112"/>
            <p:cNvSpPr/>
            <p:nvPr/>
          </p:nvSpPr>
          <p:spPr>
            <a:xfrm>
              <a:off x="57125" y="1259450"/>
              <a:ext cx="54225" cy="94250"/>
            </a:xfrm>
            <a:custGeom>
              <a:avLst/>
              <a:gdLst/>
              <a:ahLst/>
              <a:cxnLst/>
              <a:rect l="l" t="t" r="r" b="b"/>
              <a:pathLst>
                <a:path w="2169" h="3770" extrusionOk="0">
                  <a:moveTo>
                    <a:pt x="1835" y="1"/>
                  </a:moveTo>
                  <a:lnTo>
                    <a:pt x="1" y="3770"/>
                  </a:lnTo>
                  <a:lnTo>
                    <a:pt x="334" y="3770"/>
                  </a:lnTo>
                  <a:lnTo>
                    <a:pt x="2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112"/>
            <p:cNvSpPr/>
            <p:nvPr/>
          </p:nvSpPr>
          <p:spPr>
            <a:xfrm>
              <a:off x="-310625" y="1565500"/>
              <a:ext cx="55050" cy="94250"/>
            </a:xfrm>
            <a:custGeom>
              <a:avLst/>
              <a:gdLst/>
              <a:ahLst/>
              <a:cxnLst/>
              <a:rect l="l" t="t" r="r" b="b"/>
              <a:pathLst>
                <a:path w="2202" h="3770" extrusionOk="0">
                  <a:moveTo>
                    <a:pt x="1835" y="1"/>
                  </a:moveTo>
                  <a:lnTo>
                    <a:pt x="0" y="3770"/>
                  </a:lnTo>
                  <a:lnTo>
                    <a:pt x="367" y="3770"/>
                  </a:lnTo>
                  <a:lnTo>
                    <a:pt x="2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112"/>
            <p:cNvSpPr/>
            <p:nvPr/>
          </p:nvSpPr>
          <p:spPr>
            <a:xfrm>
              <a:off x="-283125" y="1565500"/>
              <a:ext cx="55075" cy="94250"/>
            </a:xfrm>
            <a:custGeom>
              <a:avLst/>
              <a:gdLst/>
              <a:ahLst/>
              <a:cxnLst/>
              <a:rect l="l" t="t" r="r" b="b"/>
              <a:pathLst>
                <a:path w="2203" h="3770" extrusionOk="0">
                  <a:moveTo>
                    <a:pt x="1836" y="1"/>
                  </a:moveTo>
                  <a:lnTo>
                    <a:pt x="1" y="3770"/>
                  </a:lnTo>
                  <a:lnTo>
                    <a:pt x="368" y="3770"/>
                  </a:lnTo>
                  <a:lnTo>
                    <a:pt x="2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112"/>
            <p:cNvSpPr/>
            <p:nvPr/>
          </p:nvSpPr>
          <p:spPr>
            <a:xfrm>
              <a:off x="28775" y="1565500"/>
              <a:ext cx="55075" cy="94250"/>
            </a:xfrm>
            <a:custGeom>
              <a:avLst/>
              <a:gdLst/>
              <a:ahLst/>
              <a:cxnLst/>
              <a:rect l="l" t="t" r="r" b="b"/>
              <a:pathLst>
                <a:path w="2203" h="3770" extrusionOk="0">
                  <a:moveTo>
                    <a:pt x="1835" y="1"/>
                  </a:moveTo>
                  <a:lnTo>
                    <a:pt x="0" y="3770"/>
                  </a:lnTo>
                  <a:lnTo>
                    <a:pt x="367" y="3770"/>
                  </a:lnTo>
                  <a:lnTo>
                    <a:pt x="2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112"/>
            <p:cNvSpPr/>
            <p:nvPr/>
          </p:nvSpPr>
          <p:spPr>
            <a:xfrm>
              <a:off x="57125" y="1565500"/>
              <a:ext cx="54225" cy="94250"/>
            </a:xfrm>
            <a:custGeom>
              <a:avLst/>
              <a:gdLst/>
              <a:ahLst/>
              <a:cxnLst/>
              <a:rect l="l" t="t" r="r" b="b"/>
              <a:pathLst>
                <a:path w="2169" h="3770" extrusionOk="0">
                  <a:moveTo>
                    <a:pt x="1835" y="1"/>
                  </a:moveTo>
                  <a:lnTo>
                    <a:pt x="1" y="3770"/>
                  </a:lnTo>
                  <a:lnTo>
                    <a:pt x="334" y="3770"/>
                  </a:lnTo>
                  <a:lnTo>
                    <a:pt x="2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112"/>
            <p:cNvSpPr/>
            <p:nvPr/>
          </p:nvSpPr>
          <p:spPr>
            <a:xfrm>
              <a:off x="-56275" y="2666300"/>
              <a:ext cx="30875" cy="204325"/>
            </a:xfrm>
            <a:custGeom>
              <a:avLst/>
              <a:gdLst/>
              <a:ahLst/>
              <a:cxnLst/>
              <a:rect l="l" t="t" r="r" b="b"/>
              <a:pathLst>
                <a:path w="1235" h="8173" extrusionOk="0">
                  <a:moveTo>
                    <a:pt x="0" y="0"/>
                  </a:moveTo>
                  <a:lnTo>
                    <a:pt x="0" y="7539"/>
                  </a:lnTo>
                  <a:cubicBezTo>
                    <a:pt x="0" y="7872"/>
                    <a:pt x="300" y="8173"/>
                    <a:pt x="634" y="8173"/>
                  </a:cubicBezTo>
                  <a:cubicBezTo>
                    <a:pt x="967" y="8173"/>
                    <a:pt x="1234" y="7872"/>
                    <a:pt x="1234" y="7539"/>
                  </a:cubicBezTo>
                  <a:lnTo>
                    <a:pt x="12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112"/>
            <p:cNvSpPr/>
            <p:nvPr/>
          </p:nvSpPr>
          <p:spPr>
            <a:xfrm>
              <a:off x="-228900" y="2421075"/>
              <a:ext cx="373625" cy="302800"/>
            </a:xfrm>
            <a:custGeom>
              <a:avLst/>
              <a:gdLst/>
              <a:ahLst/>
              <a:cxnLst/>
              <a:rect l="l" t="t" r="r" b="b"/>
              <a:pathLst>
                <a:path w="14945" h="12112" extrusionOk="0">
                  <a:moveTo>
                    <a:pt x="7241" y="1"/>
                  </a:moveTo>
                  <a:cubicBezTo>
                    <a:pt x="4790" y="1"/>
                    <a:pt x="4270" y="2471"/>
                    <a:pt x="4270" y="2471"/>
                  </a:cubicBezTo>
                  <a:cubicBezTo>
                    <a:pt x="4270" y="2471"/>
                    <a:pt x="3875" y="2316"/>
                    <a:pt x="3323" y="2316"/>
                  </a:cubicBezTo>
                  <a:cubicBezTo>
                    <a:pt x="2731" y="2316"/>
                    <a:pt x="1958" y="2495"/>
                    <a:pt x="1301" y="3238"/>
                  </a:cubicBezTo>
                  <a:cubicBezTo>
                    <a:pt x="67" y="4639"/>
                    <a:pt x="1234" y="6674"/>
                    <a:pt x="1234" y="6674"/>
                  </a:cubicBezTo>
                  <a:cubicBezTo>
                    <a:pt x="0" y="7507"/>
                    <a:pt x="100" y="9542"/>
                    <a:pt x="1601" y="10510"/>
                  </a:cubicBezTo>
                  <a:cubicBezTo>
                    <a:pt x="2017" y="10784"/>
                    <a:pt x="2451" y="10884"/>
                    <a:pt x="2865" y="10884"/>
                  </a:cubicBezTo>
                  <a:cubicBezTo>
                    <a:pt x="4012" y="10884"/>
                    <a:pt x="5004" y="10109"/>
                    <a:pt x="5004" y="10109"/>
                  </a:cubicBezTo>
                  <a:cubicBezTo>
                    <a:pt x="5331" y="11255"/>
                    <a:pt x="6140" y="12112"/>
                    <a:pt x="7526" y="12112"/>
                  </a:cubicBezTo>
                  <a:cubicBezTo>
                    <a:pt x="7552" y="12112"/>
                    <a:pt x="7579" y="12111"/>
                    <a:pt x="7606" y="12111"/>
                  </a:cubicBezTo>
                  <a:cubicBezTo>
                    <a:pt x="9540" y="12111"/>
                    <a:pt x="10174" y="10643"/>
                    <a:pt x="10174" y="10643"/>
                  </a:cubicBezTo>
                  <a:cubicBezTo>
                    <a:pt x="10174" y="10643"/>
                    <a:pt x="10908" y="10974"/>
                    <a:pt x="11742" y="10974"/>
                  </a:cubicBezTo>
                  <a:cubicBezTo>
                    <a:pt x="12407" y="10974"/>
                    <a:pt x="13136" y="10764"/>
                    <a:pt x="13610" y="10009"/>
                  </a:cubicBezTo>
                  <a:cubicBezTo>
                    <a:pt x="14944" y="7908"/>
                    <a:pt x="12976" y="6573"/>
                    <a:pt x="12976" y="6573"/>
                  </a:cubicBezTo>
                  <a:cubicBezTo>
                    <a:pt x="12976" y="6573"/>
                    <a:pt x="13810" y="5106"/>
                    <a:pt x="13009" y="3605"/>
                  </a:cubicBezTo>
                  <a:cubicBezTo>
                    <a:pt x="12398" y="2477"/>
                    <a:pt x="11469" y="2237"/>
                    <a:pt x="10787" y="2237"/>
                  </a:cubicBezTo>
                  <a:cubicBezTo>
                    <a:pt x="10279" y="2237"/>
                    <a:pt x="9907" y="2370"/>
                    <a:pt x="9907" y="2370"/>
                  </a:cubicBezTo>
                  <a:cubicBezTo>
                    <a:pt x="9907" y="2370"/>
                    <a:pt x="9840" y="102"/>
                    <a:pt x="7339" y="2"/>
                  </a:cubicBezTo>
                  <a:cubicBezTo>
                    <a:pt x="7306" y="1"/>
                    <a:pt x="7273" y="1"/>
                    <a:pt x="72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112"/>
            <p:cNvSpPr/>
            <p:nvPr/>
          </p:nvSpPr>
          <p:spPr>
            <a:xfrm>
              <a:off x="-1734975" y="2635425"/>
              <a:ext cx="36700" cy="243550"/>
            </a:xfrm>
            <a:custGeom>
              <a:avLst/>
              <a:gdLst/>
              <a:ahLst/>
              <a:cxnLst/>
              <a:rect l="l" t="t" r="r" b="b"/>
              <a:pathLst>
                <a:path w="1468" h="9742" extrusionOk="0">
                  <a:moveTo>
                    <a:pt x="0" y="1"/>
                  </a:moveTo>
                  <a:lnTo>
                    <a:pt x="0" y="9007"/>
                  </a:lnTo>
                  <a:cubicBezTo>
                    <a:pt x="0" y="9408"/>
                    <a:pt x="334" y="9741"/>
                    <a:pt x="734" y="9741"/>
                  </a:cubicBezTo>
                  <a:cubicBezTo>
                    <a:pt x="1134" y="9741"/>
                    <a:pt x="1468" y="9408"/>
                    <a:pt x="1468" y="9007"/>
                  </a:cubicBezTo>
                  <a:lnTo>
                    <a:pt x="146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112"/>
            <p:cNvSpPr/>
            <p:nvPr/>
          </p:nvSpPr>
          <p:spPr>
            <a:xfrm>
              <a:off x="-1938475" y="2343500"/>
              <a:ext cx="446200" cy="361175"/>
            </a:xfrm>
            <a:custGeom>
              <a:avLst/>
              <a:gdLst/>
              <a:ahLst/>
              <a:cxnLst/>
              <a:rect l="l" t="t" r="r" b="b"/>
              <a:pathLst>
                <a:path w="17848" h="14447" extrusionOk="0">
                  <a:moveTo>
                    <a:pt x="9253" y="0"/>
                  </a:moveTo>
                  <a:cubicBezTo>
                    <a:pt x="9205" y="0"/>
                    <a:pt x="9157" y="1"/>
                    <a:pt x="9107" y="3"/>
                  </a:cubicBezTo>
                  <a:cubicBezTo>
                    <a:pt x="6105" y="103"/>
                    <a:pt x="6039" y="2838"/>
                    <a:pt x="6039" y="2838"/>
                  </a:cubicBezTo>
                  <a:cubicBezTo>
                    <a:pt x="6039" y="2838"/>
                    <a:pt x="5589" y="2678"/>
                    <a:pt x="4975" y="2678"/>
                  </a:cubicBezTo>
                  <a:cubicBezTo>
                    <a:pt x="4161" y="2678"/>
                    <a:pt x="3059" y="2960"/>
                    <a:pt x="2336" y="4273"/>
                  </a:cubicBezTo>
                  <a:cubicBezTo>
                    <a:pt x="1369" y="6074"/>
                    <a:pt x="2369" y="7842"/>
                    <a:pt x="2369" y="7842"/>
                  </a:cubicBezTo>
                  <a:cubicBezTo>
                    <a:pt x="2369" y="7842"/>
                    <a:pt x="1" y="9410"/>
                    <a:pt x="1602" y="11945"/>
                  </a:cubicBezTo>
                  <a:cubicBezTo>
                    <a:pt x="2161" y="12828"/>
                    <a:pt x="3026" y="13074"/>
                    <a:pt x="3817" y="13074"/>
                  </a:cubicBezTo>
                  <a:cubicBezTo>
                    <a:pt x="4820" y="13074"/>
                    <a:pt x="5705" y="12679"/>
                    <a:pt x="5705" y="12679"/>
                  </a:cubicBezTo>
                  <a:cubicBezTo>
                    <a:pt x="5705" y="12679"/>
                    <a:pt x="6472" y="14447"/>
                    <a:pt x="8774" y="14447"/>
                  </a:cubicBezTo>
                  <a:cubicBezTo>
                    <a:pt x="10508" y="14447"/>
                    <a:pt x="11509" y="13446"/>
                    <a:pt x="11909" y="12011"/>
                  </a:cubicBezTo>
                  <a:cubicBezTo>
                    <a:pt x="11909" y="12011"/>
                    <a:pt x="13106" y="12969"/>
                    <a:pt x="14487" y="12969"/>
                  </a:cubicBezTo>
                  <a:cubicBezTo>
                    <a:pt x="14965" y="12969"/>
                    <a:pt x="15465" y="12854"/>
                    <a:pt x="15946" y="12545"/>
                  </a:cubicBezTo>
                  <a:cubicBezTo>
                    <a:pt x="17747" y="11378"/>
                    <a:pt x="17847" y="8909"/>
                    <a:pt x="16346" y="7942"/>
                  </a:cubicBezTo>
                  <a:cubicBezTo>
                    <a:pt x="16346" y="7942"/>
                    <a:pt x="17747" y="5507"/>
                    <a:pt x="16279" y="3839"/>
                  </a:cubicBezTo>
                  <a:cubicBezTo>
                    <a:pt x="15490" y="2945"/>
                    <a:pt x="14553" y="2732"/>
                    <a:pt x="13842" y="2732"/>
                  </a:cubicBezTo>
                  <a:cubicBezTo>
                    <a:pt x="13201" y="2732"/>
                    <a:pt x="12743" y="2905"/>
                    <a:pt x="12743" y="2905"/>
                  </a:cubicBezTo>
                  <a:cubicBezTo>
                    <a:pt x="12743" y="2905"/>
                    <a:pt x="12130" y="0"/>
                    <a:pt x="92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984"/>
        <p:cNvGrpSpPr/>
        <p:nvPr/>
      </p:nvGrpSpPr>
      <p:grpSpPr>
        <a:xfrm>
          <a:off x="0" y="0"/>
          <a:ext cx="0" cy="0"/>
          <a:chOff x="0" y="0"/>
          <a:chExt cx="0" cy="0"/>
        </a:xfrm>
      </p:grpSpPr>
      <p:grpSp>
        <p:nvGrpSpPr>
          <p:cNvPr id="2985" name="Google Shape;2985;p111"/>
          <p:cNvGrpSpPr/>
          <p:nvPr/>
        </p:nvGrpSpPr>
        <p:grpSpPr>
          <a:xfrm rot="-1800095">
            <a:off x="5351999" y="1811240"/>
            <a:ext cx="3376410" cy="3681720"/>
            <a:chOff x="5006800" y="1811156"/>
            <a:chExt cx="2989175" cy="3259469"/>
          </a:xfrm>
        </p:grpSpPr>
        <p:grpSp>
          <p:nvGrpSpPr>
            <p:cNvPr id="2986" name="Google Shape;2986;p111"/>
            <p:cNvGrpSpPr/>
            <p:nvPr/>
          </p:nvGrpSpPr>
          <p:grpSpPr>
            <a:xfrm>
              <a:off x="5006800" y="1811156"/>
              <a:ext cx="2989175" cy="3259469"/>
              <a:chOff x="5006800" y="1811156"/>
              <a:chExt cx="2989175" cy="3259469"/>
            </a:xfrm>
          </p:grpSpPr>
          <p:sp>
            <p:nvSpPr>
              <p:cNvPr id="2987" name="Google Shape;2987;p111"/>
              <p:cNvSpPr/>
              <p:nvPr/>
            </p:nvSpPr>
            <p:spPr>
              <a:xfrm rot="-899979">
                <a:off x="6575303" y="2639287"/>
                <a:ext cx="1180995" cy="2007593"/>
              </a:xfrm>
              <a:custGeom>
                <a:avLst/>
                <a:gdLst/>
                <a:ahLst/>
                <a:cxnLst/>
                <a:rect l="l" t="t" r="r" b="b"/>
                <a:pathLst>
                  <a:path w="17935" h="30488" extrusionOk="0">
                    <a:moveTo>
                      <a:pt x="17934" y="1"/>
                    </a:moveTo>
                    <a:lnTo>
                      <a:pt x="1" y="9667"/>
                    </a:lnTo>
                    <a:lnTo>
                      <a:pt x="1" y="30488"/>
                    </a:lnTo>
                    <a:lnTo>
                      <a:pt x="17934" y="19849"/>
                    </a:lnTo>
                    <a:lnTo>
                      <a:pt x="1793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111"/>
              <p:cNvSpPr/>
              <p:nvPr/>
            </p:nvSpPr>
            <p:spPr>
              <a:xfrm rot="-899979">
                <a:off x="5144026" y="2093182"/>
                <a:ext cx="2359883" cy="1371100"/>
              </a:xfrm>
              <a:custGeom>
                <a:avLst/>
                <a:gdLst/>
                <a:ahLst/>
                <a:cxnLst/>
                <a:rect l="l" t="t" r="r" b="b"/>
                <a:pathLst>
                  <a:path w="35838" h="20822" extrusionOk="0">
                    <a:moveTo>
                      <a:pt x="18390" y="1"/>
                    </a:moveTo>
                    <a:lnTo>
                      <a:pt x="1" y="10669"/>
                    </a:lnTo>
                    <a:lnTo>
                      <a:pt x="17904" y="20822"/>
                    </a:lnTo>
                    <a:lnTo>
                      <a:pt x="35837" y="11156"/>
                    </a:lnTo>
                    <a:lnTo>
                      <a:pt x="18390" y="1"/>
                    </a:lnTo>
                    <a:close/>
                  </a:path>
                </a:pathLst>
              </a:custGeom>
              <a:solidFill>
                <a:srgbClr val="E6BD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111"/>
              <p:cNvSpPr/>
              <p:nvPr/>
            </p:nvSpPr>
            <p:spPr>
              <a:xfrm rot="-899979">
                <a:off x="5432482" y="2913211"/>
                <a:ext cx="1178954" cy="2039596"/>
              </a:xfrm>
              <a:custGeom>
                <a:avLst/>
                <a:gdLst/>
                <a:ahLst/>
                <a:cxnLst/>
                <a:rect l="l" t="t" r="r" b="b"/>
                <a:pathLst>
                  <a:path w="17904" h="30974" extrusionOk="0">
                    <a:moveTo>
                      <a:pt x="1" y="0"/>
                    </a:moveTo>
                    <a:lnTo>
                      <a:pt x="1" y="20335"/>
                    </a:lnTo>
                    <a:lnTo>
                      <a:pt x="17904" y="30974"/>
                    </a:lnTo>
                    <a:lnTo>
                      <a:pt x="17904" y="10153"/>
                    </a:lnTo>
                    <a:lnTo>
                      <a:pt x="1" y="0"/>
                    </a:lnTo>
                    <a:close/>
                  </a:path>
                </a:pathLst>
              </a:custGeom>
              <a:solidFill>
                <a:srgbClr val="D0A4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111"/>
              <p:cNvSpPr/>
              <p:nvPr/>
            </p:nvSpPr>
            <p:spPr>
              <a:xfrm rot="-899979">
                <a:off x="7080466" y="3494225"/>
                <a:ext cx="224215" cy="250225"/>
              </a:xfrm>
              <a:custGeom>
                <a:avLst/>
                <a:gdLst/>
                <a:ahLst/>
                <a:cxnLst/>
                <a:rect l="l" t="t" r="r" b="b"/>
                <a:pathLst>
                  <a:path w="3405" h="3800" extrusionOk="0">
                    <a:moveTo>
                      <a:pt x="1703" y="0"/>
                    </a:moveTo>
                    <a:cubicBezTo>
                      <a:pt x="760" y="0"/>
                      <a:pt x="0" y="851"/>
                      <a:pt x="0" y="1915"/>
                    </a:cubicBezTo>
                    <a:cubicBezTo>
                      <a:pt x="0" y="2949"/>
                      <a:pt x="760" y="3800"/>
                      <a:pt x="1703" y="3800"/>
                    </a:cubicBezTo>
                    <a:cubicBezTo>
                      <a:pt x="2645" y="3800"/>
                      <a:pt x="3405" y="2949"/>
                      <a:pt x="3405" y="1915"/>
                    </a:cubicBezTo>
                    <a:cubicBezTo>
                      <a:pt x="3405" y="851"/>
                      <a:pt x="2645" y="0"/>
                      <a:pt x="170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111"/>
              <p:cNvSpPr/>
              <p:nvPr/>
            </p:nvSpPr>
            <p:spPr>
              <a:xfrm rot="-899979">
                <a:off x="5580827" y="4059768"/>
                <a:ext cx="224215" cy="252266"/>
              </a:xfrm>
              <a:custGeom>
                <a:avLst/>
                <a:gdLst/>
                <a:ahLst/>
                <a:cxnLst/>
                <a:rect l="l" t="t" r="r" b="b"/>
                <a:pathLst>
                  <a:path w="3405" h="3831" extrusionOk="0">
                    <a:moveTo>
                      <a:pt x="1702" y="1"/>
                    </a:moveTo>
                    <a:cubicBezTo>
                      <a:pt x="760" y="1"/>
                      <a:pt x="0" y="852"/>
                      <a:pt x="0" y="1915"/>
                    </a:cubicBezTo>
                    <a:cubicBezTo>
                      <a:pt x="0" y="2979"/>
                      <a:pt x="760" y="3830"/>
                      <a:pt x="1702" y="3830"/>
                    </a:cubicBezTo>
                    <a:cubicBezTo>
                      <a:pt x="2645" y="3830"/>
                      <a:pt x="3404" y="2979"/>
                      <a:pt x="3404" y="1915"/>
                    </a:cubicBezTo>
                    <a:cubicBezTo>
                      <a:pt x="3404" y="852"/>
                      <a:pt x="2645" y="1"/>
                      <a:pt x="170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111"/>
              <p:cNvSpPr/>
              <p:nvPr/>
            </p:nvSpPr>
            <p:spPr>
              <a:xfrm rot="-899979">
                <a:off x="5879898" y="3816181"/>
                <a:ext cx="222239" cy="250225"/>
              </a:xfrm>
              <a:custGeom>
                <a:avLst/>
                <a:gdLst/>
                <a:ahLst/>
                <a:cxnLst/>
                <a:rect l="l" t="t" r="r" b="b"/>
                <a:pathLst>
                  <a:path w="3375" h="3800" extrusionOk="0">
                    <a:moveTo>
                      <a:pt x="1703" y="0"/>
                    </a:moveTo>
                    <a:cubicBezTo>
                      <a:pt x="761" y="0"/>
                      <a:pt x="1" y="851"/>
                      <a:pt x="1" y="1915"/>
                    </a:cubicBezTo>
                    <a:cubicBezTo>
                      <a:pt x="1" y="2949"/>
                      <a:pt x="761" y="3800"/>
                      <a:pt x="1703" y="3800"/>
                    </a:cubicBezTo>
                    <a:cubicBezTo>
                      <a:pt x="2615" y="3800"/>
                      <a:pt x="3375" y="2949"/>
                      <a:pt x="3375" y="1915"/>
                    </a:cubicBezTo>
                    <a:cubicBezTo>
                      <a:pt x="3375" y="851"/>
                      <a:pt x="2615" y="0"/>
                      <a:pt x="170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111"/>
              <p:cNvSpPr/>
              <p:nvPr/>
            </p:nvSpPr>
            <p:spPr>
              <a:xfrm rot="-899979">
                <a:off x="6207969" y="3562254"/>
                <a:ext cx="224215" cy="252266"/>
              </a:xfrm>
              <a:custGeom>
                <a:avLst/>
                <a:gdLst/>
                <a:ahLst/>
                <a:cxnLst/>
                <a:rect l="l" t="t" r="r" b="b"/>
                <a:pathLst>
                  <a:path w="3405" h="3831" extrusionOk="0">
                    <a:moveTo>
                      <a:pt x="1702" y="1"/>
                    </a:moveTo>
                    <a:cubicBezTo>
                      <a:pt x="760" y="1"/>
                      <a:pt x="0" y="852"/>
                      <a:pt x="0" y="1916"/>
                    </a:cubicBezTo>
                    <a:cubicBezTo>
                      <a:pt x="0" y="2979"/>
                      <a:pt x="760" y="3831"/>
                      <a:pt x="1702" y="3831"/>
                    </a:cubicBezTo>
                    <a:cubicBezTo>
                      <a:pt x="2645" y="3831"/>
                      <a:pt x="3405" y="2979"/>
                      <a:pt x="3405" y="1916"/>
                    </a:cubicBezTo>
                    <a:cubicBezTo>
                      <a:pt x="3405" y="852"/>
                      <a:pt x="2645" y="1"/>
                      <a:pt x="170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111"/>
              <p:cNvSpPr/>
              <p:nvPr/>
            </p:nvSpPr>
            <p:spPr>
              <a:xfrm rot="-899979">
                <a:off x="6170199" y="2284222"/>
                <a:ext cx="240216" cy="250817"/>
              </a:xfrm>
              <a:custGeom>
                <a:avLst/>
                <a:gdLst/>
                <a:ahLst/>
                <a:cxnLst/>
                <a:rect l="l" t="t" r="r" b="b"/>
                <a:pathLst>
                  <a:path w="3648" h="3809" extrusionOk="0">
                    <a:moveTo>
                      <a:pt x="1864" y="0"/>
                    </a:moveTo>
                    <a:cubicBezTo>
                      <a:pt x="1040" y="0"/>
                      <a:pt x="291" y="716"/>
                      <a:pt x="152" y="1661"/>
                    </a:cubicBezTo>
                    <a:cubicBezTo>
                      <a:pt x="0" y="2694"/>
                      <a:pt x="639" y="3667"/>
                      <a:pt x="1551" y="3788"/>
                    </a:cubicBezTo>
                    <a:cubicBezTo>
                      <a:pt x="1634" y="3802"/>
                      <a:pt x="1717" y="3808"/>
                      <a:pt x="1799" y="3808"/>
                    </a:cubicBezTo>
                    <a:cubicBezTo>
                      <a:pt x="2638" y="3808"/>
                      <a:pt x="3357" y="3117"/>
                      <a:pt x="3496" y="2147"/>
                    </a:cubicBezTo>
                    <a:cubicBezTo>
                      <a:pt x="3648" y="1114"/>
                      <a:pt x="3040" y="141"/>
                      <a:pt x="2098" y="19"/>
                    </a:cubicBezTo>
                    <a:cubicBezTo>
                      <a:pt x="2019" y="6"/>
                      <a:pt x="1941" y="0"/>
                      <a:pt x="186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111"/>
              <p:cNvSpPr/>
              <p:nvPr/>
            </p:nvSpPr>
            <p:spPr>
              <a:xfrm rot="-899979">
                <a:off x="6248859" y="2948949"/>
                <a:ext cx="240216" cy="250883"/>
              </a:xfrm>
              <a:custGeom>
                <a:avLst/>
                <a:gdLst/>
                <a:ahLst/>
                <a:cxnLst/>
                <a:rect l="l" t="t" r="r" b="b"/>
                <a:pathLst>
                  <a:path w="3648" h="3810" extrusionOk="0">
                    <a:moveTo>
                      <a:pt x="1864" y="1"/>
                    </a:moveTo>
                    <a:cubicBezTo>
                      <a:pt x="1040" y="1"/>
                      <a:pt x="291" y="717"/>
                      <a:pt x="152" y="1662"/>
                    </a:cubicBezTo>
                    <a:cubicBezTo>
                      <a:pt x="0" y="2695"/>
                      <a:pt x="608" y="3668"/>
                      <a:pt x="1551" y="3789"/>
                    </a:cubicBezTo>
                    <a:cubicBezTo>
                      <a:pt x="1632" y="3803"/>
                      <a:pt x="1712" y="3809"/>
                      <a:pt x="1792" y="3809"/>
                    </a:cubicBezTo>
                    <a:cubicBezTo>
                      <a:pt x="2613" y="3809"/>
                      <a:pt x="3357" y="3118"/>
                      <a:pt x="3496" y="2148"/>
                    </a:cubicBezTo>
                    <a:cubicBezTo>
                      <a:pt x="3648" y="1115"/>
                      <a:pt x="3010" y="142"/>
                      <a:pt x="2098" y="20"/>
                    </a:cubicBezTo>
                    <a:cubicBezTo>
                      <a:pt x="2019" y="7"/>
                      <a:pt x="1941" y="1"/>
                      <a:pt x="1864"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96" name="Google Shape;2996;p111"/>
            <p:cNvSpPr/>
            <p:nvPr/>
          </p:nvSpPr>
          <p:spPr>
            <a:xfrm rot="-899979">
              <a:off x="7190084" y="3473531"/>
              <a:ext cx="144209" cy="254307"/>
            </a:xfrm>
            <a:custGeom>
              <a:avLst/>
              <a:gdLst/>
              <a:ahLst/>
              <a:cxnLst/>
              <a:rect l="l" t="t" r="r" b="b"/>
              <a:pathLst>
                <a:path w="2190" h="3862" extrusionOk="0">
                  <a:moveTo>
                    <a:pt x="1" y="1"/>
                  </a:moveTo>
                  <a:cubicBezTo>
                    <a:pt x="943" y="123"/>
                    <a:pt x="1703" y="943"/>
                    <a:pt x="1703" y="1916"/>
                  </a:cubicBezTo>
                  <a:cubicBezTo>
                    <a:pt x="1703" y="2919"/>
                    <a:pt x="943" y="3709"/>
                    <a:pt x="1" y="3831"/>
                  </a:cubicBezTo>
                  <a:cubicBezTo>
                    <a:pt x="61" y="3861"/>
                    <a:pt x="153" y="3861"/>
                    <a:pt x="244" y="3861"/>
                  </a:cubicBezTo>
                  <a:cubicBezTo>
                    <a:pt x="1308" y="3861"/>
                    <a:pt x="2189" y="2980"/>
                    <a:pt x="2189" y="1916"/>
                  </a:cubicBezTo>
                  <a:cubicBezTo>
                    <a:pt x="2189" y="852"/>
                    <a:pt x="1308" y="1"/>
                    <a:pt x="244"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111"/>
            <p:cNvSpPr/>
            <p:nvPr/>
          </p:nvSpPr>
          <p:spPr>
            <a:xfrm rot="-899979">
              <a:off x="5690446" y="4039147"/>
              <a:ext cx="144143" cy="256217"/>
            </a:xfrm>
            <a:custGeom>
              <a:avLst/>
              <a:gdLst/>
              <a:ahLst/>
              <a:cxnLst/>
              <a:rect l="l" t="t" r="r" b="b"/>
              <a:pathLst>
                <a:path w="2189" h="3891" extrusionOk="0">
                  <a:moveTo>
                    <a:pt x="243" y="0"/>
                  </a:moveTo>
                  <a:cubicBezTo>
                    <a:pt x="183" y="0"/>
                    <a:pt x="91" y="31"/>
                    <a:pt x="0" y="31"/>
                  </a:cubicBezTo>
                  <a:cubicBezTo>
                    <a:pt x="973" y="152"/>
                    <a:pt x="1702" y="973"/>
                    <a:pt x="1702" y="1945"/>
                  </a:cubicBezTo>
                  <a:cubicBezTo>
                    <a:pt x="1702" y="2918"/>
                    <a:pt x="973" y="3739"/>
                    <a:pt x="0" y="3860"/>
                  </a:cubicBezTo>
                  <a:cubicBezTo>
                    <a:pt x="91" y="3860"/>
                    <a:pt x="152" y="3891"/>
                    <a:pt x="243" y="3891"/>
                  </a:cubicBezTo>
                  <a:cubicBezTo>
                    <a:pt x="1307" y="3891"/>
                    <a:pt x="2189" y="3009"/>
                    <a:pt x="2189" y="1945"/>
                  </a:cubicBezTo>
                  <a:cubicBezTo>
                    <a:pt x="2189" y="882"/>
                    <a:pt x="1338" y="0"/>
                    <a:pt x="24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111"/>
            <p:cNvSpPr/>
            <p:nvPr/>
          </p:nvSpPr>
          <p:spPr>
            <a:xfrm rot="-899979">
              <a:off x="5989517" y="3795495"/>
              <a:ext cx="142167" cy="254307"/>
            </a:xfrm>
            <a:custGeom>
              <a:avLst/>
              <a:gdLst/>
              <a:ahLst/>
              <a:cxnLst/>
              <a:rect l="l" t="t" r="r" b="b"/>
              <a:pathLst>
                <a:path w="2159" h="3862" extrusionOk="0">
                  <a:moveTo>
                    <a:pt x="1" y="1"/>
                  </a:moveTo>
                  <a:cubicBezTo>
                    <a:pt x="943" y="123"/>
                    <a:pt x="1673" y="943"/>
                    <a:pt x="1673" y="1916"/>
                  </a:cubicBezTo>
                  <a:cubicBezTo>
                    <a:pt x="1673" y="2919"/>
                    <a:pt x="943" y="3709"/>
                    <a:pt x="1" y="3831"/>
                  </a:cubicBezTo>
                  <a:cubicBezTo>
                    <a:pt x="62" y="3861"/>
                    <a:pt x="153" y="3861"/>
                    <a:pt x="214" y="3861"/>
                  </a:cubicBezTo>
                  <a:cubicBezTo>
                    <a:pt x="1308" y="3861"/>
                    <a:pt x="2159" y="2980"/>
                    <a:pt x="2159" y="1916"/>
                  </a:cubicBezTo>
                  <a:cubicBezTo>
                    <a:pt x="2159" y="852"/>
                    <a:pt x="1308" y="1"/>
                    <a:pt x="214"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111"/>
            <p:cNvSpPr/>
            <p:nvPr/>
          </p:nvSpPr>
          <p:spPr>
            <a:xfrm rot="-899979">
              <a:off x="6317366" y="3541923"/>
              <a:ext cx="142167" cy="254242"/>
            </a:xfrm>
            <a:custGeom>
              <a:avLst/>
              <a:gdLst/>
              <a:ahLst/>
              <a:cxnLst/>
              <a:rect l="l" t="t" r="r" b="b"/>
              <a:pathLst>
                <a:path w="2159" h="3861" extrusionOk="0">
                  <a:moveTo>
                    <a:pt x="244" y="0"/>
                  </a:moveTo>
                  <a:cubicBezTo>
                    <a:pt x="152" y="0"/>
                    <a:pt x="61" y="31"/>
                    <a:pt x="0" y="31"/>
                  </a:cubicBezTo>
                  <a:cubicBezTo>
                    <a:pt x="943" y="152"/>
                    <a:pt x="1672" y="943"/>
                    <a:pt x="1672" y="1946"/>
                  </a:cubicBezTo>
                  <a:cubicBezTo>
                    <a:pt x="1672" y="2918"/>
                    <a:pt x="943" y="3739"/>
                    <a:pt x="0" y="3861"/>
                  </a:cubicBezTo>
                  <a:lnTo>
                    <a:pt x="244" y="3861"/>
                  </a:lnTo>
                  <a:cubicBezTo>
                    <a:pt x="1307" y="3861"/>
                    <a:pt x="2159" y="3009"/>
                    <a:pt x="2159" y="1946"/>
                  </a:cubicBezTo>
                  <a:cubicBezTo>
                    <a:pt x="2159" y="851"/>
                    <a:pt x="1307" y="0"/>
                    <a:pt x="24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111"/>
            <p:cNvSpPr/>
            <p:nvPr/>
          </p:nvSpPr>
          <p:spPr>
            <a:xfrm rot="-899979">
              <a:off x="6270916" y="2267991"/>
              <a:ext cx="170219" cy="255559"/>
            </a:xfrm>
            <a:custGeom>
              <a:avLst/>
              <a:gdLst/>
              <a:ahLst/>
              <a:cxnLst/>
              <a:rect l="l" t="t" r="r" b="b"/>
              <a:pathLst>
                <a:path w="2585" h="3881" extrusionOk="0">
                  <a:moveTo>
                    <a:pt x="578" y="0"/>
                  </a:moveTo>
                  <a:cubicBezTo>
                    <a:pt x="1490" y="244"/>
                    <a:pt x="2098" y="1155"/>
                    <a:pt x="1976" y="2128"/>
                  </a:cubicBezTo>
                  <a:cubicBezTo>
                    <a:pt x="1828" y="3080"/>
                    <a:pt x="1009" y="3770"/>
                    <a:pt x="62" y="3770"/>
                  </a:cubicBezTo>
                  <a:cubicBezTo>
                    <a:pt x="41" y="3770"/>
                    <a:pt x="21" y="3770"/>
                    <a:pt x="1" y="3769"/>
                  </a:cubicBezTo>
                  <a:lnTo>
                    <a:pt x="1" y="3769"/>
                  </a:lnTo>
                  <a:cubicBezTo>
                    <a:pt x="92" y="3800"/>
                    <a:pt x="183" y="3830"/>
                    <a:pt x="244" y="3861"/>
                  </a:cubicBezTo>
                  <a:cubicBezTo>
                    <a:pt x="338" y="3874"/>
                    <a:pt x="432" y="3881"/>
                    <a:pt x="524" y="3881"/>
                  </a:cubicBezTo>
                  <a:cubicBezTo>
                    <a:pt x="1474" y="3881"/>
                    <a:pt x="2294" y="3189"/>
                    <a:pt x="2432" y="2219"/>
                  </a:cubicBezTo>
                  <a:cubicBezTo>
                    <a:pt x="2584" y="1155"/>
                    <a:pt x="1855" y="152"/>
                    <a:pt x="82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111"/>
            <p:cNvSpPr/>
            <p:nvPr/>
          </p:nvSpPr>
          <p:spPr>
            <a:xfrm rot="-899979">
              <a:off x="6349585" y="2932783"/>
              <a:ext cx="170219" cy="255559"/>
            </a:xfrm>
            <a:custGeom>
              <a:avLst/>
              <a:gdLst/>
              <a:ahLst/>
              <a:cxnLst/>
              <a:rect l="l" t="t" r="r" b="b"/>
              <a:pathLst>
                <a:path w="2585" h="3881" extrusionOk="0">
                  <a:moveTo>
                    <a:pt x="548" y="0"/>
                  </a:moveTo>
                  <a:cubicBezTo>
                    <a:pt x="1490" y="244"/>
                    <a:pt x="2098" y="1155"/>
                    <a:pt x="1946" y="2128"/>
                  </a:cubicBezTo>
                  <a:cubicBezTo>
                    <a:pt x="1824" y="3101"/>
                    <a:pt x="973" y="3800"/>
                    <a:pt x="1" y="3800"/>
                  </a:cubicBezTo>
                  <a:cubicBezTo>
                    <a:pt x="92" y="3800"/>
                    <a:pt x="153" y="3830"/>
                    <a:pt x="244" y="3861"/>
                  </a:cubicBezTo>
                  <a:cubicBezTo>
                    <a:pt x="338" y="3874"/>
                    <a:pt x="432" y="3881"/>
                    <a:pt x="524" y="3881"/>
                  </a:cubicBezTo>
                  <a:cubicBezTo>
                    <a:pt x="1474" y="3881"/>
                    <a:pt x="2294" y="3189"/>
                    <a:pt x="2432" y="2219"/>
                  </a:cubicBezTo>
                  <a:cubicBezTo>
                    <a:pt x="2584" y="1155"/>
                    <a:pt x="1855" y="152"/>
                    <a:pt x="79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02" name="Google Shape;3002;p111"/>
          <p:cNvSpPr txBox="1">
            <a:spLocks noGrp="1"/>
          </p:cNvSpPr>
          <p:nvPr>
            <p:ph type="ctrTitle"/>
          </p:nvPr>
        </p:nvSpPr>
        <p:spPr>
          <a:xfrm flipH="1">
            <a:off x="1161357" y="1510958"/>
            <a:ext cx="2623200" cy="612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a-IR" dirty="0">
                <a:cs typeface="A Naskh Tahrir" panose="00000700000000000000" pitchFamily="2" charset="-78"/>
              </a:rPr>
              <a:t>با تشکر از توجه شما</a:t>
            </a:r>
            <a:endParaRPr dirty="0">
              <a:cs typeface="A Naskh Tahrir" panose="00000700000000000000" pitchFamily="2" charset="-78"/>
            </a:endParaRPr>
          </a:p>
        </p:txBody>
      </p:sp>
      <p:grpSp>
        <p:nvGrpSpPr>
          <p:cNvPr id="3006" name="Google Shape;3006;p111"/>
          <p:cNvGrpSpPr/>
          <p:nvPr/>
        </p:nvGrpSpPr>
        <p:grpSpPr>
          <a:xfrm rot="1800004">
            <a:off x="5648264" y="-945251"/>
            <a:ext cx="4153155" cy="4323068"/>
            <a:chOff x="5032774" y="2440179"/>
            <a:chExt cx="881402" cy="917435"/>
          </a:xfrm>
        </p:grpSpPr>
        <p:sp>
          <p:nvSpPr>
            <p:cNvPr id="3007" name="Google Shape;3007;p111"/>
            <p:cNvSpPr/>
            <p:nvPr/>
          </p:nvSpPr>
          <p:spPr>
            <a:xfrm rot="-1799844">
              <a:off x="5500484" y="2645849"/>
              <a:ext cx="304604" cy="517999"/>
            </a:xfrm>
            <a:custGeom>
              <a:avLst/>
              <a:gdLst/>
              <a:ahLst/>
              <a:cxnLst/>
              <a:rect l="l" t="t" r="r" b="b"/>
              <a:pathLst>
                <a:path w="17964" h="30549" extrusionOk="0">
                  <a:moveTo>
                    <a:pt x="17964" y="1"/>
                  </a:moveTo>
                  <a:lnTo>
                    <a:pt x="0" y="9697"/>
                  </a:lnTo>
                  <a:lnTo>
                    <a:pt x="0" y="30548"/>
                  </a:lnTo>
                  <a:lnTo>
                    <a:pt x="17964" y="19879"/>
                  </a:lnTo>
                  <a:lnTo>
                    <a:pt x="1796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111"/>
            <p:cNvSpPr/>
            <p:nvPr/>
          </p:nvSpPr>
          <p:spPr>
            <a:xfrm rot="-1799844">
              <a:off x="5080485" y="2568754"/>
              <a:ext cx="609207" cy="354082"/>
            </a:xfrm>
            <a:custGeom>
              <a:avLst/>
              <a:gdLst/>
              <a:ahLst/>
              <a:cxnLst/>
              <a:rect l="l" t="t" r="r" b="b"/>
              <a:pathLst>
                <a:path w="35928" h="20882" extrusionOk="0">
                  <a:moveTo>
                    <a:pt x="18450" y="0"/>
                  </a:moveTo>
                  <a:lnTo>
                    <a:pt x="0" y="10699"/>
                  </a:lnTo>
                  <a:lnTo>
                    <a:pt x="17964" y="20882"/>
                  </a:lnTo>
                  <a:lnTo>
                    <a:pt x="35928" y="11186"/>
                  </a:lnTo>
                  <a:lnTo>
                    <a:pt x="18450" y="0"/>
                  </a:lnTo>
                  <a:close/>
                </a:path>
              </a:pathLst>
            </a:custGeom>
            <a:solidFill>
              <a:srgbClr val="4F82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111"/>
            <p:cNvSpPr/>
            <p:nvPr/>
          </p:nvSpPr>
          <p:spPr>
            <a:xfrm rot="-1799844">
              <a:off x="5234636" y="2790470"/>
              <a:ext cx="304621" cy="526240"/>
            </a:xfrm>
            <a:custGeom>
              <a:avLst/>
              <a:gdLst/>
              <a:ahLst/>
              <a:cxnLst/>
              <a:rect l="l" t="t" r="r" b="b"/>
              <a:pathLst>
                <a:path w="17965" h="31035" extrusionOk="0">
                  <a:moveTo>
                    <a:pt x="0" y="0"/>
                  </a:moveTo>
                  <a:lnTo>
                    <a:pt x="0" y="20365"/>
                  </a:lnTo>
                  <a:lnTo>
                    <a:pt x="17964" y="31034"/>
                  </a:lnTo>
                  <a:lnTo>
                    <a:pt x="17964" y="10183"/>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111"/>
            <p:cNvSpPr/>
            <p:nvPr/>
          </p:nvSpPr>
          <p:spPr>
            <a:xfrm rot="-1799844">
              <a:off x="5650117" y="2686758"/>
              <a:ext cx="37134" cy="65468"/>
            </a:xfrm>
            <a:custGeom>
              <a:avLst/>
              <a:gdLst/>
              <a:ahLst/>
              <a:cxnLst/>
              <a:rect l="l" t="t" r="r" b="b"/>
              <a:pathLst>
                <a:path w="2190" h="3861" extrusionOk="0">
                  <a:moveTo>
                    <a:pt x="244" y="0"/>
                  </a:moveTo>
                  <a:cubicBezTo>
                    <a:pt x="153" y="0"/>
                    <a:pt x="92" y="0"/>
                    <a:pt x="1" y="31"/>
                  </a:cubicBezTo>
                  <a:cubicBezTo>
                    <a:pt x="973" y="152"/>
                    <a:pt x="1703" y="942"/>
                    <a:pt x="1703" y="1946"/>
                  </a:cubicBezTo>
                  <a:cubicBezTo>
                    <a:pt x="1703" y="2918"/>
                    <a:pt x="973" y="3739"/>
                    <a:pt x="1" y="3860"/>
                  </a:cubicBezTo>
                  <a:lnTo>
                    <a:pt x="244" y="3860"/>
                  </a:lnTo>
                  <a:cubicBezTo>
                    <a:pt x="1308" y="3860"/>
                    <a:pt x="2189" y="3009"/>
                    <a:pt x="2189" y="1946"/>
                  </a:cubicBezTo>
                  <a:cubicBezTo>
                    <a:pt x="2189" y="851"/>
                    <a:pt x="1308" y="0"/>
                    <a:pt x="24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111"/>
            <p:cNvSpPr/>
            <p:nvPr/>
          </p:nvSpPr>
          <p:spPr>
            <a:xfrm rot="-1799844">
              <a:off x="5623872" y="2696514"/>
              <a:ext cx="57736" cy="64960"/>
            </a:xfrm>
            <a:custGeom>
              <a:avLst/>
              <a:gdLst/>
              <a:ahLst/>
              <a:cxnLst/>
              <a:rect l="l" t="t" r="r" b="b"/>
              <a:pathLst>
                <a:path w="3405" h="3831" extrusionOk="0">
                  <a:moveTo>
                    <a:pt x="1703" y="1"/>
                  </a:moveTo>
                  <a:cubicBezTo>
                    <a:pt x="760" y="1"/>
                    <a:pt x="0" y="852"/>
                    <a:pt x="0" y="1916"/>
                  </a:cubicBezTo>
                  <a:cubicBezTo>
                    <a:pt x="0" y="2979"/>
                    <a:pt x="760" y="3830"/>
                    <a:pt x="1703" y="3830"/>
                  </a:cubicBezTo>
                  <a:cubicBezTo>
                    <a:pt x="2645" y="3830"/>
                    <a:pt x="3405" y="2979"/>
                    <a:pt x="3405" y="1916"/>
                  </a:cubicBezTo>
                  <a:cubicBezTo>
                    <a:pt x="3405" y="852"/>
                    <a:pt x="2645" y="1"/>
                    <a:pt x="170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111"/>
            <p:cNvSpPr/>
            <p:nvPr/>
          </p:nvSpPr>
          <p:spPr>
            <a:xfrm rot="-1799844">
              <a:off x="5537733" y="2856996"/>
              <a:ext cx="37117" cy="65468"/>
            </a:xfrm>
            <a:custGeom>
              <a:avLst/>
              <a:gdLst/>
              <a:ahLst/>
              <a:cxnLst/>
              <a:rect l="l" t="t" r="r" b="b"/>
              <a:pathLst>
                <a:path w="2189" h="3861" extrusionOk="0">
                  <a:moveTo>
                    <a:pt x="244" y="0"/>
                  </a:moveTo>
                  <a:cubicBezTo>
                    <a:pt x="152" y="0"/>
                    <a:pt x="92" y="0"/>
                    <a:pt x="0" y="31"/>
                  </a:cubicBezTo>
                  <a:cubicBezTo>
                    <a:pt x="973" y="152"/>
                    <a:pt x="1703" y="942"/>
                    <a:pt x="1703" y="1946"/>
                  </a:cubicBezTo>
                  <a:cubicBezTo>
                    <a:pt x="1703" y="2918"/>
                    <a:pt x="973" y="3739"/>
                    <a:pt x="0" y="3860"/>
                  </a:cubicBezTo>
                  <a:lnTo>
                    <a:pt x="244" y="3860"/>
                  </a:lnTo>
                  <a:cubicBezTo>
                    <a:pt x="1307" y="3860"/>
                    <a:pt x="2189" y="3009"/>
                    <a:pt x="2189" y="1946"/>
                  </a:cubicBezTo>
                  <a:cubicBezTo>
                    <a:pt x="2189" y="851"/>
                    <a:pt x="1307" y="0"/>
                    <a:pt x="24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111"/>
            <p:cNvSpPr/>
            <p:nvPr/>
          </p:nvSpPr>
          <p:spPr>
            <a:xfrm rot="-1799844">
              <a:off x="5511487" y="2866747"/>
              <a:ext cx="57736" cy="64960"/>
            </a:xfrm>
            <a:custGeom>
              <a:avLst/>
              <a:gdLst/>
              <a:ahLst/>
              <a:cxnLst/>
              <a:rect l="l" t="t" r="r" b="b"/>
              <a:pathLst>
                <a:path w="3405" h="3831" extrusionOk="0">
                  <a:moveTo>
                    <a:pt x="1702" y="1"/>
                  </a:moveTo>
                  <a:cubicBezTo>
                    <a:pt x="760" y="1"/>
                    <a:pt x="0" y="852"/>
                    <a:pt x="0" y="1916"/>
                  </a:cubicBezTo>
                  <a:cubicBezTo>
                    <a:pt x="0" y="2979"/>
                    <a:pt x="760" y="3830"/>
                    <a:pt x="1702" y="3830"/>
                  </a:cubicBezTo>
                  <a:cubicBezTo>
                    <a:pt x="2645" y="3830"/>
                    <a:pt x="3405" y="2979"/>
                    <a:pt x="3405" y="1916"/>
                  </a:cubicBezTo>
                  <a:cubicBezTo>
                    <a:pt x="3405" y="852"/>
                    <a:pt x="2645" y="1"/>
                    <a:pt x="170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111"/>
            <p:cNvSpPr/>
            <p:nvPr/>
          </p:nvSpPr>
          <p:spPr>
            <a:xfrm rot="-1799844">
              <a:off x="5756969" y="2848866"/>
              <a:ext cx="37117" cy="65994"/>
            </a:xfrm>
            <a:custGeom>
              <a:avLst/>
              <a:gdLst/>
              <a:ahLst/>
              <a:cxnLst/>
              <a:rect l="l" t="t" r="r" b="b"/>
              <a:pathLst>
                <a:path w="2189" h="3892" extrusionOk="0">
                  <a:moveTo>
                    <a:pt x="243" y="1"/>
                  </a:moveTo>
                  <a:cubicBezTo>
                    <a:pt x="152" y="1"/>
                    <a:pt x="91" y="31"/>
                    <a:pt x="0" y="31"/>
                  </a:cubicBezTo>
                  <a:cubicBezTo>
                    <a:pt x="973" y="153"/>
                    <a:pt x="1702" y="943"/>
                    <a:pt x="1702" y="1946"/>
                  </a:cubicBezTo>
                  <a:cubicBezTo>
                    <a:pt x="1702" y="2919"/>
                    <a:pt x="973" y="3740"/>
                    <a:pt x="0" y="3861"/>
                  </a:cubicBezTo>
                  <a:cubicBezTo>
                    <a:pt x="91" y="3861"/>
                    <a:pt x="152" y="3892"/>
                    <a:pt x="243" y="3892"/>
                  </a:cubicBezTo>
                  <a:cubicBezTo>
                    <a:pt x="1307" y="3892"/>
                    <a:pt x="2189" y="3010"/>
                    <a:pt x="2189" y="1946"/>
                  </a:cubicBezTo>
                  <a:cubicBezTo>
                    <a:pt x="2189" y="852"/>
                    <a:pt x="1307" y="1"/>
                    <a:pt x="24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111"/>
            <p:cNvSpPr/>
            <p:nvPr/>
          </p:nvSpPr>
          <p:spPr>
            <a:xfrm rot="-1799844">
              <a:off x="5730600" y="2858667"/>
              <a:ext cx="57736" cy="64960"/>
            </a:xfrm>
            <a:custGeom>
              <a:avLst/>
              <a:gdLst/>
              <a:ahLst/>
              <a:cxnLst/>
              <a:rect l="l" t="t" r="r" b="b"/>
              <a:pathLst>
                <a:path w="3405" h="3831" extrusionOk="0">
                  <a:moveTo>
                    <a:pt x="1702" y="0"/>
                  </a:moveTo>
                  <a:cubicBezTo>
                    <a:pt x="760" y="0"/>
                    <a:pt x="0" y="851"/>
                    <a:pt x="0" y="1915"/>
                  </a:cubicBezTo>
                  <a:cubicBezTo>
                    <a:pt x="0" y="2979"/>
                    <a:pt x="760" y="3830"/>
                    <a:pt x="1702" y="3830"/>
                  </a:cubicBezTo>
                  <a:cubicBezTo>
                    <a:pt x="2645" y="3830"/>
                    <a:pt x="3404" y="2979"/>
                    <a:pt x="3404" y="1915"/>
                  </a:cubicBezTo>
                  <a:cubicBezTo>
                    <a:pt x="3404" y="851"/>
                    <a:pt x="2645" y="0"/>
                    <a:pt x="1702"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111"/>
            <p:cNvSpPr/>
            <p:nvPr/>
          </p:nvSpPr>
          <p:spPr>
            <a:xfrm rot="-1799844">
              <a:off x="5654392" y="3013431"/>
              <a:ext cx="37134" cy="65994"/>
            </a:xfrm>
            <a:custGeom>
              <a:avLst/>
              <a:gdLst/>
              <a:ahLst/>
              <a:cxnLst/>
              <a:rect l="l" t="t" r="r" b="b"/>
              <a:pathLst>
                <a:path w="2190" h="3892" extrusionOk="0">
                  <a:moveTo>
                    <a:pt x="244" y="1"/>
                  </a:moveTo>
                  <a:cubicBezTo>
                    <a:pt x="183" y="1"/>
                    <a:pt x="92" y="31"/>
                    <a:pt x="1" y="31"/>
                  </a:cubicBezTo>
                  <a:cubicBezTo>
                    <a:pt x="974" y="153"/>
                    <a:pt x="1703" y="943"/>
                    <a:pt x="1703" y="1946"/>
                  </a:cubicBezTo>
                  <a:cubicBezTo>
                    <a:pt x="1703" y="2919"/>
                    <a:pt x="974" y="3740"/>
                    <a:pt x="1" y="3861"/>
                  </a:cubicBezTo>
                  <a:cubicBezTo>
                    <a:pt x="92" y="3861"/>
                    <a:pt x="183" y="3892"/>
                    <a:pt x="244" y="3892"/>
                  </a:cubicBezTo>
                  <a:cubicBezTo>
                    <a:pt x="1338" y="3892"/>
                    <a:pt x="2189" y="3010"/>
                    <a:pt x="2189" y="1946"/>
                  </a:cubicBezTo>
                  <a:cubicBezTo>
                    <a:pt x="2189" y="852"/>
                    <a:pt x="1338" y="1"/>
                    <a:pt x="244"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111"/>
            <p:cNvSpPr/>
            <p:nvPr/>
          </p:nvSpPr>
          <p:spPr>
            <a:xfrm rot="-1799844">
              <a:off x="5628023" y="3023232"/>
              <a:ext cx="57753" cy="64960"/>
            </a:xfrm>
            <a:custGeom>
              <a:avLst/>
              <a:gdLst/>
              <a:ahLst/>
              <a:cxnLst/>
              <a:rect l="l" t="t" r="r" b="b"/>
              <a:pathLst>
                <a:path w="3406" h="3831" extrusionOk="0">
                  <a:moveTo>
                    <a:pt x="1703" y="0"/>
                  </a:moveTo>
                  <a:cubicBezTo>
                    <a:pt x="761" y="0"/>
                    <a:pt x="1" y="851"/>
                    <a:pt x="1" y="1915"/>
                  </a:cubicBezTo>
                  <a:cubicBezTo>
                    <a:pt x="1" y="2979"/>
                    <a:pt x="761" y="3830"/>
                    <a:pt x="1703" y="3830"/>
                  </a:cubicBezTo>
                  <a:cubicBezTo>
                    <a:pt x="2645" y="3830"/>
                    <a:pt x="3405" y="2979"/>
                    <a:pt x="3405" y="1915"/>
                  </a:cubicBezTo>
                  <a:cubicBezTo>
                    <a:pt x="3405" y="851"/>
                    <a:pt x="2645" y="0"/>
                    <a:pt x="170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111"/>
            <p:cNvSpPr/>
            <p:nvPr/>
          </p:nvSpPr>
          <p:spPr>
            <a:xfrm rot="-1799844">
              <a:off x="5376117" y="3015766"/>
              <a:ext cx="37134" cy="65468"/>
            </a:xfrm>
            <a:custGeom>
              <a:avLst/>
              <a:gdLst/>
              <a:ahLst/>
              <a:cxnLst/>
              <a:rect l="l" t="t" r="r" b="b"/>
              <a:pathLst>
                <a:path w="2190" h="3861" extrusionOk="0">
                  <a:moveTo>
                    <a:pt x="244" y="0"/>
                  </a:moveTo>
                  <a:cubicBezTo>
                    <a:pt x="153" y="0"/>
                    <a:pt x="92" y="0"/>
                    <a:pt x="1" y="31"/>
                  </a:cubicBezTo>
                  <a:cubicBezTo>
                    <a:pt x="973" y="152"/>
                    <a:pt x="1703" y="943"/>
                    <a:pt x="1703" y="1946"/>
                  </a:cubicBezTo>
                  <a:cubicBezTo>
                    <a:pt x="1703" y="2918"/>
                    <a:pt x="973" y="3739"/>
                    <a:pt x="1" y="3861"/>
                  </a:cubicBezTo>
                  <a:lnTo>
                    <a:pt x="244" y="3861"/>
                  </a:lnTo>
                  <a:cubicBezTo>
                    <a:pt x="1308" y="3861"/>
                    <a:pt x="2189" y="3010"/>
                    <a:pt x="2189" y="1915"/>
                  </a:cubicBezTo>
                  <a:cubicBezTo>
                    <a:pt x="2189" y="852"/>
                    <a:pt x="1308" y="0"/>
                    <a:pt x="24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111"/>
            <p:cNvSpPr/>
            <p:nvPr/>
          </p:nvSpPr>
          <p:spPr>
            <a:xfrm rot="-1799844">
              <a:off x="5349872" y="3025522"/>
              <a:ext cx="57736" cy="64960"/>
            </a:xfrm>
            <a:custGeom>
              <a:avLst/>
              <a:gdLst/>
              <a:ahLst/>
              <a:cxnLst/>
              <a:rect l="l" t="t" r="r" b="b"/>
              <a:pathLst>
                <a:path w="3405" h="3831" extrusionOk="0">
                  <a:moveTo>
                    <a:pt x="1703" y="1"/>
                  </a:moveTo>
                  <a:cubicBezTo>
                    <a:pt x="760" y="1"/>
                    <a:pt x="1" y="852"/>
                    <a:pt x="1" y="1916"/>
                  </a:cubicBezTo>
                  <a:cubicBezTo>
                    <a:pt x="1" y="2949"/>
                    <a:pt x="760" y="3831"/>
                    <a:pt x="1703" y="3831"/>
                  </a:cubicBezTo>
                  <a:cubicBezTo>
                    <a:pt x="2645" y="3831"/>
                    <a:pt x="3405" y="2949"/>
                    <a:pt x="3405" y="1916"/>
                  </a:cubicBezTo>
                  <a:cubicBezTo>
                    <a:pt x="3405" y="852"/>
                    <a:pt x="2645" y="1"/>
                    <a:pt x="170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111"/>
            <p:cNvSpPr/>
            <p:nvPr/>
          </p:nvSpPr>
          <p:spPr>
            <a:xfrm rot="-1799844">
              <a:off x="5259042" y="2772148"/>
              <a:ext cx="43832" cy="65808"/>
            </a:xfrm>
            <a:custGeom>
              <a:avLst/>
              <a:gdLst/>
              <a:ahLst/>
              <a:cxnLst/>
              <a:rect l="l" t="t" r="r" b="b"/>
              <a:pathLst>
                <a:path w="2585" h="3881" extrusionOk="0">
                  <a:moveTo>
                    <a:pt x="548" y="0"/>
                  </a:moveTo>
                  <a:cubicBezTo>
                    <a:pt x="1490" y="274"/>
                    <a:pt x="2098" y="1155"/>
                    <a:pt x="1946" y="2158"/>
                  </a:cubicBezTo>
                  <a:cubicBezTo>
                    <a:pt x="1824" y="3131"/>
                    <a:pt x="973" y="3800"/>
                    <a:pt x="1" y="3800"/>
                  </a:cubicBezTo>
                  <a:cubicBezTo>
                    <a:pt x="92" y="3830"/>
                    <a:pt x="153" y="3830"/>
                    <a:pt x="244" y="3860"/>
                  </a:cubicBezTo>
                  <a:cubicBezTo>
                    <a:pt x="338" y="3874"/>
                    <a:pt x="432" y="3880"/>
                    <a:pt x="524" y="3880"/>
                  </a:cubicBezTo>
                  <a:cubicBezTo>
                    <a:pt x="1474" y="3880"/>
                    <a:pt x="2294" y="3189"/>
                    <a:pt x="2432" y="2219"/>
                  </a:cubicBezTo>
                  <a:cubicBezTo>
                    <a:pt x="2584" y="1155"/>
                    <a:pt x="1855" y="152"/>
                    <a:pt x="79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111"/>
            <p:cNvSpPr/>
            <p:nvPr/>
          </p:nvSpPr>
          <p:spPr>
            <a:xfrm rot="-1799844">
              <a:off x="5234701" y="2780545"/>
              <a:ext cx="61857" cy="64994"/>
            </a:xfrm>
            <a:custGeom>
              <a:avLst/>
              <a:gdLst/>
              <a:ahLst/>
              <a:cxnLst/>
              <a:rect l="l" t="t" r="r" b="b"/>
              <a:pathLst>
                <a:path w="3648" h="3833" extrusionOk="0">
                  <a:moveTo>
                    <a:pt x="1857" y="1"/>
                  </a:moveTo>
                  <a:cubicBezTo>
                    <a:pt x="1014" y="1"/>
                    <a:pt x="291" y="717"/>
                    <a:pt x="152" y="1661"/>
                  </a:cubicBezTo>
                  <a:cubicBezTo>
                    <a:pt x="0" y="2725"/>
                    <a:pt x="608" y="3668"/>
                    <a:pt x="1551" y="3820"/>
                  </a:cubicBezTo>
                  <a:cubicBezTo>
                    <a:pt x="1617" y="3828"/>
                    <a:pt x="1684" y="3833"/>
                    <a:pt x="1750" y="3833"/>
                  </a:cubicBezTo>
                  <a:cubicBezTo>
                    <a:pt x="2587" y="3833"/>
                    <a:pt x="3355" y="3134"/>
                    <a:pt x="3496" y="2148"/>
                  </a:cubicBezTo>
                  <a:cubicBezTo>
                    <a:pt x="3648" y="1114"/>
                    <a:pt x="3010" y="142"/>
                    <a:pt x="2098" y="20"/>
                  </a:cubicBezTo>
                  <a:cubicBezTo>
                    <a:pt x="2017" y="7"/>
                    <a:pt x="1936" y="1"/>
                    <a:pt x="1857"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111"/>
            <p:cNvSpPr/>
            <p:nvPr/>
          </p:nvSpPr>
          <p:spPr>
            <a:xfrm rot="-1799844">
              <a:off x="5476942" y="2632848"/>
              <a:ext cx="43832" cy="65808"/>
            </a:xfrm>
            <a:custGeom>
              <a:avLst/>
              <a:gdLst/>
              <a:ahLst/>
              <a:cxnLst/>
              <a:rect l="l" t="t" r="r" b="b"/>
              <a:pathLst>
                <a:path w="2585" h="3881" extrusionOk="0">
                  <a:moveTo>
                    <a:pt x="548" y="0"/>
                  </a:moveTo>
                  <a:cubicBezTo>
                    <a:pt x="1490" y="274"/>
                    <a:pt x="2098" y="1155"/>
                    <a:pt x="1946" y="2158"/>
                  </a:cubicBezTo>
                  <a:cubicBezTo>
                    <a:pt x="1824" y="3131"/>
                    <a:pt x="973" y="3800"/>
                    <a:pt x="1" y="3800"/>
                  </a:cubicBezTo>
                  <a:cubicBezTo>
                    <a:pt x="92" y="3830"/>
                    <a:pt x="153" y="3830"/>
                    <a:pt x="244" y="3860"/>
                  </a:cubicBezTo>
                  <a:cubicBezTo>
                    <a:pt x="338" y="3874"/>
                    <a:pt x="432" y="3880"/>
                    <a:pt x="524" y="3880"/>
                  </a:cubicBezTo>
                  <a:cubicBezTo>
                    <a:pt x="1474" y="3880"/>
                    <a:pt x="2294" y="3189"/>
                    <a:pt x="2432" y="2219"/>
                  </a:cubicBezTo>
                  <a:cubicBezTo>
                    <a:pt x="2584" y="1155"/>
                    <a:pt x="1855" y="152"/>
                    <a:pt x="79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111"/>
            <p:cNvSpPr/>
            <p:nvPr/>
          </p:nvSpPr>
          <p:spPr>
            <a:xfrm rot="-1799844">
              <a:off x="5452601" y="2641245"/>
              <a:ext cx="61857" cy="64994"/>
            </a:xfrm>
            <a:custGeom>
              <a:avLst/>
              <a:gdLst/>
              <a:ahLst/>
              <a:cxnLst/>
              <a:rect l="l" t="t" r="r" b="b"/>
              <a:pathLst>
                <a:path w="3648" h="3833" extrusionOk="0">
                  <a:moveTo>
                    <a:pt x="1857" y="1"/>
                  </a:moveTo>
                  <a:cubicBezTo>
                    <a:pt x="1014" y="1"/>
                    <a:pt x="291" y="717"/>
                    <a:pt x="152" y="1661"/>
                  </a:cubicBezTo>
                  <a:cubicBezTo>
                    <a:pt x="0" y="2725"/>
                    <a:pt x="608" y="3668"/>
                    <a:pt x="1551" y="3820"/>
                  </a:cubicBezTo>
                  <a:cubicBezTo>
                    <a:pt x="1617" y="3828"/>
                    <a:pt x="1684" y="3833"/>
                    <a:pt x="1750" y="3833"/>
                  </a:cubicBezTo>
                  <a:cubicBezTo>
                    <a:pt x="2587" y="3833"/>
                    <a:pt x="3355" y="3134"/>
                    <a:pt x="3496" y="2148"/>
                  </a:cubicBezTo>
                  <a:cubicBezTo>
                    <a:pt x="3648" y="1114"/>
                    <a:pt x="3010" y="142"/>
                    <a:pt x="2098" y="20"/>
                  </a:cubicBezTo>
                  <a:cubicBezTo>
                    <a:pt x="2017" y="7"/>
                    <a:pt x="1936" y="1"/>
                    <a:pt x="1857"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Dices Games for Class by Slidesgo">
  <a:themeElements>
    <a:clrScheme name="Simple Light">
      <a:dk1>
        <a:srgbClr val="CEEBFF"/>
      </a:dk1>
      <a:lt1>
        <a:srgbClr val="5081B1"/>
      </a:lt1>
      <a:dk2>
        <a:srgbClr val="D85F6F"/>
      </a:dk2>
      <a:lt2>
        <a:srgbClr val="E0CFBC"/>
      </a:lt2>
      <a:accent1>
        <a:srgbClr val="FFFFFF"/>
      </a:accent1>
      <a:accent2>
        <a:srgbClr val="802733"/>
      </a:accent2>
      <a:accent3>
        <a:srgbClr val="AFD4EE"/>
      </a:accent3>
      <a:accent4>
        <a:srgbClr val="37618A"/>
      </a:accent4>
      <a:accent5>
        <a:srgbClr val="062647"/>
      </a:accent5>
      <a:accent6>
        <a:srgbClr val="D15767"/>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ices Games for Class ">
  <a:themeElements>
    <a:clrScheme name="Simple Light">
      <a:dk1>
        <a:srgbClr val="CEEBFF"/>
      </a:dk1>
      <a:lt1>
        <a:srgbClr val="5081B1"/>
      </a:lt1>
      <a:dk2>
        <a:srgbClr val="D85F6F"/>
      </a:dk2>
      <a:lt2>
        <a:srgbClr val="E0CFBC"/>
      </a:lt2>
      <a:accent1>
        <a:srgbClr val="FFFFFF"/>
      </a:accent1>
      <a:accent2>
        <a:srgbClr val="802733"/>
      </a:accent2>
      <a:accent3>
        <a:srgbClr val="AFD4EE"/>
      </a:accent3>
      <a:accent4>
        <a:srgbClr val="37618A"/>
      </a:accent4>
      <a:accent5>
        <a:srgbClr val="062647"/>
      </a:accent5>
      <a:accent6>
        <a:srgbClr val="D15767"/>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Dices Games for Class ">
  <a:themeElements>
    <a:clrScheme name="Simple Light">
      <a:dk1>
        <a:srgbClr val="CEEBFF"/>
      </a:dk1>
      <a:lt1>
        <a:srgbClr val="5081B1"/>
      </a:lt1>
      <a:dk2>
        <a:srgbClr val="D85F6F"/>
      </a:dk2>
      <a:lt2>
        <a:srgbClr val="E0CFBC"/>
      </a:lt2>
      <a:accent1>
        <a:srgbClr val="FFFFFF"/>
      </a:accent1>
      <a:accent2>
        <a:srgbClr val="802733"/>
      </a:accent2>
      <a:accent3>
        <a:srgbClr val="AFD4EE"/>
      </a:accent3>
      <a:accent4>
        <a:srgbClr val="37618A"/>
      </a:accent4>
      <a:accent5>
        <a:srgbClr val="062647"/>
      </a:accent5>
      <a:accent6>
        <a:srgbClr val="D15767"/>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2221</TotalTime>
  <Words>3648</Words>
  <Application>Microsoft Office PowerPoint</Application>
  <PresentationFormat>On-screen Show (16:9)</PresentationFormat>
  <Paragraphs>273</Paragraphs>
  <Slides>38</Slides>
  <Notes>36</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38</vt:i4>
      </vt:variant>
    </vt:vector>
  </HeadingPairs>
  <TitlesOfParts>
    <vt:vector size="53" baseType="lpstr">
      <vt:lpstr>Roboto Condensed Light</vt:lpstr>
      <vt:lpstr>Bubblegum Sans</vt:lpstr>
      <vt:lpstr>Adventure</vt:lpstr>
      <vt:lpstr>Baran</vt:lpstr>
      <vt:lpstr>Roboto</vt:lpstr>
      <vt:lpstr>Arial</vt:lpstr>
      <vt:lpstr>Aban</vt:lpstr>
      <vt:lpstr>Lilita One</vt:lpstr>
      <vt:lpstr>Cambria Math</vt:lpstr>
      <vt:lpstr>Roboto Condensed</vt:lpstr>
      <vt:lpstr>Parvin</vt:lpstr>
      <vt:lpstr>Source Sans Pro</vt:lpstr>
      <vt:lpstr>Dices Games for Class by Slidesgo</vt:lpstr>
      <vt:lpstr>Dices Games for Class </vt:lpstr>
      <vt:lpstr>Dices Games for Class </vt:lpstr>
      <vt:lpstr>بررسی و مدلسازی روند پیوند کبد با استفاده از نظریه بازیها</vt:lpstr>
      <vt:lpstr>فهرست مطالب</vt:lpstr>
      <vt:lpstr>مقدمه</vt:lpstr>
      <vt:lpstr>اهمیت موضوع</vt:lpstr>
      <vt:lpstr>PowerPoint Presentation</vt:lpstr>
      <vt:lpstr>با این تفاسیر اینکه چه کسی در لیست انتظار قرار می‌گیرد یک مسئله اخلاقی بسیار مهم است. در ادامه ما سعی می‌کنیم با استفاده از نظریه بازی‌ها یک مدل اجتماعی برای این مهم ارائه دهیم.  برای سادگی بیشتر تنها بیماران مبتلا به ALD (Alcoholic Associated Liver Deseas) را بررسی می‌کنیم. </vt:lpstr>
      <vt:lpstr>پیشینه تحقیق</vt:lpstr>
      <vt:lpstr>PowerPoint Presentation</vt:lpstr>
      <vt:lpstr>مدلسازی</vt:lpstr>
      <vt:lpstr>PowerPoint Presentation</vt:lpstr>
      <vt:lpstr>PowerPoint Presentation</vt:lpstr>
      <vt:lpstr>PowerPoint Presentation</vt:lpstr>
      <vt:lpstr>PowerPoint Presentation</vt:lpstr>
      <vt:lpstr>PowerPoint Presentation</vt:lpstr>
      <vt:lpstr>PowerPoint Presentation</vt:lpstr>
      <vt:lpstr>تعادل های نش محض</vt:lpstr>
      <vt:lpstr>PowerPoint Presentation</vt:lpstr>
      <vt:lpstr>PowerPoint Presentation</vt:lpstr>
      <vt:lpstr>PowerPoint Presentation</vt:lpstr>
      <vt:lpstr>PowerPoint Presentation</vt:lpstr>
      <vt:lpstr>تعادل های نش مخلوط</vt:lpstr>
      <vt:lpstr>PowerPoint Presentation</vt:lpstr>
      <vt:lpstr>PowerPoint Presentation</vt:lpstr>
      <vt:lpstr>تعادل نش ترتیبی</vt:lpstr>
      <vt:lpstr>نوبت شماست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پایانی بر یک آغاز</vt:lpstr>
      <vt:lpstr>با تشکر از توجه شما</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بررسی و مدلسازی روند پیوند کبد با استفاده از نظریه بازیها</dc:title>
  <dc:creator>Asha</dc:creator>
  <cp:lastModifiedBy>asha soroushpoor</cp:lastModifiedBy>
  <cp:revision>62</cp:revision>
  <dcterms:modified xsi:type="dcterms:W3CDTF">2023-01-29T16:31:55Z</dcterms:modified>
</cp:coreProperties>
</file>